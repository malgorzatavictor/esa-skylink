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4"/>
  </p:notesMasterIdLst>
  <p:sldIdLst>
    <p:sldId id="256" r:id="rId2"/>
    <p:sldId id="257" r:id="rId3"/>
    <p:sldId id="260" r:id="rId4"/>
    <p:sldId id="313" r:id="rId5"/>
    <p:sldId id="314" r:id="rId6"/>
    <p:sldId id="286" r:id="rId7"/>
    <p:sldId id="273" r:id="rId8"/>
    <p:sldId id="261" r:id="rId9"/>
    <p:sldId id="316" r:id="rId10"/>
    <p:sldId id="317" r:id="rId11"/>
    <p:sldId id="289" r:id="rId12"/>
    <p:sldId id="290" r:id="rId13"/>
  </p:sldIdLst>
  <p:sldSz cx="9144000" cy="5143500" type="screen16x9"/>
  <p:notesSz cx="6858000" cy="9144000"/>
  <p:embeddedFontLst>
    <p:embeddedFont>
      <p:font typeface="M PLUS 1p" panose="020B0604020202020204" charset="-128"/>
      <p:regular r:id="rId15"/>
      <p:bold r:id="rId16"/>
    </p:embeddedFont>
    <p:embeddedFont>
      <p:font typeface="Arial Rounded MT Bold" panose="020F0704030504030204" pitchFamily="34" charset="0"/>
      <p:regular r:id="rId17"/>
    </p:embeddedFont>
    <p:embeddedFont>
      <p:font typeface="PT Sans" panose="020B0503020203020204" pitchFamily="34" charset="-18"/>
      <p:regular r:id="rId18"/>
      <p:bold r:id="rId19"/>
      <p:italic r:id="rId20"/>
      <p:boldItalic r:id="rId21"/>
    </p:embeddedFont>
    <p:embeddedFont>
      <p:font typeface="Raleway Black" pitchFamily="2" charset="-18"/>
      <p:bold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Condensed Light" panose="02000000000000000000" pitchFamily="2" charset="0"/>
      <p:regular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94D8"/>
    <a:srgbClr val="D14000"/>
    <a:srgbClr val="EAF3FF"/>
    <a:srgbClr val="FF9F9F"/>
    <a:srgbClr val="325AD6"/>
    <a:srgbClr val="F5F5F5"/>
    <a:srgbClr val="FFFFFF"/>
    <a:srgbClr val="A25A3A"/>
    <a:srgbClr val="FFB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316E3B-4AA2-41F9-AD4A-0D4D597C6FEA}" v="472" dt="2025-11-30T02:06:30.330"/>
  </p1510:revLst>
</p1510:revInfo>
</file>

<file path=ppt/tableStyles.xml><?xml version="1.0" encoding="utf-8"?>
<a:tblStyleLst xmlns:a="http://schemas.openxmlformats.org/drawingml/2006/main" def="{593084F5-17DD-4336-80BF-CD0AB8718E6F}">
  <a:tblStyle styleId="{593084F5-17DD-4336-80BF-CD0AB8718E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DF74126-E0A0-4669-82F5-EB18FD654F7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818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20102772) Malgorzata Victor" userId="7fb174c8-8e8e-4f34-9d71-e72d03f937b6" providerId="ADAL" clId="{BFEEA2DA-0537-4515-AD30-0C62517D2A04}"/>
    <pc:docChg chg="undo redo custSel addSld delSld modSld sldOrd delMainMaster">
      <pc:chgData name="(20102772) Malgorzata Victor" userId="7fb174c8-8e8e-4f34-9d71-e72d03f937b6" providerId="ADAL" clId="{BFEEA2DA-0537-4515-AD30-0C62517D2A04}" dt="2025-11-30T02:08:31.726" v="4826" actId="1076"/>
      <pc:docMkLst>
        <pc:docMk/>
      </pc:docMkLst>
      <pc:sldChg chg="addSp delSp modSp mod addAnim delAnim modAnim">
        <pc:chgData name="(20102772) Malgorzata Victor" userId="7fb174c8-8e8e-4f34-9d71-e72d03f937b6" providerId="ADAL" clId="{BFEEA2DA-0537-4515-AD30-0C62517D2A04}" dt="2025-11-30T02:05:49.428" v="4806" actId="1036"/>
        <pc:sldMkLst>
          <pc:docMk/>
          <pc:sldMk cId="0" sldId="256"/>
        </pc:sldMkLst>
        <pc:spChg chg="add mod">
          <ac:chgData name="(20102772) Malgorzata Victor" userId="7fb174c8-8e8e-4f34-9d71-e72d03f937b6" providerId="ADAL" clId="{BFEEA2DA-0537-4515-AD30-0C62517D2A04}" dt="2025-11-30T02:05:49.428" v="4806" actId="1036"/>
          <ac:spMkLst>
            <pc:docMk/>
            <pc:sldMk cId="0" sldId="256"/>
            <ac:spMk id="3" creationId="{AA0D84E7-0EAD-4AA3-5A9F-9A0E961BC3C0}"/>
          </ac:spMkLst>
        </pc:spChg>
        <pc:spChg chg="mod">
          <ac:chgData name="(20102772) Malgorzata Victor" userId="7fb174c8-8e8e-4f34-9d71-e72d03f937b6" providerId="ADAL" clId="{BFEEA2DA-0537-4515-AD30-0C62517D2A04}" dt="2025-11-29T22:16:55.022" v="123"/>
          <ac:spMkLst>
            <pc:docMk/>
            <pc:sldMk cId="0" sldId="256"/>
            <ac:spMk id="17" creationId="{FF1723DD-85CE-2568-2776-11DDC7E5351E}"/>
          </ac:spMkLst>
        </pc:spChg>
        <pc:spChg chg="mod">
          <ac:chgData name="(20102772) Malgorzata Victor" userId="7fb174c8-8e8e-4f34-9d71-e72d03f937b6" providerId="ADAL" clId="{BFEEA2DA-0537-4515-AD30-0C62517D2A04}" dt="2025-11-29T22:16:55.022" v="123"/>
          <ac:spMkLst>
            <pc:docMk/>
            <pc:sldMk cId="0" sldId="256"/>
            <ac:spMk id="23" creationId="{B651BF79-50E8-8B98-E95F-C30FF581792E}"/>
          </ac:spMkLst>
        </pc:spChg>
        <pc:spChg chg="mod">
          <ac:chgData name="(20102772) Malgorzata Victor" userId="7fb174c8-8e8e-4f34-9d71-e72d03f937b6" providerId="ADAL" clId="{BFEEA2DA-0537-4515-AD30-0C62517D2A04}" dt="2025-11-29T22:16:55.022" v="123"/>
          <ac:spMkLst>
            <pc:docMk/>
            <pc:sldMk cId="0" sldId="256"/>
            <ac:spMk id="56" creationId="{F6EB9E7E-0E49-45FC-03EF-726C09DA2ABA}"/>
          </ac:spMkLst>
        </pc:spChg>
        <pc:spChg chg="mod">
          <ac:chgData name="(20102772) Malgorzata Victor" userId="7fb174c8-8e8e-4f34-9d71-e72d03f937b6" providerId="ADAL" clId="{BFEEA2DA-0537-4515-AD30-0C62517D2A04}" dt="2025-11-29T22:16:55.022" v="123"/>
          <ac:spMkLst>
            <pc:docMk/>
            <pc:sldMk cId="0" sldId="256"/>
            <ac:spMk id="3209" creationId="{4EBE8CEE-1BA1-0D34-8D78-C2D531550C34}"/>
          </ac:spMkLst>
        </pc:spChg>
        <pc:spChg chg="mod">
          <ac:chgData name="(20102772) Malgorzata Victor" userId="7fb174c8-8e8e-4f34-9d71-e72d03f937b6" providerId="ADAL" clId="{BFEEA2DA-0537-4515-AD30-0C62517D2A04}" dt="2025-11-29T22:16:55.022" v="123"/>
          <ac:spMkLst>
            <pc:docMk/>
            <pc:sldMk cId="0" sldId="256"/>
            <ac:spMk id="3227" creationId="{070F5087-1AF0-ECB2-235B-EC45535AFA72}"/>
          </ac:spMkLst>
        </pc:spChg>
        <pc:spChg chg="mod">
          <ac:chgData name="(20102772) Malgorzata Victor" userId="7fb174c8-8e8e-4f34-9d71-e72d03f937b6" providerId="ADAL" clId="{BFEEA2DA-0537-4515-AD30-0C62517D2A04}" dt="2025-11-29T22:16:55.022" v="123"/>
          <ac:spMkLst>
            <pc:docMk/>
            <pc:sldMk cId="0" sldId="256"/>
            <ac:spMk id="3239" creationId="{23960A02-759D-9725-011F-EDBAFD1F3392}"/>
          </ac:spMkLst>
        </pc:spChg>
        <pc:spChg chg="mod">
          <ac:chgData name="(20102772) Malgorzata Victor" userId="7fb174c8-8e8e-4f34-9d71-e72d03f937b6" providerId="ADAL" clId="{BFEEA2DA-0537-4515-AD30-0C62517D2A04}" dt="2025-11-29T22:34:18.606" v="198" actId="207"/>
          <ac:spMkLst>
            <pc:docMk/>
            <pc:sldMk cId="0" sldId="256"/>
            <ac:spMk id="3283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2:05:44.873" v="4793" actId="14100"/>
          <ac:spMkLst>
            <pc:docMk/>
            <pc:sldMk cId="0" sldId="256"/>
            <ac:spMk id="3284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45:46.244" v="518" actId="207"/>
          <ac:spMkLst>
            <pc:docMk/>
            <pc:sldMk cId="0" sldId="256"/>
            <ac:spMk id="3290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45:46.244" v="518" actId="207"/>
          <ac:spMkLst>
            <pc:docMk/>
            <pc:sldMk cId="0" sldId="256"/>
            <ac:spMk id="3291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45:46.244" v="518" actId="207"/>
          <ac:spMkLst>
            <pc:docMk/>
            <pc:sldMk cId="0" sldId="256"/>
            <ac:spMk id="3294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45:46.244" v="518" actId="207"/>
          <ac:spMkLst>
            <pc:docMk/>
            <pc:sldMk cId="0" sldId="256"/>
            <ac:spMk id="3295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46:17.528" v="524" actId="207"/>
          <ac:spMkLst>
            <pc:docMk/>
            <pc:sldMk cId="0" sldId="256"/>
            <ac:spMk id="3359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46:17.528" v="524" actId="207"/>
          <ac:spMkLst>
            <pc:docMk/>
            <pc:sldMk cId="0" sldId="256"/>
            <ac:spMk id="3361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46:17.528" v="524" actId="207"/>
          <ac:spMkLst>
            <pc:docMk/>
            <pc:sldMk cId="0" sldId="256"/>
            <ac:spMk id="3477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46:17.528" v="524" actId="207"/>
          <ac:spMkLst>
            <pc:docMk/>
            <pc:sldMk cId="0" sldId="256"/>
            <ac:spMk id="3479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46:17.528" v="524" actId="207"/>
          <ac:spMkLst>
            <pc:docMk/>
            <pc:sldMk cId="0" sldId="256"/>
            <ac:spMk id="3481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46:17.528" v="524" actId="207"/>
          <ac:spMkLst>
            <pc:docMk/>
            <pc:sldMk cId="0" sldId="256"/>
            <ac:spMk id="3483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46:17.528" v="524" actId="207"/>
          <ac:spMkLst>
            <pc:docMk/>
            <pc:sldMk cId="0" sldId="256"/>
            <ac:spMk id="3485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46:17.528" v="524" actId="207"/>
          <ac:spMkLst>
            <pc:docMk/>
            <pc:sldMk cId="0" sldId="256"/>
            <ac:spMk id="3491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46:17.528" v="524" actId="207"/>
          <ac:spMkLst>
            <pc:docMk/>
            <pc:sldMk cId="0" sldId="256"/>
            <ac:spMk id="3495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46:17.528" v="524" actId="207"/>
          <ac:spMkLst>
            <pc:docMk/>
            <pc:sldMk cId="0" sldId="256"/>
            <ac:spMk id="3497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16:55.022" v="123"/>
          <ac:spMkLst>
            <pc:docMk/>
            <pc:sldMk cId="0" sldId="256"/>
            <ac:spMk id="3541" creationId="{EA629568-0391-BDE5-311C-32A6BDB0D4E0}"/>
          </ac:spMkLst>
        </pc:spChg>
        <pc:spChg chg="mod">
          <ac:chgData name="(20102772) Malgorzata Victor" userId="7fb174c8-8e8e-4f34-9d71-e72d03f937b6" providerId="ADAL" clId="{BFEEA2DA-0537-4515-AD30-0C62517D2A04}" dt="2025-11-29T22:16:55.022" v="123"/>
          <ac:spMkLst>
            <pc:docMk/>
            <pc:sldMk cId="0" sldId="256"/>
            <ac:spMk id="3546" creationId="{E03750C0-6049-D451-D8E7-875A974F15C0}"/>
          </ac:spMkLst>
        </pc:spChg>
        <pc:spChg chg="mod">
          <ac:chgData name="(20102772) Malgorzata Victor" userId="7fb174c8-8e8e-4f34-9d71-e72d03f937b6" providerId="ADAL" clId="{BFEEA2DA-0537-4515-AD30-0C62517D2A04}" dt="2025-11-29T22:16:55.022" v="123"/>
          <ac:spMkLst>
            <pc:docMk/>
            <pc:sldMk cId="0" sldId="256"/>
            <ac:spMk id="3581" creationId="{70DCFF9D-E5E7-9017-3836-39039983DA60}"/>
          </ac:spMkLst>
        </pc:spChg>
        <pc:spChg chg="mod">
          <ac:chgData name="(20102772) Malgorzata Victor" userId="7fb174c8-8e8e-4f34-9d71-e72d03f937b6" providerId="ADAL" clId="{BFEEA2DA-0537-4515-AD30-0C62517D2A04}" dt="2025-11-29T22:16:55.022" v="123"/>
          <ac:spMkLst>
            <pc:docMk/>
            <pc:sldMk cId="0" sldId="256"/>
            <ac:spMk id="3621" creationId="{92CF0339-2F68-F7DD-8892-A0F61FBDFEC4}"/>
          </ac:spMkLst>
        </pc:spChg>
        <pc:spChg chg="mod">
          <ac:chgData name="(20102772) Malgorzata Victor" userId="7fb174c8-8e8e-4f34-9d71-e72d03f937b6" providerId="ADAL" clId="{BFEEA2DA-0537-4515-AD30-0C62517D2A04}" dt="2025-11-29T22:45:55.668" v="520" actId="571"/>
          <ac:spMkLst>
            <pc:docMk/>
            <pc:sldMk cId="0" sldId="256"/>
            <ac:spMk id="3682" creationId="{04523A8E-721D-DEB4-6479-3EFE6CB91A1E}"/>
          </ac:spMkLst>
        </pc:spChg>
        <pc:spChg chg="mod">
          <ac:chgData name="(20102772) Malgorzata Victor" userId="7fb174c8-8e8e-4f34-9d71-e72d03f937b6" providerId="ADAL" clId="{BFEEA2DA-0537-4515-AD30-0C62517D2A04}" dt="2025-11-29T22:45:55.668" v="520" actId="571"/>
          <ac:spMkLst>
            <pc:docMk/>
            <pc:sldMk cId="0" sldId="256"/>
            <ac:spMk id="3691" creationId="{66A974E5-F813-0B7D-6821-43D2B50F5973}"/>
          </ac:spMkLst>
        </pc:spChg>
        <pc:spChg chg="mod">
          <ac:chgData name="(20102772) Malgorzata Victor" userId="7fb174c8-8e8e-4f34-9d71-e72d03f937b6" providerId="ADAL" clId="{BFEEA2DA-0537-4515-AD30-0C62517D2A04}" dt="2025-11-29T22:45:55.668" v="520" actId="571"/>
          <ac:spMkLst>
            <pc:docMk/>
            <pc:sldMk cId="0" sldId="256"/>
            <ac:spMk id="3693" creationId="{1C8C6F1B-2B2A-0D46-B720-DB91FB873701}"/>
          </ac:spMkLst>
        </pc:spChg>
        <pc:spChg chg="mod">
          <ac:chgData name="(20102772) Malgorzata Victor" userId="7fb174c8-8e8e-4f34-9d71-e72d03f937b6" providerId="ADAL" clId="{BFEEA2DA-0537-4515-AD30-0C62517D2A04}" dt="2025-11-29T22:45:55.668" v="520" actId="571"/>
          <ac:spMkLst>
            <pc:docMk/>
            <pc:sldMk cId="0" sldId="256"/>
            <ac:spMk id="3697" creationId="{D585BA6E-2E4F-066F-D4E9-394C8E534BE3}"/>
          </ac:spMkLst>
        </pc:spChg>
        <pc:spChg chg="mod">
          <ac:chgData name="(20102772) Malgorzata Victor" userId="7fb174c8-8e8e-4f34-9d71-e72d03f937b6" providerId="ADAL" clId="{BFEEA2DA-0537-4515-AD30-0C62517D2A04}" dt="2025-11-29T22:45:55.668" v="520" actId="571"/>
          <ac:spMkLst>
            <pc:docMk/>
            <pc:sldMk cId="0" sldId="256"/>
            <ac:spMk id="3774" creationId="{2F1EDB06-6D21-B445-AB71-AA2E10D430BE}"/>
          </ac:spMkLst>
        </pc:spChg>
        <pc:spChg chg="mod">
          <ac:chgData name="(20102772) Malgorzata Victor" userId="7fb174c8-8e8e-4f34-9d71-e72d03f937b6" providerId="ADAL" clId="{BFEEA2DA-0537-4515-AD30-0C62517D2A04}" dt="2025-11-29T22:45:55.668" v="520" actId="571"/>
          <ac:spMkLst>
            <pc:docMk/>
            <pc:sldMk cId="0" sldId="256"/>
            <ac:spMk id="3795" creationId="{CB8DBDC9-E3E4-1A5E-FE04-EDE283D42F87}"/>
          </ac:spMkLst>
        </pc:spChg>
        <pc:spChg chg="mod">
          <ac:chgData name="(20102772) Malgorzata Victor" userId="7fb174c8-8e8e-4f34-9d71-e72d03f937b6" providerId="ADAL" clId="{BFEEA2DA-0537-4515-AD30-0C62517D2A04}" dt="2025-11-29T22:45:55.668" v="520" actId="571"/>
          <ac:spMkLst>
            <pc:docMk/>
            <pc:sldMk cId="0" sldId="256"/>
            <ac:spMk id="3799" creationId="{F41A77E2-1A23-7FA7-BF91-BED3F6615169}"/>
          </ac:spMkLst>
        </pc:spChg>
        <pc:spChg chg="mod">
          <ac:chgData name="(20102772) Malgorzata Victor" userId="7fb174c8-8e8e-4f34-9d71-e72d03f937b6" providerId="ADAL" clId="{BFEEA2DA-0537-4515-AD30-0C62517D2A04}" dt="2025-11-29T22:45:55.668" v="520" actId="571"/>
          <ac:spMkLst>
            <pc:docMk/>
            <pc:sldMk cId="0" sldId="256"/>
            <ac:spMk id="3819" creationId="{E7ED46C2-C4C9-9C13-A281-1D24C4698467}"/>
          </ac:spMkLst>
        </pc:spChg>
        <pc:spChg chg="mod">
          <ac:chgData name="(20102772) Malgorzata Victor" userId="7fb174c8-8e8e-4f34-9d71-e72d03f937b6" providerId="ADAL" clId="{BFEEA2DA-0537-4515-AD30-0C62517D2A04}" dt="2025-11-29T22:45:55.668" v="520" actId="571"/>
          <ac:spMkLst>
            <pc:docMk/>
            <pc:sldMk cId="0" sldId="256"/>
            <ac:spMk id="3847" creationId="{09CC8427-0AAD-C796-B3EA-6BFBDC330B83}"/>
          </ac:spMkLst>
        </pc:spChg>
        <pc:spChg chg="mod">
          <ac:chgData name="(20102772) Malgorzata Victor" userId="7fb174c8-8e8e-4f34-9d71-e72d03f937b6" providerId="ADAL" clId="{BFEEA2DA-0537-4515-AD30-0C62517D2A04}" dt="2025-11-29T22:45:55.668" v="520" actId="571"/>
          <ac:spMkLst>
            <pc:docMk/>
            <pc:sldMk cId="0" sldId="256"/>
            <ac:spMk id="3859" creationId="{7EA574F5-F97A-9A9E-6DB8-221C292EDCE3}"/>
          </ac:spMkLst>
        </pc:spChg>
        <pc:grpChg chg="mod">
          <ac:chgData name="(20102772) Malgorzata Victor" userId="7fb174c8-8e8e-4f34-9d71-e72d03f937b6" providerId="ADAL" clId="{BFEEA2DA-0537-4515-AD30-0C62517D2A04}" dt="2025-11-29T22:45:57.053" v="522" actId="1076"/>
          <ac:grpSpMkLst>
            <pc:docMk/>
            <pc:sldMk cId="0" sldId="256"/>
            <ac:grpSpMk id="3285" creationId="{00000000-0000-0000-0000-000000000000}"/>
          </ac:grpSpMkLst>
        </pc:grpChg>
        <pc:picChg chg="add del mod">
          <ac:chgData name="(20102772) Malgorzata Victor" userId="7fb174c8-8e8e-4f34-9d71-e72d03f937b6" providerId="ADAL" clId="{BFEEA2DA-0537-4515-AD30-0C62517D2A04}" dt="2025-11-29T22:13:41.148" v="43" actId="478"/>
          <ac:picMkLst>
            <pc:docMk/>
            <pc:sldMk cId="0" sldId="256"/>
            <ac:picMk id="2" creationId="{28A3CE41-FAD2-91C5-5129-D6E0DD5CF0AB}"/>
          </ac:picMkLst>
        </pc:picChg>
        <pc:picChg chg="del">
          <ac:chgData name="(20102772) Malgorzata Victor" userId="7fb174c8-8e8e-4f34-9d71-e72d03f937b6" providerId="ADAL" clId="{BFEEA2DA-0537-4515-AD30-0C62517D2A04}" dt="2025-11-29T22:08:17.721" v="0" actId="478"/>
          <ac:picMkLst>
            <pc:docMk/>
            <pc:sldMk cId="0" sldId="256"/>
            <ac:picMk id="3517" creationId="{00000000-0000-0000-0000-000000000000}"/>
          </ac:picMkLst>
        </pc:picChg>
      </pc:sldChg>
      <pc:sldChg chg="addSp delSp modSp mod modTransition">
        <pc:chgData name="(20102772) Malgorzata Victor" userId="7fb174c8-8e8e-4f34-9d71-e72d03f937b6" providerId="ADAL" clId="{BFEEA2DA-0537-4515-AD30-0C62517D2A04}" dt="2025-11-30T00:38:23.952" v="3289" actId="404"/>
        <pc:sldMkLst>
          <pc:docMk/>
          <pc:sldMk cId="0" sldId="257"/>
        </pc:sldMkLst>
        <pc:spChg chg="mod">
          <ac:chgData name="(20102772) Malgorzata Victor" userId="7fb174c8-8e8e-4f34-9d71-e72d03f937b6" providerId="ADAL" clId="{BFEEA2DA-0537-4515-AD30-0C62517D2A04}" dt="2025-11-29T22:32:03.650" v="124"/>
          <ac:spMkLst>
            <pc:docMk/>
            <pc:sldMk cId="0" sldId="257"/>
            <ac:spMk id="41" creationId="{4450AF52-9F39-0127-1FD6-A8EA7FE11F03}"/>
          </ac:spMkLst>
        </pc:spChg>
        <pc:spChg chg="mod">
          <ac:chgData name="(20102772) Malgorzata Victor" userId="7fb174c8-8e8e-4f34-9d71-e72d03f937b6" providerId="ADAL" clId="{BFEEA2DA-0537-4515-AD30-0C62517D2A04}" dt="2025-11-29T22:32:03.650" v="124"/>
          <ac:spMkLst>
            <pc:docMk/>
            <pc:sldMk cId="0" sldId="257"/>
            <ac:spMk id="3533" creationId="{C2F3F203-63A1-8944-57F8-9766B5C21B7F}"/>
          </ac:spMkLst>
        </pc:spChg>
        <pc:spChg chg="mod">
          <ac:chgData name="(20102772) Malgorzata Victor" userId="7fb174c8-8e8e-4f34-9d71-e72d03f937b6" providerId="ADAL" clId="{BFEEA2DA-0537-4515-AD30-0C62517D2A04}" dt="2025-11-29T23:15:02.442" v="1219" actId="1036"/>
          <ac:spMkLst>
            <pc:docMk/>
            <pc:sldMk cId="0" sldId="257"/>
            <ac:spMk id="3543" creationId="{00000000-0000-0000-0000-000000000000}"/>
          </ac:spMkLst>
        </pc:spChg>
        <pc:spChg chg="del mod">
          <ac:chgData name="(20102772) Malgorzata Victor" userId="7fb174c8-8e8e-4f34-9d71-e72d03f937b6" providerId="ADAL" clId="{BFEEA2DA-0537-4515-AD30-0C62517D2A04}" dt="2025-11-29T23:35:55.918" v="1743" actId="478"/>
          <ac:spMkLst>
            <pc:docMk/>
            <pc:sldMk cId="0" sldId="257"/>
            <ac:spMk id="3544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3:39:33.220" v="1971" actId="20577"/>
          <ac:spMkLst>
            <pc:docMk/>
            <pc:sldMk cId="0" sldId="257"/>
            <ac:spMk id="3546" creationId="{00000000-0000-0000-0000-000000000000}"/>
          </ac:spMkLst>
        </pc:spChg>
        <pc:spChg chg="del">
          <ac:chgData name="(20102772) Malgorzata Victor" userId="7fb174c8-8e8e-4f34-9d71-e72d03f937b6" providerId="ADAL" clId="{BFEEA2DA-0537-4515-AD30-0C62517D2A04}" dt="2025-11-29T22:38:17.997" v="233" actId="478"/>
          <ac:spMkLst>
            <pc:docMk/>
            <pc:sldMk cId="0" sldId="257"/>
            <ac:spMk id="3547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2:32:03.650" v="124"/>
          <ac:spMkLst>
            <pc:docMk/>
            <pc:sldMk cId="0" sldId="257"/>
            <ac:spMk id="3783" creationId="{3DE4489B-833A-7337-1834-4495C324D93E}"/>
          </ac:spMkLst>
        </pc:spChg>
        <pc:spChg chg="mod">
          <ac:chgData name="(20102772) Malgorzata Victor" userId="7fb174c8-8e8e-4f34-9d71-e72d03f937b6" providerId="ADAL" clId="{BFEEA2DA-0537-4515-AD30-0C62517D2A04}" dt="2025-11-29T22:32:03.650" v="124"/>
          <ac:spMkLst>
            <pc:docMk/>
            <pc:sldMk cId="0" sldId="257"/>
            <ac:spMk id="3830" creationId="{346BA1D1-BF03-24C1-42DC-AE2B02E6CC26}"/>
          </ac:spMkLst>
        </pc:spChg>
        <pc:spChg chg="mod">
          <ac:chgData name="(20102772) Malgorzata Victor" userId="7fb174c8-8e8e-4f34-9d71-e72d03f937b6" providerId="ADAL" clId="{BFEEA2DA-0537-4515-AD30-0C62517D2A04}" dt="2025-11-29T22:32:03.650" v="124"/>
          <ac:spMkLst>
            <pc:docMk/>
            <pc:sldMk cId="0" sldId="257"/>
            <ac:spMk id="3864" creationId="{876A253C-89EB-6C1E-04D5-666C49207CED}"/>
          </ac:spMkLst>
        </pc:spChg>
        <pc:spChg chg="mod">
          <ac:chgData name="(20102772) Malgorzata Victor" userId="7fb174c8-8e8e-4f34-9d71-e72d03f937b6" providerId="ADAL" clId="{BFEEA2DA-0537-4515-AD30-0C62517D2A04}" dt="2025-11-29T22:32:03.650" v="124"/>
          <ac:spMkLst>
            <pc:docMk/>
            <pc:sldMk cId="0" sldId="257"/>
            <ac:spMk id="3866" creationId="{D315BE8A-0836-677E-F3D0-0059F6B18D89}"/>
          </ac:spMkLst>
        </pc:spChg>
        <pc:spChg chg="mod">
          <ac:chgData name="(20102772) Malgorzata Victor" userId="7fb174c8-8e8e-4f34-9d71-e72d03f937b6" providerId="ADAL" clId="{BFEEA2DA-0537-4515-AD30-0C62517D2A04}" dt="2025-11-29T22:32:03.650" v="124"/>
          <ac:spMkLst>
            <pc:docMk/>
            <pc:sldMk cId="0" sldId="257"/>
            <ac:spMk id="3893" creationId="{0031C63F-72D5-204A-C4E7-8A958260DC68}"/>
          </ac:spMkLst>
        </pc:spChg>
        <pc:spChg chg="mod">
          <ac:chgData name="(20102772) Malgorzata Victor" userId="7fb174c8-8e8e-4f34-9d71-e72d03f937b6" providerId="ADAL" clId="{BFEEA2DA-0537-4515-AD30-0C62517D2A04}" dt="2025-11-29T22:32:03.650" v="124"/>
          <ac:spMkLst>
            <pc:docMk/>
            <pc:sldMk cId="0" sldId="257"/>
            <ac:spMk id="3899" creationId="{91A3D344-C70B-9612-8CF2-AE631DBA02B4}"/>
          </ac:spMkLst>
        </pc:spChg>
        <pc:spChg chg="mod">
          <ac:chgData name="(20102772) Malgorzata Victor" userId="7fb174c8-8e8e-4f34-9d71-e72d03f937b6" providerId="ADAL" clId="{BFEEA2DA-0537-4515-AD30-0C62517D2A04}" dt="2025-11-29T22:32:03.650" v="124"/>
          <ac:spMkLst>
            <pc:docMk/>
            <pc:sldMk cId="0" sldId="257"/>
            <ac:spMk id="3904" creationId="{5CBB36D3-CBA0-ADA8-5A43-A05CC2BD1BFD}"/>
          </ac:spMkLst>
        </pc:spChg>
        <pc:spChg chg="mod">
          <ac:chgData name="(20102772) Malgorzata Victor" userId="7fb174c8-8e8e-4f34-9d71-e72d03f937b6" providerId="ADAL" clId="{BFEEA2DA-0537-4515-AD30-0C62517D2A04}" dt="2025-11-29T22:32:03.650" v="124"/>
          <ac:spMkLst>
            <pc:docMk/>
            <pc:sldMk cId="0" sldId="257"/>
            <ac:spMk id="3915" creationId="{22418A12-7084-1410-F95E-0151011AFEB2}"/>
          </ac:spMkLst>
        </pc:spChg>
        <pc:spChg chg="add del mod">
          <ac:chgData name="(20102772) Malgorzata Victor" userId="7fb174c8-8e8e-4f34-9d71-e72d03f937b6" providerId="ADAL" clId="{BFEEA2DA-0537-4515-AD30-0C62517D2A04}" dt="2025-11-29T22:47:55.733" v="563" actId="478"/>
          <ac:spMkLst>
            <pc:docMk/>
            <pc:sldMk cId="0" sldId="257"/>
            <ac:spMk id="3928" creationId="{8E6FDB37-23F1-9E70-D79F-FD37E8737E71}"/>
          </ac:spMkLst>
        </pc:spChg>
        <pc:spChg chg="add mod topLvl">
          <ac:chgData name="(20102772) Malgorzata Victor" userId="7fb174c8-8e8e-4f34-9d71-e72d03f937b6" providerId="ADAL" clId="{BFEEA2DA-0537-4515-AD30-0C62517D2A04}" dt="2025-11-29T23:07:13.608" v="1136" actId="164"/>
          <ac:spMkLst>
            <pc:docMk/>
            <pc:sldMk cId="0" sldId="257"/>
            <ac:spMk id="3936" creationId="{4159D84A-9D16-1CCF-7051-66E9D9DB7C00}"/>
          </ac:spMkLst>
        </pc:spChg>
        <pc:spChg chg="add mod topLvl">
          <ac:chgData name="(20102772) Malgorzata Victor" userId="7fb174c8-8e8e-4f34-9d71-e72d03f937b6" providerId="ADAL" clId="{BFEEA2DA-0537-4515-AD30-0C62517D2A04}" dt="2025-11-29T23:07:09.640" v="1132" actId="164"/>
          <ac:spMkLst>
            <pc:docMk/>
            <pc:sldMk cId="0" sldId="257"/>
            <ac:spMk id="3937" creationId="{F9AF445C-5D81-B58D-31A1-BC235561B120}"/>
          </ac:spMkLst>
        </pc:spChg>
        <pc:spChg chg="add mod topLvl">
          <ac:chgData name="(20102772) Malgorzata Victor" userId="7fb174c8-8e8e-4f34-9d71-e72d03f937b6" providerId="ADAL" clId="{BFEEA2DA-0537-4515-AD30-0C62517D2A04}" dt="2025-11-29T23:07:11.354" v="1133" actId="164"/>
          <ac:spMkLst>
            <pc:docMk/>
            <pc:sldMk cId="0" sldId="257"/>
            <ac:spMk id="3938" creationId="{6962C187-9948-F9BB-FF8F-F483C5C8DCC1}"/>
          </ac:spMkLst>
        </pc:spChg>
        <pc:spChg chg="add mod topLvl">
          <ac:chgData name="(20102772) Malgorzata Victor" userId="7fb174c8-8e8e-4f34-9d71-e72d03f937b6" providerId="ADAL" clId="{BFEEA2DA-0537-4515-AD30-0C62517D2A04}" dt="2025-11-29T23:07:14.482" v="1137" actId="164"/>
          <ac:spMkLst>
            <pc:docMk/>
            <pc:sldMk cId="0" sldId="257"/>
            <ac:spMk id="3939" creationId="{7E3B6734-13B0-926D-C578-A6F08A075622}"/>
          </ac:spMkLst>
        </pc:spChg>
        <pc:spChg chg="add mod topLvl">
          <ac:chgData name="(20102772) Malgorzata Victor" userId="7fb174c8-8e8e-4f34-9d71-e72d03f937b6" providerId="ADAL" clId="{BFEEA2DA-0537-4515-AD30-0C62517D2A04}" dt="2025-11-29T23:34:54.173" v="1722" actId="338"/>
          <ac:spMkLst>
            <pc:docMk/>
            <pc:sldMk cId="0" sldId="257"/>
            <ac:spMk id="3940" creationId="{869C7AB9-4FB8-DF66-ACFA-8DD54AE96683}"/>
          </ac:spMkLst>
        </pc:spChg>
        <pc:spChg chg="add mod">
          <ac:chgData name="(20102772) Malgorzata Victor" userId="7fb174c8-8e8e-4f34-9d71-e72d03f937b6" providerId="ADAL" clId="{BFEEA2DA-0537-4515-AD30-0C62517D2A04}" dt="2025-11-29T23:51:52.310" v="2371" actId="403"/>
          <ac:spMkLst>
            <pc:docMk/>
            <pc:sldMk cId="0" sldId="257"/>
            <ac:spMk id="3943" creationId="{DA14DE7E-980B-DBA8-B77F-135708FE5E0E}"/>
          </ac:spMkLst>
        </pc:spChg>
        <pc:spChg chg="add mod">
          <ac:chgData name="(20102772) Malgorzata Victor" userId="7fb174c8-8e8e-4f34-9d71-e72d03f937b6" providerId="ADAL" clId="{BFEEA2DA-0537-4515-AD30-0C62517D2A04}" dt="2025-11-29T23:51:52.310" v="2371" actId="403"/>
          <ac:spMkLst>
            <pc:docMk/>
            <pc:sldMk cId="0" sldId="257"/>
            <ac:spMk id="3944" creationId="{C3A040AB-79F6-A306-3DBB-7FB960B3B08C}"/>
          </ac:spMkLst>
        </pc:spChg>
        <pc:spChg chg="add mod">
          <ac:chgData name="(20102772) Malgorzata Victor" userId="7fb174c8-8e8e-4f34-9d71-e72d03f937b6" providerId="ADAL" clId="{BFEEA2DA-0537-4515-AD30-0C62517D2A04}" dt="2025-11-29T23:51:52.310" v="2371" actId="403"/>
          <ac:spMkLst>
            <pc:docMk/>
            <pc:sldMk cId="0" sldId="257"/>
            <ac:spMk id="3945" creationId="{1FD67B73-CBA6-738D-C16E-AD826FC66C0A}"/>
          </ac:spMkLst>
        </pc:spChg>
        <pc:spChg chg="add mod">
          <ac:chgData name="(20102772) Malgorzata Victor" userId="7fb174c8-8e8e-4f34-9d71-e72d03f937b6" providerId="ADAL" clId="{BFEEA2DA-0537-4515-AD30-0C62517D2A04}" dt="2025-11-29T23:51:52.310" v="2371" actId="403"/>
          <ac:spMkLst>
            <pc:docMk/>
            <pc:sldMk cId="0" sldId="257"/>
            <ac:spMk id="3946" creationId="{F11FE2DD-9B96-69E8-EBC6-473FED0FF66E}"/>
          </ac:spMkLst>
        </pc:spChg>
        <pc:spChg chg="add mod">
          <ac:chgData name="(20102772) Malgorzata Victor" userId="7fb174c8-8e8e-4f34-9d71-e72d03f937b6" providerId="ADAL" clId="{BFEEA2DA-0537-4515-AD30-0C62517D2A04}" dt="2025-11-29T23:51:52.310" v="2371" actId="403"/>
          <ac:spMkLst>
            <pc:docMk/>
            <pc:sldMk cId="0" sldId="257"/>
            <ac:spMk id="3947" creationId="{23ED8457-D887-2F6B-9418-D864A7B80471}"/>
          </ac:spMkLst>
        </pc:spChg>
        <pc:spChg chg="add del mod ord topLvl">
          <ac:chgData name="(20102772) Malgorzata Victor" userId="7fb174c8-8e8e-4f34-9d71-e72d03f937b6" providerId="ADAL" clId="{BFEEA2DA-0537-4515-AD30-0C62517D2A04}" dt="2025-11-29T23:36:13.031" v="1794" actId="478"/>
          <ac:spMkLst>
            <pc:docMk/>
            <pc:sldMk cId="0" sldId="257"/>
            <ac:spMk id="3958" creationId="{6F8E01B5-5FDB-4C07-EF2D-BF823EC02D39}"/>
          </ac:spMkLst>
        </pc:spChg>
        <pc:spChg chg="mod">
          <ac:chgData name="(20102772) Malgorzata Victor" userId="7fb174c8-8e8e-4f34-9d71-e72d03f937b6" providerId="ADAL" clId="{BFEEA2DA-0537-4515-AD30-0C62517D2A04}" dt="2025-11-29T23:12:59.652" v="1179"/>
          <ac:spMkLst>
            <pc:docMk/>
            <pc:sldMk cId="0" sldId="257"/>
            <ac:spMk id="4005" creationId="{A0EE5923-D233-A0B0-5E2A-F55C58A61044}"/>
          </ac:spMkLst>
        </pc:spChg>
        <pc:spChg chg="mod">
          <ac:chgData name="(20102772) Malgorzata Victor" userId="7fb174c8-8e8e-4f34-9d71-e72d03f937b6" providerId="ADAL" clId="{BFEEA2DA-0537-4515-AD30-0C62517D2A04}" dt="2025-11-29T23:12:59.652" v="1179"/>
          <ac:spMkLst>
            <pc:docMk/>
            <pc:sldMk cId="0" sldId="257"/>
            <ac:spMk id="4065" creationId="{16139434-6652-0313-A737-8FF19BB1E1B3}"/>
          </ac:spMkLst>
        </pc:spChg>
        <pc:spChg chg="mod">
          <ac:chgData name="(20102772) Malgorzata Victor" userId="7fb174c8-8e8e-4f34-9d71-e72d03f937b6" providerId="ADAL" clId="{BFEEA2DA-0537-4515-AD30-0C62517D2A04}" dt="2025-11-29T23:12:59.652" v="1179"/>
          <ac:spMkLst>
            <pc:docMk/>
            <pc:sldMk cId="0" sldId="257"/>
            <ac:spMk id="4081" creationId="{F913D8AE-73C0-5E70-60A2-1C9BB2A28031}"/>
          </ac:spMkLst>
        </pc:spChg>
        <pc:spChg chg="mod">
          <ac:chgData name="(20102772) Malgorzata Victor" userId="7fb174c8-8e8e-4f34-9d71-e72d03f937b6" providerId="ADAL" clId="{BFEEA2DA-0537-4515-AD30-0C62517D2A04}" dt="2025-11-29T23:12:59.652" v="1179"/>
          <ac:spMkLst>
            <pc:docMk/>
            <pc:sldMk cId="0" sldId="257"/>
            <ac:spMk id="4082" creationId="{4197D08A-A04A-D191-C887-68E5F8349F67}"/>
          </ac:spMkLst>
        </pc:spChg>
        <pc:spChg chg="mod">
          <ac:chgData name="(20102772) Malgorzata Victor" userId="7fb174c8-8e8e-4f34-9d71-e72d03f937b6" providerId="ADAL" clId="{BFEEA2DA-0537-4515-AD30-0C62517D2A04}" dt="2025-11-29T23:12:59.652" v="1179"/>
          <ac:spMkLst>
            <pc:docMk/>
            <pc:sldMk cId="0" sldId="257"/>
            <ac:spMk id="4143" creationId="{B8A0EC2D-2939-832F-52C5-0D173A09830F}"/>
          </ac:spMkLst>
        </pc:spChg>
        <pc:spChg chg="mod">
          <ac:chgData name="(20102772) Malgorzata Victor" userId="7fb174c8-8e8e-4f34-9d71-e72d03f937b6" providerId="ADAL" clId="{BFEEA2DA-0537-4515-AD30-0C62517D2A04}" dt="2025-11-29T23:12:59.652" v="1179"/>
          <ac:spMkLst>
            <pc:docMk/>
            <pc:sldMk cId="0" sldId="257"/>
            <ac:spMk id="4146" creationId="{5768E242-D58C-4194-B708-554747ED5791}"/>
          </ac:spMkLst>
        </pc:spChg>
        <pc:spChg chg="mod">
          <ac:chgData name="(20102772) Malgorzata Victor" userId="7fb174c8-8e8e-4f34-9d71-e72d03f937b6" providerId="ADAL" clId="{BFEEA2DA-0537-4515-AD30-0C62517D2A04}" dt="2025-11-29T23:12:59.652" v="1179"/>
          <ac:spMkLst>
            <pc:docMk/>
            <pc:sldMk cId="0" sldId="257"/>
            <ac:spMk id="4170" creationId="{B7819895-5A34-8434-4B28-F6C62499F941}"/>
          </ac:spMkLst>
        </pc:spChg>
        <pc:spChg chg="mod">
          <ac:chgData name="(20102772) Malgorzata Victor" userId="7fb174c8-8e8e-4f34-9d71-e72d03f937b6" providerId="ADAL" clId="{BFEEA2DA-0537-4515-AD30-0C62517D2A04}" dt="2025-11-29T23:12:59.652" v="1179"/>
          <ac:spMkLst>
            <pc:docMk/>
            <pc:sldMk cId="0" sldId="257"/>
            <ac:spMk id="4173" creationId="{F6FD2FF4-74A3-9D1A-A358-E70120F9AEB7}"/>
          </ac:spMkLst>
        </pc:spChg>
        <pc:spChg chg="mod">
          <ac:chgData name="(20102772) Malgorzata Victor" userId="7fb174c8-8e8e-4f34-9d71-e72d03f937b6" providerId="ADAL" clId="{BFEEA2DA-0537-4515-AD30-0C62517D2A04}" dt="2025-11-29T23:12:59.652" v="1179"/>
          <ac:spMkLst>
            <pc:docMk/>
            <pc:sldMk cId="0" sldId="257"/>
            <ac:spMk id="4181" creationId="{0E8CAA29-20B1-4E73-7E43-6394217B0E84}"/>
          </ac:spMkLst>
        </pc:spChg>
        <pc:spChg chg="mod">
          <ac:chgData name="(20102772) Malgorzata Victor" userId="7fb174c8-8e8e-4f34-9d71-e72d03f937b6" providerId="ADAL" clId="{BFEEA2DA-0537-4515-AD30-0C62517D2A04}" dt="2025-11-29T23:12:59.652" v="1179"/>
          <ac:spMkLst>
            <pc:docMk/>
            <pc:sldMk cId="0" sldId="257"/>
            <ac:spMk id="4195" creationId="{2F92B5C2-2994-563D-0C29-D29EC09CE656}"/>
          </ac:spMkLst>
        </pc:spChg>
        <pc:spChg chg="add mod">
          <ac:chgData name="(20102772) Malgorzata Victor" userId="7fb174c8-8e8e-4f34-9d71-e72d03f937b6" providerId="ADAL" clId="{BFEEA2DA-0537-4515-AD30-0C62517D2A04}" dt="2025-11-29T23:27:32.965" v="1581"/>
          <ac:spMkLst>
            <pc:docMk/>
            <pc:sldMk cId="0" sldId="257"/>
            <ac:spMk id="4197" creationId="{E8ADC4DF-F021-2912-66A4-1D2690D50623}"/>
          </ac:spMkLst>
        </pc:spChg>
        <pc:spChg chg="add del mod">
          <ac:chgData name="(20102772) Malgorzata Victor" userId="7fb174c8-8e8e-4f34-9d71-e72d03f937b6" providerId="ADAL" clId="{BFEEA2DA-0537-4515-AD30-0C62517D2A04}" dt="2025-11-29T23:35:57.541" v="1744" actId="478"/>
          <ac:spMkLst>
            <pc:docMk/>
            <pc:sldMk cId="0" sldId="257"/>
            <ac:spMk id="4201" creationId="{028B2630-B4AE-63D2-4473-A8983CDE72F3}"/>
          </ac:spMkLst>
        </pc:spChg>
        <pc:spChg chg="add mod">
          <ac:chgData name="(20102772) Malgorzata Victor" userId="7fb174c8-8e8e-4f34-9d71-e72d03f937b6" providerId="ADAL" clId="{BFEEA2DA-0537-4515-AD30-0C62517D2A04}" dt="2025-11-30T00:38:23.952" v="3289" actId="404"/>
          <ac:spMkLst>
            <pc:docMk/>
            <pc:sldMk cId="0" sldId="257"/>
            <ac:spMk id="4202" creationId="{9E47A7CA-FB10-80FD-CC03-FE26C4CC19EE}"/>
          </ac:spMkLst>
        </pc:spChg>
        <pc:spChg chg="add del mod">
          <ac:chgData name="(20102772) Malgorzata Victor" userId="7fb174c8-8e8e-4f34-9d71-e72d03f937b6" providerId="ADAL" clId="{BFEEA2DA-0537-4515-AD30-0C62517D2A04}" dt="2025-11-29T23:51:44.909" v="2369" actId="478"/>
          <ac:spMkLst>
            <pc:docMk/>
            <pc:sldMk cId="0" sldId="257"/>
            <ac:spMk id="4203" creationId="{E6CB82B2-D9D7-FE1D-7D8C-9EAF11280D77}"/>
          </ac:spMkLst>
        </pc:spChg>
        <pc:grpChg chg="mod">
          <ac:chgData name="(20102772) Malgorzata Victor" userId="7fb174c8-8e8e-4f34-9d71-e72d03f937b6" providerId="ADAL" clId="{BFEEA2DA-0537-4515-AD30-0C62517D2A04}" dt="2025-11-29T22:32:11.644" v="127" actId="1076"/>
          <ac:grpSpMkLst>
            <pc:docMk/>
            <pc:sldMk cId="0" sldId="257"/>
            <ac:grpSpMk id="2" creationId="{CDAEE210-86A6-2A9D-166D-710431EB9ED0}"/>
          </ac:grpSpMkLst>
        </pc:grpChg>
        <pc:grpChg chg="del">
          <ac:chgData name="(20102772) Malgorzata Victor" userId="7fb174c8-8e8e-4f34-9d71-e72d03f937b6" providerId="ADAL" clId="{BFEEA2DA-0537-4515-AD30-0C62517D2A04}" dt="2025-11-29T22:16:52.445" v="121" actId="478"/>
          <ac:grpSpMkLst>
            <pc:docMk/>
            <pc:sldMk cId="0" sldId="257"/>
            <ac:grpSpMk id="3548" creationId="{00000000-0000-0000-0000-000000000000}"/>
          </ac:grpSpMkLst>
        </pc:grpChg>
        <pc:grpChg chg="add del mod">
          <ac:chgData name="(20102772) Malgorzata Victor" userId="7fb174c8-8e8e-4f34-9d71-e72d03f937b6" providerId="ADAL" clId="{BFEEA2DA-0537-4515-AD30-0C62517D2A04}" dt="2025-11-29T22:50:54.522" v="630" actId="165"/>
          <ac:grpSpMkLst>
            <pc:docMk/>
            <pc:sldMk cId="0" sldId="257"/>
            <ac:grpSpMk id="3941" creationId="{792F3BC1-F8DA-1F96-7389-3A1F76928CAF}"/>
          </ac:grpSpMkLst>
        </pc:grpChg>
        <pc:grpChg chg="add mod">
          <ac:chgData name="(20102772) Malgorzata Victor" userId="7fb174c8-8e8e-4f34-9d71-e72d03f937b6" providerId="ADAL" clId="{BFEEA2DA-0537-4515-AD30-0C62517D2A04}" dt="2025-11-29T23:39:39.330" v="1995" actId="1036"/>
          <ac:grpSpMkLst>
            <pc:docMk/>
            <pc:sldMk cId="0" sldId="257"/>
            <ac:grpSpMk id="3959" creationId="{1ECB95EA-85B1-A7DC-55EB-38F88B38B3FB}"/>
          </ac:grpSpMkLst>
        </pc:grpChg>
        <pc:grpChg chg="add mod">
          <ac:chgData name="(20102772) Malgorzata Victor" userId="7fb174c8-8e8e-4f34-9d71-e72d03f937b6" providerId="ADAL" clId="{BFEEA2DA-0537-4515-AD30-0C62517D2A04}" dt="2025-11-29T23:39:39.330" v="1995" actId="1036"/>
          <ac:grpSpMkLst>
            <pc:docMk/>
            <pc:sldMk cId="0" sldId="257"/>
            <ac:grpSpMk id="3960" creationId="{6C9F1A30-3695-A59C-2517-7BBB3C07CCD6}"/>
          </ac:grpSpMkLst>
        </pc:grpChg>
        <pc:grpChg chg="add mod">
          <ac:chgData name="(20102772) Malgorzata Victor" userId="7fb174c8-8e8e-4f34-9d71-e72d03f937b6" providerId="ADAL" clId="{BFEEA2DA-0537-4515-AD30-0C62517D2A04}" dt="2025-11-29T23:39:39.330" v="1995" actId="1036"/>
          <ac:grpSpMkLst>
            <pc:docMk/>
            <pc:sldMk cId="0" sldId="257"/>
            <ac:grpSpMk id="3961" creationId="{86412A17-15E8-62FC-56A2-FF678F7051B7}"/>
          </ac:grpSpMkLst>
        </pc:grpChg>
        <pc:grpChg chg="add mod">
          <ac:chgData name="(20102772) Malgorzata Victor" userId="7fb174c8-8e8e-4f34-9d71-e72d03f937b6" providerId="ADAL" clId="{BFEEA2DA-0537-4515-AD30-0C62517D2A04}" dt="2025-11-29T23:39:39.330" v="1995" actId="1036"/>
          <ac:grpSpMkLst>
            <pc:docMk/>
            <pc:sldMk cId="0" sldId="257"/>
            <ac:grpSpMk id="3962" creationId="{B0EC5680-178D-B024-7463-83B2A2A06609}"/>
          </ac:grpSpMkLst>
        </pc:grpChg>
        <pc:grpChg chg="add del mod">
          <ac:chgData name="(20102772) Malgorzata Victor" userId="7fb174c8-8e8e-4f34-9d71-e72d03f937b6" providerId="ADAL" clId="{BFEEA2DA-0537-4515-AD30-0C62517D2A04}" dt="2025-11-29T23:34:47.191" v="1721" actId="165"/>
          <ac:grpSpMkLst>
            <pc:docMk/>
            <pc:sldMk cId="0" sldId="257"/>
            <ac:grpSpMk id="3963" creationId="{9488276C-CCE1-3384-EA22-A5CADF417449}"/>
          </ac:grpSpMkLst>
        </pc:grpChg>
        <pc:grpChg chg="mod">
          <ac:chgData name="(20102772) Malgorzata Victor" userId="7fb174c8-8e8e-4f34-9d71-e72d03f937b6" providerId="ADAL" clId="{BFEEA2DA-0537-4515-AD30-0C62517D2A04}" dt="2025-11-29T23:13:02.211" v="1180" actId="1076"/>
          <ac:grpSpMkLst>
            <pc:docMk/>
            <pc:sldMk cId="0" sldId="257"/>
            <ac:grpSpMk id="3964" creationId="{8C0084D6-4CCE-9952-F114-C4EC743763AD}"/>
          </ac:grpSpMkLst>
        </pc:grpChg>
        <pc:grpChg chg="add mod">
          <ac:chgData name="(20102772) Malgorzata Victor" userId="7fb174c8-8e8e-4f34-9d71-e72d03f937b6" providerId="ADAL" clId="{BFEEA2DA-0537-4515-AD30-0C62517D2A04}" dt="2025-11-29T23:39:39.330" v="1995" actId="1036"/>
          <ac:grpSpMkLst>
            <pc:docMk/>
            <pc:sldMk cId="0" sldId="257"/>
            <ac:grpSpMk id="4198" creationId="{C5573C7C-CE1C-A8F3-F9C6-2F455BAED01F}"/>
          </ac:grpSpMkLst>
        </pc:grpChg>
        <pc:grpChg chg="add del mod">
          <ac:chgData name="(20102772) Malgorzata Victor" userId="7fb174c8-8e8e-4f34-9d71-e72d03f937b6" providerId="ADAL" clId="{BFEEA2DA-0537-4515-AD30-0C62517D2A04}" dt="2025-11-29T23:36:07.409" v="1771" actId="165"/>
          <ac:grpSpMkLst>
            <pc:docMk/>
            <pc:sldMk cId="0" sldId="257"/>
            <ac:grpSpMk id="4199" creationId="{2E130D42-33B2-43A9-0AE8-F2431979A0AA}"/>
          </ac:grpSpMkLst>
        </pc:grpChg>
        <pc:graphicFrameChg chg="del mod modGraphic">
          <ac:chgData name="(20102772) Malgorzata Victor" userId="7fb174c8-8e8e-4f34-9d71-e72d03f937b6" providerId="ADAL" clId="{BFEEA2DA-0537-4515-AD30-0C62517D2A04}" dt="2025-11-29T22:55:06.666" v="723" actId="478"/>
          <ac:graphicFrameMkLst>
            <pc:docMk/>
            <pc:sldMk cId="0" sldId="257"/>
            <ac:graphicFrameMk id="3545" creationId="{00000000-0000-0000-0000-000000000000}"/>
          </ac:graphicFrameMkLst>
        </pc:graphicFrameChg>
        <pc:graphicFrameChg chg="add del mod topLvl modGraphic">
          <ac:chgData name="(20102772) Malgorzata Victor" userId="7fb174c8-8e8e-4f34-9d71-e72d03f937b6" providerId="ADAL" clId="{BFEEA2DA-0537-4515-AD30-0C62517D2A04}" dt="2025-11-29T23:51:06.595" v="2341" actId="478"/>
          <ac:graphicFrameMkLst>
            <pc:docMk/>
            <pc:sldMk cId="0" sldId="257"/>
            <ac:graphicFrameMk id="3929" creationId="{BFE860F8-FA79-9C21-340F-6399FA08D206}"/>
          </ac:graphicFrameMkLst>
        </pc:graphicFrameChg>
        <pc:graphicFrameChg chg="add mod">
          <ac:chgData name="(20102772) Malgorzata Victor" userId="7fb174c8-8e8e-4f34-9d71-e72d03f937b6" providerId="ADAL" clId="{BFEEA2DA-0537-4515-AD30-0C62517D2A04}" dt="2025-11-29T22:41:27.484" v="404"/>
          <ac:graphicFrameMkLst>
            <pc:docMk/>
            <pc:sldMk cId="0" sldId="257"/>
            <ac:graphicFrameMk id="3930" creationId="{52D73DEA-C00D-C9A7-4647-2B9ED95FA526}"/>
          </ac:graphicFrameMkLst>
        </pc:graphicFrameChg>
        <pc:picChg chg="add del mod">
          <ac:chgData name="(20102772) Malgorzata Victor" userId="7fb174c8-8e8e-4f34-9d71-e72d03f937b6" providerId="ADAL" clId="{BFEEA2DA-0537-4515-AD30-0C62517D2A04}" dt="2025-11-29T22:50:48.430" v="628" actId="478"/>
          <ac:picMkLst>
            <pc:docMk/>
            <pc:sldMk cId="0" sldId="257"/>
            <ac:picMk id="3931" creationId="{F2EB6AF7-6207-0C8F-F8BA-BDB368018AAF}"/>
          </ac:picMkLst>
        </pc:picChg>
        <pc:picChg chg="add del mod">
          <ac:chgData name="(20102772) Malgorzata Victor" userId="7fb174c8-8e8e-4f34-9d71-e72d03f937b6" providerId="ADAL" clId="{BFEEA2DA-0537-4515-AD30-0C62517D2A04}" dt="2025-11-29T22:50:48.430" v="628" actId="478"/>
          <ac:picMkLst>
            <pc:docMk/>
            <pc:sldMk cId="0" sldId="257"/>
            <ac:picMk id="3932" creationId="{D9B765CE-7C3F-A9EC-1863-A121741CC18D}"/>
          </ac:picMkLst>
        </pc:picChg>
        <pc:picChg chg="add del mod">
          <ac:chgData name="(20102772) Malgorzata Victor" userId="7fb174c8-8e8e-4f34-9d71-e72d03f937b6" providerId="ADAL" clId="{BFEEA2DA-0537-4515-AD30-0C62517D2A04}" dt="2025-11-29T22:50:48.430" v="628" actId="478"/>
          <ac:picMkLst>
            <pc:docMk/>
            <pc:sldMk cId="0" sldId="257"/>
            <ac:picMk id="3933" creationId="{DF5A91A2-747A-797C-FB8E-4840B61C6319}"/>
          </ac:picMkLst>
        </pc:picChg>
        <pc:picChg chg="add del mod">
          <ac:chgData name="(20102772) Malgorzata Victor" userId="7fb174c8-8e8e-4f34-9d71-e72d03f937b6" providerId="ADAL" clId="{BFEEA2DA-0537-4515-AD30-0C62517D2A04}" dt="2025-11-29T22:50:48.430" v="628" actId="478"/>
          <ac:picMkLst>
            <pc:docMk/>
            <pc:sldMk cId="0" sldId="257"/>
            <ac:picMk id="3934" creationId="{86CE83AE-838B-7DBC-89B9-5ABF31AD63BD}"/>
          </ac:picMkLst>
        </pc:picChg>
        <pc:picChg chg="add del mod">
          <ac:chgData name="(20102772) Malgorzata Victor" userId="7fb174c8-8e8e-4f34-9d71-e72d03f937b6" providerId="ADAL" clId="{BFEEA2DA-0537-4515-AD30-0C62517D2A04}" dt="2025-11-29T22:50:48.430" v="628" actId="478"/>
          <ac:picMkLst>
            <pc:docMk/>
            <pc:sldMk cId="0" sldId="257"/>
            <ac:picMk id="3935" creationId="{7A36399A-2695-28AE-7A57-1E8DCD61B95B}"/>
          </ac:picMkLst>
        </pc:picChg>
        <pc:picChg chg="add mod topLvl">
          <ac:chgData name="(20102772) Malgorzata Victor" userId="7fb174c8-8e8e-4f34-9d71-e72d03f937b6" providerId="ADAL" clId="{BFEEA2DA-0537-4515-AD30-0C62517D2A04}" dt="2025-11-29T23:34:54.173" v="1722" actId="338"/>
          <ac:picMkLst>
            <pc:docMk/>
            <pc:sldMk cId="0" sldId="257"/>
            <ac:picMk id="3949" creationId="{2A93DF5E-DE1C-9A87-5FE0-9AAD215469B8}"/>
          </ac:picMkLst>
        </pc:picChg>
        <pc:picChg chg="add mod">
          <ac:chgData name="(20102772) Malgorzata Victor" userId="7fb174c8-8e8e-4f34-9d71-e72d03f937b6" providerId="ADAL" clId="{BFEEA2DA-0537-4515-AD30-0C62517D2A04}" dt="2025-11-29T23:07:14.482" v="1137" actId="164"/>
          <ac:picMkLst>
            <pc:docMk/>
            <pc:sldMk cId="0" sldId="257"/>
            <ac:picMk id="3951" creationId="{AB2552CD-80EF-55BB-7A26-224679D37381}"/>
          </ac:picMkLst>
        </pc:picChg>
        <pc:picChg chg="add mod">
          <ac:chgData name="(20102772) Malgorzata Victor" userId="7fb174c8-8e8e-4f34-9d71-e72d03f937b6" providerId="ADAL" clId="{BFEEA2DA-0537-4515-AD30-0C62517D2A04}" dt="2025-11-29T23:07:13.608" v="1136" actId="164"/>
          <ac:picMkLst>
            <pc:docMk/>
            <pc:sldMk cId="0" sldId="257"/>
            <ac:picMk id="3953" creationId="{4E715F88-24E9-8A58-46A6-EE7ACF405065}"/>
          </ac:picMkLst>
        </pc:picChg>
        <pc:picChg chg="add mod">
          <ac:chgData name="(20102772) Malgorzata Victor" userId="7fb174c8-8e8e-4f34-9d71-e72d03f937b6" providerId="ADAL" clId="{BFEEA2DA-0537-4515-AD30-0C62517D2A04}" dt="2025-11-29T23:07:11.354" v="1133" actId="164"/>
          <ac:picMkLst>
            <pc:docMk/>
            <pc:sldMk cId="0" sldId="257"/>
            <ac:picMk id="3955" creationId="{8D0709A1-687C-CB63-284E-8DF54360E6A9}"/>
          </ac:picMkLst>
        </pc:picChg>
        <pc:picChg chg="add mod">
          <ac:chgData name="(20102772) Malgorzata Victor" userId="7fb174c8-8e8e-4f34-9d71-e72d03f937b6" providerId="ADAL" clId="{BFEEA2DA-0537-4515-AD30-0C62517D2A04}" dt="2025-11-29T23:07:09.640" v="1132" actId="164"/>
          <ac:picMkLst>
            <pc:docMk/>
            <pc:sldMk cId="0" sldId="257"/>
            <ac:picMk id="3957" creationId="{96D842A2-7658-781B-5478-8D49438AAFD6}"/>
          </ac:picMkLst>
        </pc:picChg>
      </pc:sldChg>
      <pc:sldChg chg="addSp modSp del modNotes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58"/>
        </pc:sldMkLst>
        <pc:spChg chg="add mod">
          <ac:chgData name="(20102772) Malgorzata Victor" userId="7fb174c8-8e8e-4f34-9d71-e72d03f937b6" providerId="ADAL" clId="{BFEEA2DA-0537-4515-AD30-0C62517D2A04}" dt="2025-11-30T01:12:37.580" v="3838"/>
          <ac:spMkLst>
            <pc:docMk/>
            <pc:sldMk cId="0" sldId="258"/>
            <ac:spMk id="2" creationId="{8F5B1FA7-C24C-2E7E-4294-7F0A98E5FEBD}"/>
          </ac:spMkLst>
        </pc:spChg>
        <pc:spChg chg="add mod">
          <ac:chgData name="(20102772) Malgorzata Victor" userId="7fb174c8-8e8e-4f34-9d71-e72d03f937b6" providerId="ADAL" clId="{BFEEA2DA-0537-4515-AD30-0C62517D2A04}" dt="2025-11-30T01:12:37.580" v="3838"/>
          <ac:spMkLst>
            <pc:docMk/>
            <pc:sldMk cId="0" sldId="258"/>
            <ac:spMk id="3" creationId="{8D330066-A9BA-1A57-4C08-833EF2F7B30B}"/>
          </ac:spMkLst>
        </pc:spChg>
        <pc:spChg chg="add mod">
          <ac:chgData name="(20102772) Malgorzata Victor" userId="7fb174c8-8e8e-4f34-9d71-e72d03f937b6" providerId="ADAL" clId="{BFEEA2DA-0537-4515-AD30-0C62517D2A04}" dt="2025-11-30T01:12:37.580" v="3838"/>
          <ac:spMkLst>
            <pc:docMk/>
            <pc:sldMk cId="0" sldId="258"/>
            <ac:spMk id="4" creationId="{96184859-AFE2-5EFD-1572-CBA7331BD035}"/>
          </ac:spMkLst>
        </pc:spChg>
        <pc:spChg chg="add mod">
          <ac:chgData name="(20102772) Malgorzata Victor" userId="7fb174c8-8e8e-4f34-9d71-e72d03f937b6" providerId="ADAL" clId="{BFEEA2DA-0537-4515-AD30-0C62517D2A04}" dt="2025-11-30T01:12:37.580" v="3838"/>
          <ac:spMkLst>
            <pc:docMk/>
            <pc:sldMk cId="0" sldId="258"/>
            <ac:spMk id="5" creationId="{41CAED6F-AB08-DE79-EA9B-6E4C5C50FE8D}"/>
          </ac:spMkLst>
        </pc:spChg>
        <pc:spChg chg="add mod">
          <ac:chgData name="(20102772) Malgorzata Victor" userId="7fb174c8-8e8e-4f34-9d71-e72d03f937b6" providerId="ADAL" clId="{BFEEA2DA-0537-4515-AD30-0C62517D2A04}" dt="2025-11-30T01:12:38.477" v="3839"/>
          <ac:spMkLst>
            <pc:docMk/>
            <pc:sldMk cId="0" sldId="258"/>
            <ac:spMk id="6" creationId="{44F9D186-ECF4-626F-1C04-349C1224013A}"/>
          </ac:spMkLst>
        </pc:spChg>
        <pc:spChg chg="add mod">
          <ac:chgData name="(20102772) Malgorzata Victor" userId="7fb174c8-8e8e-4f34-9d71-e72d03f937b6" providerId="ADAL" clId="{BFEEA2DA-0537-4515-AD30-0C62517D2A04}" dt="2025-11-30T01:12:38.477" v="3839"/>
          <ac:spMkLst>
            <pc:docMk/>
            <pc:sldMk cId="0" sldId="258"/>
            <ac:spMk id="7" creationId="{9D9B680D-2832-1EC6-F6B6-BA6C9EAD400A}"/>
          </ac:spMkLst>
        </pc:spChg>
      </pc:sldChg>
      <pc:sldChg chg="addSp modSp del ord modNotes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59"/>
        </pc:sldMkLst>
        <pc:spChg chg="add mod">
          <ac:chgData name="(20102772) Malgorzata Victor" userId="7fb174c8-8e8e-4f34-9d71-e72d03f937b6" providerId="ADAL" clId="{BFEEA2DA-0537-4515-AD30-0C62517D2A04}" dt="2025-11-30T01:12:24.893" v="3833"/>
          <ac:spMkLst>
            <pc:docMk/>
            <pc:sldMk cId="0" sldId="259"/>
            <ac:spMk id="2" creationId="{0D79223B-AF6C-FB70-BC4F-81C9CC4307C2}"/>
          </ac:spMkLst>
        </pc:spChg>
        <pc:spChg chg="add mod">
          <ac:chgData name="(20102772) Malgorzata Victor" userId="7fb174c8-8e8e-4f34-9d71-e72d03f937b6" providerId="ADAL" clId="{BFEEA2DA-0537-4515-AD30-0C62517D2A04}" dt="2025-11-30T01:12:24.893" v="3833"/>
          <ac:spMkLst>
            <pc:docMk/>
            <pc:sldMk cId="0" sldId="259"/>
            <ac:spMk id="3" creationId="{27D2244E-FC4D-B200-7331-7169B7F057AF}"/>
          </ac:spMkLst>
        </pc:spChg>
        <pc:spChg chg="add mod">
          <ac:chgData name="(20102772) Malgorzata Victor" userId="7fb174c8-8e8e-4f34-9d71-e72d03f937b6" providerId="ADAL" clId="{BFEEA2DA-0537-4515-AD30-0C62517D2A04}" dt="2025-11-30T01:12:24.893" v="3833"/>
          <ac:spMkLst>
            <pc:docMk/>
            <pc:sldMk cId="0" sldId="259"/>
            <ac:spMk id="4" creationId="{F1D62EC0-0EBC-8665-DB8C-83F7EB1F71FE}"/>
          </ac:spMkLst>
        </pc:spChg>
        <pc:spChg chg="add mod">
          <ac:chgData name="(20102772) Malgorzata Victor" userId="7fb174c8-8e8e-4f34-9d71-e72d03f937b6" providerId="ADAL" clId="{BFEEA2DA-0537-4515-AD30-0C62517D2A04}" dt="2025-11-30T01:12:24.893" v="3833"/>
          <ac:spMkLst>
            <pc:docMk/>
            <pc:sldMk cId="0" sldId="259"/>
            <ac:spMk id="5" creationId="{0F6D7544-7639-3979-8330-8B12CC2AA290}"/>
          </ac:spMkLst>
        </pc:spChg>
        <pc:spChg chg="add mod">
          <ac:chgData name="(20102772) Malgorzata Victor" userId="7fb174c8-8e8e-4f34-9d71-e72d03f937b6" providerId="ADAL" clId="{BFEEA2DA-0537-4515-AD30-0C62517D2A04}" dt="2025-11-30T01:12:26.952" v="3834"/>
          <ac:spMkLst>
            <pc:docMk/>
            <pc:sldMk cId="0" sldId="259"/>
            <ac:spMk id="6" creationId="{DDD374A8-2144-C7BB-C2C5-712CE235C0F8}"/>
          </ac:spMkLst>
        </pc:spChg>
        <pc:spChg chg="add mod">
          <ac:chgData name="(20102772) Malgorzata Victor" userId="7fb174c8-8e8e-4f34-9d71-e72d03f937b6" providerId="ADAL" clId="{BFEEA2DA-0537-4515-AD30-0C62517D2A04}" dt="2025-11-30T01:12:26.952" v="3834"/>
          <ac:spMkLst>
            <pc:docMk/>
            <pc:sldMk cId="0" sldId="259"/>
            <ac:spMk id="7" creationId="{35480B09-7F14-6970-6E0D-5D6362D1774D}"/>
          </ac:spMkLst>
        </pc:spChg>
        <pc:spChg chg="add mod">
          <ac:chgData name="(20102772) Malgorzata Victor" userId="7fb174c8-8e8e-4f34-9d71-e72d03f937b6" providerId="ADAL" clId="{BFEEA2DA-0537-4515-AD30-0C62517D2A04}" dt="2025-11-30T01:12:29.239" v="3835"/>
          <ac:spMkLst>
            <pc:docMk/>
            <pc:sldMk cId="0" sldId="259"/>
            <ac:spMk id="8" creationId="{D0D558D6-B4C9-2F6C-E15D-C889D7A583CD}"/>
          </ac:spMkLst>
        </pc:spChg>
        <pc:spChg chg="add mod">
          <ac:chgData name="(20102772) Malgorzata Victor" userId="7fb174c8-8e8e-4f34-9d71-e72d03f937b6" providerId="ADAL" clId="{BFEEA2DA-0537-4515-AD30-0C62517D2A04}" dt="2025-11-30T01:12:29.239" v="3835"/>
          <ac:spMkLst>
            <pc:docMk/>
            <pc:sldMk cId="0" sldId="259"/>
            <ac:spMk id="9" creationId="{01AD8298-5A4F-F948-20FB-0104A4888547}"/>
          </ac:spMkLst>
        </pc:spChg>
        <pc:spChg chg="add mod">
          <ac:chgData name="(20102772) Malgorzata Victor" userId="7fb174c8-8e8e-4f34-9d71-e72d03f937b6" providerId="ADAL" clId="{BFEEA2DA-0537-4515-AD30-0C62517D2A04}" dt="2025-11-30T01:12:29.239" v="3835"/>
          <ac:spMkLst>
            <pc:docMk/>
            <pc:sldMk cId="0" sldId="259"/>
            <ac:spMk id="10" creationId="{CDF668E4-6060-5347-2A6D-54B5D7268D34}"/>
          </ac:spMkLst>
        </pc:spChg>
        <pc:spChg chg="add mod">
          <ac:chgData name="(20102772) Malgorzata Victor" userId="7fb174c8-8e8e-4f34-9d71-e72d03f937b6" providerId="ADAL" clId="{BFEEA2DA-0537-4515-AD30-0C62517D2A04}" dt="2025-11-30T01:12:29.239" v="3835"/>
          <ac:spMkLst>
            <pc:docMk/>
            <pc:sldMk cId="0" sldId="259"/>
            <ac:spMk id="11" creationId="{70CFA2FF-7963-9491-4070-ACDE92387B81}"/>
          </ac:spMkLst>
        </pc:spChg>
        <pc:spChg chg="add mod">
          <ac:chgData name="(20102772) Malgorzata Victor" userId="7fb174c8-8e8e-4f34-9d71-e72d03f937b6" providerId="ADAL" clId="{BFEEA2DA-0537-4515-AD30-0C62517D2A04}" dt="2025-11-30T01:12:30.625" v="3836"/>
          <ac:spMkLst>
            <pc:docMk/>
            <pc:sldMk cId="0" sldId="259"/>
            <ac:spMk id="12" creationId="{FB6291DD-583F-9BC7-0A3F-93D5FD565FF0}"/>
          </ac:spMkLst>
        </pc:spChg>
        <pc:spChg chg="add mod">
          <ac:chgData name="(20102772) Malgorzata Victor" userId="7fb174c8-8e8e-4f34-9d71-e72d03f937b6" providerId="ADAL" clId="{BFEEA2DA-0537-4515-AD30-0C62517D2A04}" dt="2025-11-30T01:12:30.625" v="3836"/>
          <ac:spMkLst>
            <pc:docMk/>
            <pc:sldMk cId="0" sldId="259"/>
            <ac:spMk id="13" creationId="{CF76694B-0849-F100-AE54-1FE7C76EB532}"/>
          </ac:spMkLst>
        </pc:spChg>
        <pc:picChg chg="add mod">
          <ac:chgData name="(20102772) Malgorzata Victor" userId="7fb174c8-8e8e-4f34-9d71-e72d03f937b6" providerId="ADAL" clId="{BFEEA2DA-0537-4515-AD30-0C62517D2A04}" dt="2025-11-30T01:13:12.778" v="3843"/>
          <ac:picMkLst>
            <pc:docMk/>
            <pc:sldMk cId="0" sldId="259"/>
            <ac:picMk id="14" creationId="{E27B77CE-88A0-A632-C586-CD9BE21A6988}"/>
          </ac:picMkLst>
        </pc:picChg>
      </pc:sldChg>
      <pc:sldChg chg="addSp delSp modSp mod ord modTransition modClrScheme chgLayout modNotes">
        <pc:chgData name="(20102772) Malgorzata Victor" userId="7fb174c8-8e8e-4f34-9d71-e72d03f937b6" providerId="ADAL" clId="{BFEEA2DA-0537-4515-AD30-0C62517D2A04}" dt="2025-11-29T23:55:21.360" v="2472" actId="113"/>
        <pc:sldMkLst>
          <pc:docMk/>
          <pc:sldMk cId="0" sldId="260"/>
        </pc:sldMkLst>
        <pc:spChg chg="mod">
          <ac:chgData name="(20102772) Malgorzata Victor" userId="7fb174c8-8e8e-4f34-9d71-e72d03f937b6" providerId="ADAL" clId="{BFEEA2DA-0537-4515-AD30-0C62517D2A04}" dt="2025-11-29T23:13:45.381" v="1187"/>
          <ac:spMkLst>
            <pc:docMk/>
            <pc:sldMk cId="0" sldId="260"/>
            <ac:spMk id="10" creationId="{62986A91-1285-C8F3-221D-DBC877ED97EB}"/>
          </ac:spMkLst>
        </pc:spChg>
        <pc:spChg chg="mod">
          <ac:chgData name="(20102772) Malgorzata Victor" userId="7fb174c8-8e8e-4f34-9d71-e72d03f937b6" providerId="ADAL" clId="{BFEEA2DA-0537-4515-AD30-0C62517D2A04}" dt="2025-11-29T23:13:45.381" v="1187"/>
          <ac:spMkLst>
            <pc:docMk/>
            <pc:sldMk cId="0" sldId="260"/>
            <ac:spMk id="32" creationId="{72E696EE-DB85-2071-989B-696DDAAD847A}"/>
          </ac:spMkLst>
        </pc:spChg>
        <pc:spChg chg="mod">
          <ac:chgData name="(20102772) Malgorzata Victor" userId="7fb174c8-8e8e-4f34-9d71-e72d03f937b6" providerId="ADAL" clId="{BFEEA2DA-0537-4515-AD30-0C62517D2A04}" dt="2025-11-29T23:13:45.381" v="1187"/>
          <ac:spMkLst>
            <pc:docMk/>
            <pc:sldMk cId="0" sldId="260"/>
            <ac:spMk id="4056" creationId="{ACD9C1FA-51C9-C6A9-9184-DFBB1EC22BD8}"/>
          </ac:spMkLst>
        </pc:spChg>
        <pc:spChg chg="add del">
          <ac:chgData name="(20102772) Malgorzata Victor" userId="7fb174c8-8e8e-4f34-9d71-e72d03f937b6" providerId="ADAL" clId="{BFEEA2DA-0537-4515-AD30-0C62517D2A04}" dt="2025-11-29T23:15:56.565" v="1247" actId="478"/>
          <ac:spMkLst>
            <pc:docMk/>
            <pc:sldMk cId="0" sldId="260"/>
            <ac:spMk id="4095" creationId="{00000000-0000-0000-0000-000000000000}"/>
          </ac:spMkLst>
        </pc:spChg>
        <pc:spChg chg="add del mod">
          <ac:chgData name="(20102772) Malgorzata Victor" userId="7fb174c8-8e8e-4f34-9d71-e72d03f937b6" providerId="ADAL" clId="{BFEEA2DA-0537-4515-AD30-0C62517D2A04}" dt="2025-11-29T23:16:00.400" v="1252" actId="478"/>
          <ac:spMkLst>
            <pc:docMk/>
            <pc:sldMk cId="0" sldId="260"/>
            <ac:spMk id="4096" creationId="{00000000-0000-0000-0000-000000000000}"/>
          </ac:spMkLst>
        </pc:spChg>
        <pc:spChg chg="del mod">
          <ac:chgData name="(20102772) Malgorzata Victor" userId="7fb174c8-8e8e-4f34-9d71-e72d03f937b6" providerId="ADAL" clId="{BFEEA2DA-0537-4515-AD30-0C62517D2A04}" dt="2025-11-29T23:26:59.047" v="1547" actId="478"/>
          <ac:spMkLst>
            <pc:docMk/>
            <pc:sldMk cId="0" sldId="260"/>
            <ac:spMk id="4097" creationId="{00000000-0000-0000-0000-000000000000}"/>
          </ac:spMkLst>
        </pc:spChg>
        <pc:spChg chg="add del">
          <ac:chgData name="(20102772) Malgorzata Victor" userId="7fb174c8-8e8e-4f34-9d71-e72d03f937b6" providerId="ADAL" clId="{BFEEA2DA-0537-4515-AD30-0C62517D2A04}" dt="2025-11-29T23:16:02.495" v="1253" actId="478"/>
          <ac:spMkLst>
            <pc:docMk/>
            <pc:sldMk cId="0" sldId="260"/>
            <ac:spMk id="4098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29T23:13:45.381" v="1187"/>
          <ac:spMkLst>
            <pc:docMk/>
            <pc:sldMk cId="0" sldId="260"/>
            <ac:spMk id="4340" creationId="{CC58760D-40E6-860D-3FDE-829930BB0A8B}"/>
          </ac:spMkLst>
        </pc:spChg>
        <pc:spChg chg="mod">
          <ac:chgData name="(20102772) Malgorzata Victor" userId="7fb174c8-8e8e-4f34-9d71-e72d03f937b6" providerId="ADAL" clId="{BFEEA2DA-0537-4515-AD30-0C62517D2A04}" dt="2025-11-29T23:13:45.381" v="1187"/>
          <ac:spMkLst>
            <pc:docMk/>
            <pc:sldMk cId="0" sldId="260"/>
            <ac:spMk id="4386" creationId="{293BE564-56E1-6278-B79C-552566CCB114}"/>
          </ac:spMkLst>
        </pc:spChg>
        <pc:spChg chg="mod">
          <ac:chgData name="(20102772) Malgorzata Victor" userId="7fb174c8-8e8e-4f34-9d71-e72d03f937b6" providerId="ADAL" clId="{BFEEA2DA-0537-4515-AD30-0C62517D2A04}" dt="2025-11-29T23:13:45.381" v="1187"/>
          <ac:spMkLst>
            <pc:docMk/>
            <pc:sldMk cId="0" sldId="260"/>
            <ac:spMk id="4424" creationId="{6F35276C-66AA-685C-41DE-3005BEBF3B68}"/>
          </ac:spMkLst>
        </pc:spChg>
        <pc:spChg chg="mod">
          <ac:chgData name="(20102772) Malgorzata Victor" userId="7fb174c8-8e8e-4f34-9d71-e72d03f937b6" providerId="ADAL" clId="{BFEEA2DA-0537-4515-AD30-0C62517D2A04}" dt="2025-11-29T23:13:45.381" v="1187"/>
          <ac:spMkLst>
            <pc:docMk/>
            <pc:sldMk cId="0" sldId="260"/>
            <ac:spMk id="4468" creationId="{FCB0B0E1-F58B-48E6-4179-C63BD7F3CC1B}"/>
          </ac:spMkLst>
        </pc:spChg>
        <pc:spChg chg="mod">
          <ac:chgData name="(20102772) Malgorzata Victor" userId="7fb174c8-8e8e-4f34-9d71-e72d03f937b6" providerId="ADAL" clId="{BFEEA2DA-0537-4515-AD30-0C62517D2A04}" dt="2025-11-29T23:13:45.381" v="1187"/>
          <ac:spMkLst>
            <pc:docMk/>
            <pc:sldMk cId="0" sldId="260"/>
            <ac:spMk id="4533" creationId="{8A5B14E6-951C-8311-FE41-412EADB93C3A}"/>
          </ac:spMkLst>
        </pc:spChg>
        <pc:spChg chg="mod">
          <ac:chgData name="(20102772) Malgorzata Victor" userId="7fb174c8-8e8e-4f34-9d71-e72d03f937b6" providerId="ADAL" clId="{BFEEA2DA-0537-4515-AD30-0C62517D2A04}" dt="2025-11-29T23:13:45.381" v="1187"/>
          <ac:spMkLst>
            <pc:docMk/>
            <pc:sldMk cId="0" sldId="260"/>
            <ac:spMk id="4544" creationId="{A0E4534A-A555-686A-A19D-6FF9BEA48175}"/>
          </ac:spMkLst>
        </pc:spChg>
        <pc:spChg chg="mod">
          <ac:chgData name="(20102772) Malgorzata Victor" userId="7fb174c8-8e8e-4f34-9d71-e72d03f937b6" providerId="ADAL" clId="{BFEEA2DA-0537-4515-AD30-0C62517D2A04}" dt="2025-11-29T23:13:45.381" v="1187"/>
          <ac:spMkLst>
            <pc:docMk/>
            <pc:sldMk cId="0" sldId="260"/>
            <ac:spMk id="4585" creationId="{D85D0269-13A8-9C04-4547-09FA1A6F3299}"/>
          </ac:spMkLst>
        </pc:spChg>
        <pc:spChg chg="add mod">
          <ac:chgData name="(20102772) Malgorzata Victor" userId="7fb174c8-8e8e-4f34-9d71-e72d03f937b6" providerId="ADAL" clId="{BFEEA2DA-0537-4515-AD30-0C62517D2A04}" dt="2025-11-29T23:30:08.079" v="1656" actId="14100"/>
          <ac:spMkLst>
            <pc:docMk/>
            <pc:sldMk cId="0" sldId="260"/>
            <ac:spMk id="4672" creationId="{224E311D-67AC-51CC-1442-57BAC086853F}"/>
          </ac:spMkLst>
        </pc:spChg>
        <pc:spChg chg="add del mod">
          <ac:chgData name="(20102772) Malgorzata Victor" userId="7fb174c8-8e8e-4f34-9d71-e72d03f937b6" providerId="ADAL" clId="{BFEEA2DA-0537-4515-AD30-0C62517D2A04}" dt="2025-11-29T23:15:53.504" v="1241" actId="478"/>
          <ac:spMkLst>
            <pc:docMk/>
            <pc:sldMk cId="0" sldId="260"/>
            <ac:spMk id="4674" creationId="{07EF498E-2A54-C01C-FCB3-85DAD87DC65D}"/>
          </ac:spMkLst>
        </pc:spChg>
        <pc:spChg chg="add del mod">
          <ac:chgData name="(20102772) Malgorzata Victor" userId="7fb174c8-8e8e-4f34-9d71-e72d03f937b6" providerId="ADAL" clId="{BFEEA2DA-0537-4515-AD30-0C62517D2A04}" dt="2025-11-29T23:15:53.310" v="1240" actId="478"/>
          <ac:spMkLst>
            <pc:docMk/>
            <pc:sldMk cId="0" sldId="260"/>
            <ac:spMk id="4676" creationId="{063A7292-9C46-3C82-247B-927AAAF48819}"/>
          </ac:spMkLst>
        </pc:spChg>
        <pc:spChg chg="add mod">
          <ac:chgData name="(20102772) Malgorzata Victor" userId="7fb174c8-8e8e-4f34-9d71-e72d03f937b6" providerId="ADAL" clId="{BFEEA2DA-0537-4515-AD30-0C62517D2A04}" dt="2025-11-29T23:15:18.299" v="1225"/>
          <ac:spMkLst>
            <pc:docMk/>
            <pc:sldMk cId="0" sldId="260"/>
            <ac:spMk id="4677" creationId="{E0C3469F-E258-46BE-CFF4-CC61C5C0F771}"/>
          </ac:spMkLst>
        </pc:spChg>
        <pc:spChg chg="add del mod">
          <ac:chgData name="(20102772) Malgorzata Victor" userId="7fb174c8-8e8e-4f34-9d71-e72d03f937b6" providerId="ADAL" clId="{BFEEA2DA-0537-4515-AD30-0C62517D2A04}" dt="2025-11-29T23:15:52.953" v="1238"/>
          <ac:spMkLst>
            <pc:docMk/>
            <pc:sldMk cId="0" sldId="260"/>
            <ac:spMk id="4678" creationId="{18EE62D7-045F-4D6E-27AF-F11E293CC013}"/>
          </ac:spMkLst>
        </pc:spChg>
        <pc:spChg chg="add mod">
          <ac:chgData name="(20102772) Malgorzata Victor" userId="7fb174c8-8e8e-4f34-9d71-e72d03f937b6" providerId="ADAL" clId="{BFEEA2DA-0537-4515-AD30-0C62517D2A04}" dt="2025-11-29T23:15:51.261" v="1235"/>
          <ac:spMkLst>
            <pc:docMk/>
            <pc:sldMk cId="0" sldId="260"/>
            <ac:spMk id="4680" creationId="{E90A69B7-F00D-ADDB-1F68-9B9FE6E6CFDA}"/>
          </ac:spMkLst>
        </pc:spChg>
        <pc:spChg chg="add mod">
          <ac:chgData name="(20102772) Malgorzata Victor" userId="7fb174c8-8e8e-4f34-9d71-e72d03f937b6" providerId="ADAL" clId="{BFEEA2DA-0537-4515-AD30-0C62517D2A04}" dt="2025-11-29T23:15:50.954" v="1234"/>
          <ac:spMkLst>
            <pc:docMk/>
            <pc:sldMk cId="0" sldId="260"/>
            <ac:spMk id="4681" creationId="{9BD864EC-886E-56F5-6ACE-DE1AD974BAC5}"/>
          </ac:spMkLst>
        </pc:spChg>
        <pc:spChg chg="add mod">
          <ac:chgData name="(20102772) Malgorzata Victor" userId="7fb174c8-8e8e-4f34-9d71-e72d03f937b6" providerId="ADAL" clId="{BFEEA2DA-0537-4515-AD30-0C62517D2A04}" dt="2025-11-29T23:15:50.714" v="1233"/>
          <ac:spMkLst>
            <pc:docMk/>
            <pc:sldMk cId="0" sldId="260"/>
            <ac:spMk id="4682" creationId="{1831C07F-4F60-3B3A-2D91-FA067FAA6F75}"/>
          </ac:spMkLst>
        </pc:spChg>
        <pc:spChg chg="add del mod">
          <ac:chgData name="(20102772) Malgorzata Victor" userId="7fb174c8-8e8e-4f34-9d71-e72d03f937b6" providerId="ADAL" clId="{BFEEA2DA-0537-4515-AD30-0C62517D2A04}" dt="2025-11-29T23:15:58.821" v="1250" actId="478"/>
          <ac:spMkLst>
            <pc:docMk/>
            <pc:sldMk cId="0" sldId="260"/>
            <ac:spMk id="4683" creationId="{8D78A270-9575-0E55-1E11-DD46D1CAFB01}"/>
          </ac:spMkLst>
        </pc:spChg>
        <pc:spChg chg="add del mod">
          <ac:chgData name="(20102772) Malgorzata Victor" userId="7fb174c8-8e8e-4f34-9d71-e72d03f937b6" providerId="ADAL" clId="{BFEEA2DA-0537-4515-AD30-0C62517D2A04}" dt="2025-11-29T23:16:02.495" v="1253" actId="478"/>
          <ac:spMkLst>
            <pc:docMk/>
            <pc:sldMk cId="0" sldId="260"/>
            <ac:spMk id="4685" creationId="{A938A248-809D-0358-C64D-4F3B20BE5450}"/>
          </ac:spMkLst>
        </pc:spChg>
        <pc:spChg chg="add del mod">
          <ac:chgData name="(20102772) Malgorzata Victor" userId="7fb174c8-8e8e-4f34-9d71-e72d03f937b6" providerId="ADAL" clId="{BFEEA2DA-0537-4515-AD30-0C62517D2A04}" dt="2025-11-29T23:16:03.440" v="1254" actId="478"/>
          <ac:spMkLst>
            <pc:docMk/>
            <pc:sldMk cId="0" sldId="260"/>
            <ac:spMk id="4687" creationId="{BDD6B40D-C186-78EE-9869-79BC179A9CD7}"/>
          </ac:spMkLst>
        </pc:spChg>
        <pc:spChg chg="add del mod">
          <ac:chgData name="(20102772) Malgorzata Victor" userId="7fb174c8-8e8e-4f34-9d71-e72d03f937b6" providerId="ADAL" clId="{BFEEA2DA-0537-4515-AD30-0C62517D2A04}" dt="2025-11-29T23:39:46.919" v="1996" actId="478"/>
          <ac:spMkLst>
            <pc:docMk/>
            <pc:sldMk cId="0" sldId="260"/>
            <ac:spMk id="4688" creationId="{733B27DF-E57E-F8CC-D8B8-1E3E615B81A1}"/>
          </ac:spMkLst>
        </pc:spChg>
        <pc:spChg chg="add del">
          <ac:chgData name="(20102772) Malgorzata Victor" userId="7fb174c8-8e8e-4f34-9d71-e72d03f937b6" providerId="ADAL" clId="{BFEEA2DA-0537-4515-AD30-0C62517D2A04}" dt="2025-11-29T23:16:37.566" v="1282" actId="22"/>
          <ac:spMkLst>
            <pc:docMk/>
            <pc:sldMk cId="0" sldId="260"/>
            <ac:spMk id="4690" creationId="{89E344A3-41F4-F671-9848-3F83D279906B}"/>
          </ac:spMkLst>
        </pc:spChg>
        <pc:spChg chg="mod topLvl">
          <ac:chgData name="(20102772) Malgorzata Victor" userId="7fb174c8-8e8e-4f34-9d71-e72d03f937b6" providerId="ADAL" clId="{BFEEA2DA-0537-4515-AD30-0C62517D2A04}" dt="2025-11-29T23:55:16.548" v="2470" actId="1036"/>
          <ac:spMkLst>
            <pc:docMk/>
            <pc:sldMk cId="0" sldId="260"/>
            <ac:spMk id="4692" creationId="{8528B47E-9858-661B-58D3-6BDDFFE5E6C1}"/>
          </ac:spMkLst>
        </pc:spChg>
        <pc:spChg chg="del mod">
          <ac:chgData name="(20102772) Malgorzata Victor" userId="7fb174c8-8e8e-4f34-9d71-e72d03f937b6" providerId="ADAL" clId="{BFEEA2DA-0537-4515-AD30-0C62517D2A04}" dt="2025-11-29T23:20:19.819" v="1344" actId="478"/>
          <ac:spMkLst>
            <pc:docMk/>
            <pc:sldMk cId="0" sldId="260"/>
            <ac:spMk id="4693" creationId="{FCC33512-EE6B-C11D-D9FF-AB9A1EB2564F}"/>
          </ac:spMkLst>
        </pc:spChg>
        <pc:spChg chg="mod topLvl">
          <ac:chgData name="(20102772) Malgorzata Victor" userId="7fb174c8-8e8e-4f34-9d71-e72d03f937b6" providerId="ADAL" clId="{BFEEA2DA-0537-4515-AD30-0C62517D2A04}" dt="2025-11-29T23:55:16.548" v="2470" actId="1036"/>
          <ac:spMkLst>
            <pc:docMk/>
            <pc:sldMk cId="0" sldId="260"/>
            <ac:spMk id="4694" creationId="{071AA4B9-C068-7B95-D9DE-A0028079A50C}"/>
          </ac:spMkLst>
        </pc:spChg>
        <pc:spChg chg="add del mod">
          <ac:chgData name="(20102772) Malgorzata Victor" userId="7fb174c8-8e8e-4f34-9d71-e72d03f937b6" providerId="ADAL" clId="{BFEEA2DA-0537-4515-AD30-0C62517D2A04}" dt="2025-11-29T23:20:15.138" v="1340" actId="478"/>
          <ac:spMkLst>
            <pc:docMk/>
            <pc:sldMk cId="0" sldId="260"/>
            <ac:spMk id="4695" creationId="{A108B0CD-C332-4028-6E92-81C2C6BC8296}"/>
          </ac:spMkLst>
        </pc:spChg>
        <pc:spChg chg="add del mod topLvl">
          <ac:chgData name="(20102772) Malgorzata Victor" userId="7fb174c8-8e8e-4f34-9d71-e72d03f937b6" providerId="ADAL" clId="{BFEEA2DA-0537-4515-AD30-0C62517D2A04}" dt="2025-11-29T23:55:16.548" v="2470" actId="1036"/>
          <ac:spMkLst>
            <pc:docMk/>
            <pc:sldMk cId="0" sldId="260"/>
            <ac:spMk id="4696" creationId="{75ABBAB4-F96C-BF51-87E2-796F0E89042B}"/>
          </ac:spMkLst>
        </pc:spChg>
        <pc:spChg chg="del mod">
          <ac:chgData name="(20102772) Malgorzata Victor" userId="7fb174c8-8e8e-4f34-9d71-e72d03f937b6" providerId="ADAL" clId="{BFEEA2DA-0537-4515-AD30-0C62517D2A04}" dt="2025-11-29T23:20:15.854" v="1341" actId="478"/>
          <ac:spMkLst>
            <pc:docMk/>
            <pc:sldMk cId="0" sldId="260"/>
            <ac:spMk id="4697" creationId="{C6D2B651-9AE7-5425-23BC-DB825CEFF295}"/>
          </ac:spMkLst>
        </pc:spChg>
        <pc:spChg chg="mod topLvl">
          <ac:chgData name="(20102772) Malgorzata Victor" userId="7fb174c8-8e8e-4f34-9d71-e72d03f937b6" providerId="ADAL" clId="{BFEEA2DA-0537-4515-AD30-0C62517D2A04}" dt="2025-11-29T23:55:16.548" v="2470" actId="1036"/>
          <ac:spMkLst>
            <pc:docMk/>
            <pc:sldMk cId="0" sldId="260"/>
            <ac:spMk id="4698" creationId="{3BC060A5-450B-3D0A-286E-8B9A9E24F8C1}"/>
          </ac:spMkLst>
        </pc:spChg>
        <pc:spChg chg="add del mod">
          <ac:chgData name="(20102772) Malgorzata Victor" userId="7fb174c8-8e8e-4f34-9d71-e72d03f937b6" providerId="ADAL" clId="{BFEEA2DA-0537-4515-AD30-0C62517D2A04}" dt="2025-11-29T23:20:12.403" v="1338" actId="478"/>
          <ac:spMkLst>
            <pc:docMk/>
            <pc:sldMk cId="0" sldId="260"/>
            <ac:spMk id="4699" creationId="{F7C30B1A-05B7-7CA4-BE8F-E8E9B4C9D3F4}"/>
          </ac:spMkLst>
        </pc:spChg>
        <pc:spChg chg="del mod">
          <ac:chgData name="(20102772) Malgorzata Victor" userId="7fb174c8-8e8e-4f34-9d71-e72d03f937b6" providerId="ADAL" clId="{BFEEA2DA-0537-4515-AD30-0C62517D2A04}" dt="2025-11-29T23:20:10.247" v="1337" actId="478"/>
          <ac:spMkLst>
            <pc:docMk/>
            <pc:sldMk cId="0" sldId="260"/>
            <ac:spMk id="4700" creationId="{E2E262E6-296B-47E4-6E9D-42C9AA5BAD7C}"/>
          </ac:spMkLst>
        </pc:spChg>
        <pc:spChg chg="add del mod">
          <ac:chgData name="(20102772) Malgorzata Victor" userId="7fb174c8-8e8e-4f34-9d71-e72d03f937b6" providerId="ADAL" clId="{BFEEA2DA-0537-4515-AD30-0C62517D2A04}" dt="2025-11-29T23:20:10.247" v="1337" actId="478"/>
          <ac:spMkLst>
            <pc:docMk/>
            <pc:sldMk cId="0" sldId="260"/>
            <ac:spMk id="4701" creationId="{505D72B1-697E-A02A-EDA2-5A79BD544FE9}"/>
          </ac:spMkLst>
        </pc:spChg>
        <pc:spChg chg="add del mod">
          <ac:chgData name="(20102772) Malgorzata Victor" userId="7fb174c8-8e8e-4f34-9d71-e72d03f937b6" providerId="ADAL" clId="{BFEEA2DA-0537-4515-AD30-0C62517D2A04}" dt="2025-11-29T23:20:10.247" v="1337" actId="478"/>
          <ac:spMkLst>
            <pc:docMk/>
            <pc:sldMk cId="0" sldId="260"/>
            <ac:spMk id="4702" creationId="{687DEEE2-8364-2B5B-D5DF-6C7A21FD3BCA}"/>
          </ac:spMkLst>
        </pc:spChg>
        <pc:spChg chg="del mod">
          <ac:chgData name="(20102772) Malgorzata Victor" userId="7fb174c8-8e8e-4f34-9d71-e72d03f937b6" providerId="ADAL" clId="{BFEEA2DA-0537-4515-AD30-0C62517D2A04}" dt="2025-11-29T23:20:10.247" v="1337" actId="478"/>
          <ac:spMkLst>
            <pc:docMk/>
            <pc:sldMk cId="0" sldId="260"/>
            <ac:spMk id="4703" creationId="{ACAFC116-84CA-D441-5977-D17C55092B49}"/>
          </ac:spMkLst>
        </pc:spChg>
        <pc:spChg chg="mod topLvl">
          <ac:chgData name="(20102772) Malgorzata Victor" userId="7fb174c8-8e8e-4f34-9d71-e72d03f937b6" providerId="ADAL" clId="{BFEEA2DA-0537-4515-AD30-0C62517D2A04}" dt="2025-11-29T23:55:16.548" v="2470" actId="1036"/>
          <ac:spMkLst>
            <pc:docMk/>
            <pc:sldMk cId="0" sldId="260"/>
            <ac:spMk id="4704" creationId="{68804B2F-B761-015F-7EF3-CFCA53C5E5A4}"/>
          </ac:spMkLst>
        </pc:spChg>
        <pc:spChg chg="del">
          <ac:chgData name="(20102772) Malgorzata Victor" userId="7fb174c8-8e8e-4f34-9d71-e72d03f937b6" providerId="ADAL" clId="{BFEEA2DA-0537-4515-AD30-0C62517D2A04}" dt="2025-11-29T23:20:21.118" v="1345" actId="478"/>
          <ac:spMkLst>
            <pc:docMk/>
            <pc:sldMk cId="0" sldId="260"/>
            <ac:spMk id="4705" creationId="{F8EDAB5A-8AFE-BB0D-C93D-B500DA3CC060}"/>
          </ac:spMkLst>
        </pc:spChg>
        <pc:spChg chg="del mod">
          <ac:chgData name="(20102772) Malgorzata Victor" userId="7fb174c8-8e8e-4f34-9d71-e72d03f937b6" providerId="ADAL" clId="{BFEEA2DA-0537-4515-AD30-0C62517D2A04}" dt="2025-11-29T23:20:10.247" v="1337" actId="478"/>
          <ac:spMkLst>
            <pc:docMk/>
            <pc:sldMk cId="0" sldId="260"/>
            <ac:spMk id="4706" creationId="{1228DA1F-EA8D-067C-B1E4-156E8AEE0766}"/>
          </ac:spMkLst>
        </pc:spChg>
        <pc:spChg chg="mod topLvl">
          <ac:chgData name="(20102772) Malgorzata Victor" userId="7fb174c8-8e8e-4f34-9d71-e72d03f937b6" providerId="ADAL" clId="{BFEEA2DA-0537-4515-AD30-0C62517D2A04}" dt="2025-11-29T23:55:16.548" v="2470" actId="1036"/>
          <ac:spMkLst>
            <pc:docMk/>
            <pc:sldMk cId="0" sldId="260"/>
            <ac:spMk id="4707" creationId="{E4357639-0595-C0D2-571F-79CAE0B427DC}"/>
          </ac:spMkLst>
        </pc:spChg>
        <pc:spChg chg="mod">
          <ac:chgData name="(20102772) Malgorzata Victor" userId="7fb174c8-8e8e-4f34-9d71-e72d03f937b6" providerId="ADAL" clId="{BFEEA2DA-0537-4515-AD30-0C62517D2A04}" dt="2025-11-29T23:20:02.399" v="1334"/>
          <ac:spMkLst>
            <pc:docMk/>
            <pc:sldMk cId="0" sldId="260"/>
            <ac:spMk id="4724" creationId="{7D76265E-59B6-3DAA-5B84-E4AAE0B7F1B4}"/>
          </ac:spMkLst>
        </pc:spChg>
        <pc:spChg chg="mod">
          <ac:chgData name="(20102772) Malgorzata Victor" userId="7fb174c8-8e8e-4f34-9d71-e72d03f937b6" providerId="ADAL" clId="{BFEEA2DA-0537-4515-AD30-0C62517D2A04}" dt="2025-11-29T23:20:02.399" v="1334"/>
          <ac:spMkLst>
            <pc:docMk/>
            <pc:sldMk cId="0" sldId="260"/>
            <ac:spMk id="4725" creationId="{98DFAB05-CEE6-14A9-5B5D-B6FB16F535D8}"/>
          </ac:spMkLst>
        </pc:spChg>
        <pc:spChg chg="mod">
          <ac:chgData name="(20102772) Malgorzata Victor" userId="7fb174c8-8e8e-4f34-9d71-e72d03f937b6" providerId="ADAL" clId="{BFEEA2DA-0537-4515-AD30-0C62517D2A04}" dt="2025-11-29T23:20:02.399" v="1334"/>
          <ac:spMkLst>
            <pc:docMk/>
            <pc:sldMk cId="0" sldId="260"/>
            <ac:spMk id="4729" creationId="{47F29833-0B53-57C2-587F-93A3AED58D83}"/>
          </ac:spMkLst>
        </pc:spChg>
        <pc:spChg chg="mod">
          <ac:chgData name="(20102772) Malgorzata Victor" userId="7fb174c8-8e8e-4f34-9d71-e72d03f937b6" providerId="ADAL" clId="{BFEEA2DA-0537-4515-AD30-0C62517D2A04}" dt="2025-11-29T23:20:02.399" v="1334"/>
          <ac:spMkLst>
            <pc:docMk/>
            <pc:sldMk cId="0" sldId="260"/>
            <ac:spMk id="4737" creationId="{488AEEE0-2300-5FC3-6485-70C890710EB2}"/>
          </ac:spMkLst>
        </pc:spChg>
        <pc:spChg chg="mod">
          <ac:chgData name="(20102772) Malgorzata Victor" userId="7fb174c8-8e8e-4f34-9d71-e72d03f937b6" providerId="ADAL" clId="{BFEEA2DA-0537-4515-AD30-0C62517D2A04}" dt="2025-11-29T23:20:02.399" v="1334"/>
          <ac:spMkLst>
            <pc:docMk/>
            <pc:sldMk cId="0" sldId="260"/>
            <ac:spMk id="4741" creationId="{B8B8C595-5F07-24B4-E307-51E4BD525ED5}"/>
          </ac:spMkLst>
        </pc:spChg>
        <pc:spChg chg="del mod">
          <ac:chgData name="(20102772) Malgorzata Victor" userId="7fb174c8-8e8e-4f34-9d71-e72d03f937b6" providerId="ADAL" clId="{BFEEA2DA-0537-4515-AD30-0C62517D2A04}" dt="2025-11-29T23:20:24.292" v="1346" actId="478"/>
          <ac:spMkLst>
            <pc:docMk/>
            <pc:sldMk cId="0" sldId="260"/>
            <ac:spMk id="4746" creationId="{1915A060-837E-BD68-3B3D-2FB02444E7AD}"/>
          </ac:spMkLst>
        </pc:spChg>
        <pc:spChg chg="add mod topLvl">
          <ac:chgData name="(20102772) Malgorzata Victor" userId="7fb174c8-8e8e-4f34-9d71-e72d03f937b6" providerId="ADAL" clId="{BFEEA2DA-0537-4515-AD30-0C62517D2A04}" dt="2025-11-29T23:55:16.548" v="2470" actId="1036"/>
          <ac:spMkLst>
            <pc:docMk/>
            <pc:sldMk cId="0" sldId="260"/>
            <ac:spMk id="4748" creationId="{6B5EBE16-CB8D-B429-B53F-B891EE63AE4F}"/>
          </ac:spMkLst>
        </pc:spChg>
        <pc:spChg chg="add mod topLvl">
          <ac:chgData name="(20102772) Malgorzata Victor" userId="7fb174c8-8e8e-4f34-9d71-e72d03f937b6" providerId="ADAL" clId="{BFEEA2DA-0537-4515-AD30-0C62517D2A04}" dt="2025-11-29T23:55:16.548" v="2470" actId="1036"/>
          <ac:spMkLst>
            <pc:docMk/>
            <pc:sldMk cId="0" sldId="260"/>
            <ac:spMk id="4758" creationId="{0BB3CF31-3149-585B-E1F0-7939EB7C9220}"/>
          </ac:spMkLst>
        </pc:spChg>
        <pc:spChg chg="add mod topLvl">
          <ac:chgData name="(20102772) Malgorzata Victor" userId="7fb174c8-8e8e-4f34-9d71-e72d03f937b6" providerId="ADAL" clId="{BFEEA2DA-0537-4515-AD30-0C62517D2A04}" dt="2025-11-29T23:55:16.548" v="2470" actId="1036"/>
          <ac:spMkLst>
            <pc:docMk/>
            <pc:sldMk cId="0" sldId="260"/>
            <ac:spMk id="4759" creationId="{4CC46CD4-24BF-57EC-24D0-E6D574809345}"/>
          </ac:spMkLst>
        </pc:spChg>
        <pc:spChg chg="add del mod ord">
          <ac:chgData name="(20102772) Malgorzata Victor" userId="7fb174c8-8e8e-4f34-9d71-e72d03f937b6" providerId="ADAL" clId="{BFEEA2DA-0537-4515-AD30-0C62517D2A04}" dt="2025-11-29T23:29:30.080" v="1643" actId="478"/>
          <ac:spMkLst>
            <pc:docMk/>
            <pc:sldMk cId="0" sldId="260"/>
            <ac:spMk id="4760" creationId="{247A2795-2EA3-1C01-59CC-06F2CC5CE8A3}"/>
          </ac:spMkLst>
        </pc:spChg>
        <pc:spChg chg="add del mod">
          <ac:chgData name="(20102772) Malgorzata Victor" userId="7fb174c8-8e8e-4f34-9d71-e72d03f937b6" providerId="ADAL" clId="{BFEEA2DA-0537-4515-AD30-0C62517D2A04}" dt="2025-11-29T23:52:45.811" v="2373" actId="478"/>
          <ac:spMkLst>
            <pc:docMk/>
            <pc:sldMk cId="0" sldId="260"/>
            <ac:spMk id="4785" creationId="{856386CD-1215-3764-9541-413F15F1F8E9}"/>
          </ac:spMkLst>
        </pc:spChg>
        <pc:spChg chg="add del mod">
          <ac:chgData name="(20102772) Malgorzata Victor" userId="7fb174c8-8e8e-4f34-9d71-e72d03f937b6" providerId="ADAL" clId="{BFEEA2DA-0537-4515-AD30-0C62517D2A04}" dt="2025-11-29T23:27:09.202" v="1552" actId="478"/>
          <ac:spMkLst>
            <pc:docMk/>
            <pc:sldMk cId="0" sldId="260"/>
            <ac:spMk id="4787" creationId="{024E222A-1FE3-A47F-7C9B-FA5C52D1F135}"/>
          </ac:spMkLst>
        </pc:spChg>
        <pc:spChg chg="add del mod">
          <ac:chgData name="(20102772) Malgorzata Victor" userId="7fb174c8-8e8e-4f34-9d71-e72d03f937b6" providerId="ADAL" clId="{BFEEA2DA-0537-4515-AD30-0C62517D2A04}" dt="2025-11-29T23:28:41.204" v="1621" actId="478"/>
          <ac:spMkLst>
            <pc:docMk/>
            <pc:sldMk cId="0" sldId="260"/>
            <ac:spMk id="4794" creationId="{663D509D-E056-B49A-714E-E6EAD1D5C88D}"/>
          </ac:spMkLst>
        </pc:spChg>
        <pc:spChg chg="add mod">
          <ac:chgData name="(20102772) Malgorzata Victor" userId="7fb174c8-8e8e-4f34-9d71-e72d03f937b6" providerId="ADAL" clId="{BFEEA2DA-0537-4515-AD30-0C62517D2A04}" dt="2025-11-29T23:29:49.591" v="1646"/>
          <ac:spMkLst>
            <pc:docMk/>
            <pc:sldMk cId="0" sldId="260"/>
            <ac:spMk id="4795" creationId="{D40080F8-17C7-091F-BD72-6861B6A3B0F6}"/>
          </ac:spMkLst>
        </pc:spChg>
        <pc:spChg chg="add mod">
          <ac:chgData name="(20102772) Malgorzata Victor" userId="7fb174c8-8e8e-4f34-9d71-e72d03f937b6" providerId="ADAL" clId="{BFEEA2DA-0537-4515-AD30-0C62517D2A04}" dt="2025-11-29T23:31:14.471" v="1675"/>
          <ac:spMkLst>
            <pc:docMk/>
            <pc:sldMk cId="0" sldId="260"/>
            <ac:spMk id="4796" creationId="{0E4FB26F-173B-7A26-1740-3C25C316F10E}"/>
          </ac:spMkLst>
        </pc:spChg>
        <pc:spChg chg="mod">
          <ac:chgData name="(20102772) Malgorzata Victor" userId="7fb174c8-8e8e-4f34-9d71-e72d03f937b6" providerId="ADAL" clId="{BFEEA2DA-0537-4515-AD30-0C62517D2A04}" dt="2025-11-29T23:33:23.627" v="1700" actId="207"/>
          <ac:spMkLst>
            <pc:docMk/>
            <pc:sldMk cId="0" sldId="260"/>
            <ac:spMk id="4798" creationId="{B84A3890-627D-77C6-DA05-BB4E795A2525}"/>
          </ac:spMkLst>
        </pc:spChg>
        <pc:spChg chg="mod">
          <ac:chgData name="(20102772) Malgorzata Victor" userId="7fb174c8-8e8e-4f34-9d71-e72d03f937b6" providerId="ADAL" clId="{BFEEA2DA-0537-4515-AD30-0C62517D2A04}" dt="2025-11-29T23:33:23.627" v="1700" actId="207"/>
          <ac:spMkLst>
            <pc:docMk/>
            <pc:sldMk cId="0" sldId="260"/>
            <ac:spMk id="4799" creationId="{D630344D-8796-195E-2DF2-80F016460C47}"/>
          </ac:spMkLst>
        </pc:spChg>
        <pc:spChg chg="mod">
          <ac:chgData name="(20102772) Malgorzata Victor" userId="7fb174c8-8e8e-4f34-9d71-e72d03f937b6" providerId="ADAL" clId="{BFEEA2DA-0537-4515-AD30-0C62517D2A04}" dt="2025-11-29T23:33:23.627" v="1700" actId="207"/>
          <ac:spMkLst>
            <pc:docMk/>
            <pc:sldMk cId="0" sldId="260"/>
            <ac:spMk id="4800" creationId="{C374370E-9B35-10B1-CCE7-B9634D0AFEEA}"/>
          </ac:spMkLst>
        </pc:spChg>
        <pc:spChg chg="mod">
          <ac:chgData name="(20102772) Malgorzata Victor" userId="7fb174c8-8e8e-4f34-9d71-e72d03f937b6" providerId="ADAL" clId="{BFEEA2DA-0537-4515-AD30-0C62517D2A04}" dt="2025-11-29T23:33:23.627" v="1700" actId="207"/>
          <ac:spMkLst>
            <pc:docMk/>
            <pc:sldMk cId="0" sldId="260"/>
            <ac:spMk id="4801" creationId="{C0720590-F4B5-B95F-FBE5-8602FB464570}"/>
          </ac:spMkLst>
        </pc:spChg>
        <pc:spChg chg="mod">
          <ac:chgData name="(20102772) Malgorzata Victor" userId="7fb174c8-8e8e-4f34-9d71-e72d03f937b6" providerId="ADAL" clId="{BFEEA2DA-0537-4515-AD30-0C62517D2A04}" dt="2025-11-29T23:33:23.627" v="1700" actId="207"/>
          <ac:spMkLst>
            <pc:docMk/>
            <pc:sldMk cId="0" sldId="260"/>
            <ac:spMk id="4802" creationId="{9D2B9670-EDBA-D429-5964-8609D219F8F7}"/>
          </ac:spMkLst>
        </pc:spChg>
        <pc:spChg chg="mod">
          <ac:chgData name="(20102772) Malgorzata Victor" userId="7fb174c8-8e8e-4f34-9d71-e72d03f937b6" providerId="ADAL" clId="{BFEEA2DA-0537-4515-AD30-0C62517D2A04}" dt="2025-11-29T23:33:23.627" v="1700" actId="207"/>
          <ac:spMkLst>
            <pc:docMk/>
            <pc:sldMk cId="0" sldId="260"/>
            <ac:spMk id="4803" creationId="{367C02F7-542F-9629-1761-195F5FDE0395}"/>
          </ac:spMkLst>
        </pc:spChg>
        <pc:spChg chg="mod">
          <ac:chgData name="(20102772) Malgorzata Victor" userId="7fb174c8-8e8e-4f34-9d71-e72d03f937b6" providerId="ADAL" clId="{BFEEA2DA-0537-4515-AD30-0C62517D2A04}" dt="2025-11-29T23:33:23.627" v="1700" actId="207"/>
          <ac:spMkLst>
            <pc:docMk/>
            <pc:sldMk cId="0" sldId="260"/>
            <ac:spMk id="4804" creationId="{D23D3F0F-57B3-DE55-B783-3139D3D969D2}"/>
          </ac:spMkLst>
        </pc:spChg>
        <pc:spChg chg="mod">
          <ac:chgData name="(20102772) Malgorzata Victor" userId="7fb174c8-8e8e-4f34-9d71-e72d03f937b6" providerId="ADAL" clId="{BFEEA2DA-0537-4515-AD30-0C62517D2A04}" dt="2025-11-29T23:33:23.627" v="1700" actId="207"/>
          <ac:spMkLst>
            <pc:docMk/>
            <pc:sldMk cId="0" sldId="260"/>
            <ac:spMk id="4805" creationId="{BC8A955A-A265-542F-97D9-C6714BC2EFAD}"/>
          </ac:spMkLst>
        </pc:spChg>
        <pc:spChg chg="mod">
          <ac:chgData name="(20102772) Malgorzata Victor" userId="7fb174c8-8e8e-4f34-9d71-e72d03f937b6" providerId="ADAL" clId="{BFEEA2DA-0537-4515-AD30-0C62517D2A04}" dt="2025-11-29T23:33:23.627" v="1700" actId="207"/>
          <ac:spMkLst>
            <pc:docMk/>
            <pc:sldMk cId="0" sldId="260"/>
            <ac:spMk id="4806" creationId="{362652C2-8135-B622-9966-7C8F8BFA0EF7}"/>
          </ac:spMkLst>
        </pc:spChg>
        <pc:spChg chg="add mod ord">
          <ac:chgData name="(20102772) Malgorzata Victor" userId="7fb174c8-8e8e-4f34-9d71-e72d03f937b6" providerId="ADAL" clId="{BFEEA2DA-0537-4515-AD30-0C62517D2A04}" dt="2025-11-29T23:55:16.548" v="2470" actId="1036"/>
          <ac:spMkLst>
            <pc:docMk/>
            <pc:sldMk cId="0" sldId="260"/>
            <ac:spMk id="4807" creationId="{7A53212C-3ED2-EEA4-D4F3-727611740B31}"/>
          </ac:spMkLst>
        </pc:spChg>
        <pc:spChg chg="mod">
          <ac:chgData name="(20102772) Malgorzata Victor" userId="7fb174c8-8e8e-4f34-9d71-e72d03f937b6" providerId="ADAL" clId="{BFEEA2DA-0537-4515-AD30-0C62517D2A04}" dt="2025-11-29T23:33:53.129" v="1709"/>
          <ac:spMkLst>
            <pc:docMk/>
            <pc:sldMk cId="0" sldId="260"/>
            <ac:spMk id="4809" creationId="{8F0BE29C-8E84-CD99-0652-8DDE4121853D}"/>
          </ac:spMkLst>
        </pc:spChg>
        <pc:spChg chg="mod">
          <ac:chgData name="(20102772) Malgorzata Victor" userId="7fb174c8-8e8e-4f34-9d71-e72d03f937b6" providerId="ADAL" clId="{BFEEA2DA-0537-4515-AD30-0C62517D2A04}" dt="2025-11-29T23:33:53.129" v="1709"/>
          <ac:spMkLst>
            <pc:docMk/>
            <pc:sldMk cId="0" sldId="260"/>
            <ac:spMk id="4810" creationId="{483144CF-B5F1-C93E-FA6D-A9B49536867E}"/>
          </ac:spMkLst>
        </pc:spChg>
        <pc:spChg chg="mod">
          <ac:chgData name="(20102772) Malgorzata Victor" userId="7fb174c8-8e8e-4f34-9d71-e72d03f937b6" providerId="ADAL" clId="{BFEEA2DA-0537-4515-AD30-0C62517D2A04}" dt="2025-11-29T23:33:53.129" v="1709"/>
          <ac:spMkLst>
            <pc:docMk/>
            <pc:sldMk cId="0" sldId="260"/>
            <ac:spMk id="4811" creationId="{DCFFCC7F-7F71-4D10-94C2-37FF0AB5FF1E}"/>
          </ac:spMkLst>
        </pc:spChg>
        <pc:spChg chg="add del mod">
          <ac:chgData name="(20102772) Malgorzata Victor" userId="7fb174c8-8e8e-4f34-9d71-e72d03f937b6" providerId="ADAL" clId="{BFEEA2DA-0537-4515-AD30-0C62517D2A04}" dt="2025-11-29T23:34:11.130" v="1716" actId="478"/>
          <ac:spMkLst>
            <pc:docMk/>
            <pc:sldMk cId="0" sldId="260"/>
            <ac:spMk id="4812" creationId="{2864D1EA-D79B-50B5-84D3-DE91DFEDBF71}"/>
          </ac:spMkLst>
        </pc:spChg>
        <pc:spChg chg="mod">
          <ac:chgData name="(20102772) Malgorzata Victor" userId="7fb174c8-8e8e-4f34-9d71-e72d03f937b6" providerId="ADAL" clId="{BFEEA2DA-0537-4515-AD30-0C62517D2A04}" dt="2025-11-29T23:33:53.129" v="1709"/>
          <ac:spMkLst>
            <pc:docMk/>
            <pc:sldMk cId="0" sldId="260"/>
            <ac:spMk id="4813" creationId="{E0B761EF-7CAF-1712-ED54-1C8E195BF455}"/>
          </ac:spMkLst>
        </pc:spChg>
        <pc:spChg chg="mod">
          <ac:chgData name="(20102772) Malgorzata Victor" userId="7fb174c8-8e8e-4f34-9d71-e72d03f937b6" providerId="ADAL" clId="{BFEEA2DA-0537-4515-AD30-0C62517D2A04}" dt="2025-11-29T23:33:53.129" v="1709"/>
          <ac:spMkLst>
            <pc:docMk/>
            <pc:sldMk cId="0" sldId="260"/>
            <ac:spMk id="4814" creationId="{DB5BB954-8D82-2A21-1929-2123DCDFBCD6}"/>
          </ac:spMkLst>
        </pc:spChg>
        <pc:spChg chg="mod">
          <ac:chgData name="(20102772) Malgorzata Victor" userId="7fb174c8-8e8e-4f34-9d71-e72d03f937b6" providerId="ADAL" clId="{BFEEA2DA-0537-4515-AD30-0C62517D2A04}" dt="2025-11-29T23:33:53.129" v="1709"/>
          <ac:spMkLst>
            <pc:docMk/>
            <pc:sldMk cId="0" sldId="260"/>
            <ac:spMk id="4815" creationId="{416DE3E7-1BA7-A7A5-1FD6-A98AC63CBA3E}"/>
          </ac:spMkLst>
        </pc:spChg>
        <pc:spChg chg="mod">
          <ac:chgData name="(20102772) Malgorzata Victor" userId="7fb174c8-8e8e-4f34-9d71-e72d03f937b6" providerId="ADAL" clId="{BFEEA2DA-0537-4515-AD30-0C62517D2A04}" dt="2025-11-29T23:33:53.129" v="1709"/>
          <ac:spMkLst>
            <pc:docMk/>
            <pc:sldMk cId="0" sldId="260"/>
            <ac:spMk id="4816" creationId="{D379B157-A7FF-DC5C-BCC8-309AC362B11E}"/>
          </ac:spMkLst>
        </pc:spChg>
        <pc:spChg chg="mod">
          <ac:chgData name="(20102772) Malgorzata Victor" userId="7fb174c8-8e8e-4f34-9d71-e72d03f937b6" providerId="ADAL" clId="{BFEEA2DA-0537-4515-AD30-0C62517D2A04}" dt="2025-11-29T23:33:53.129" v="1709"/>
          <ac:spMkLst>
            <pc:docMk/>
            <pc:sldMk cId="0" sldId="260"/>
            <ac:spMk id="4817" creationId="{B51C9822-67C7-96C1-065C-F91EBAB9F583}"/>
          </ac:spMkLst>
        </pc:spChg>
        <pc:spChg chg="add mod">
          <ac:chgData name="(20102772) Malgorzata Victor" userId="7fb174c8-8e8e-4f34-9d71-e72d03f937b6" providerId="ADAL" clId="{BFEEA2DA-0537-4515-AD30-0C62517D2A04}" dt="2025-11-29T23:40:25.414" v="2008" actId="113"/>
          <ac:spMkLst>
            <pc:docMk/>
            <pc:sldMk cId="0" sldId="260"/>
            <ac:spMk id="4818" creationId="{C3B9122C-D274-0AE4-F64B-DBD0D76E3D19}"/>
          </ac:spMkLst>
        </pc:spChg>
        <pc:spChg chg="add mod">
          <ac:chgData name="(20102772) Malgorzata Victor" userId="7fb174c8-8e8e-4f34-9d71-e72d03f937b6" providerId="ADAL" clId="{BFEEA2DA-0537-4515-AD30-0C62517D2A04}" dt="2025-11-29T23:55:21.360" v="2472" actId="113"/>
          <ac:spMkLst>
            <pc:docMk/>
            <pc:sldMk cId="0" sldId="260"/>
            <ac:spMk id="4829" creationId="{F637B82B-1BCF-D721-6090-39498D44EC47}"/>
          </ac:spMkLst>
        </pc:spChg>
        <pc:grpChg chg="del">
          <ac:chgData name="(20102772) Malgorzata Victor" userId="7fb174c8-8e8e-4f34-9d71-e72d03f937b6" providerId="ADAL" clId="{BFEEA2DA-0537-4515-AD30-0C62517D2A04}" dt="2025-11-29T23:13:46.481" v="1188" actId="478"/>
          <ac:grpSpMkLst>
            <pc:docMk/>
            <pc:sldMk cId="0" sldId="260"/>
            <ac:grpSpMk id="4099" creationId="{00000000-0000-0000-0000-000000000000}"/>
          </ac:grpSpMkLst>
        </pc:grpChg>
        <pc:grpChg chg="mod">
          <ac:chgData name="(20102772) Malgorzata Victor" userId="7fb174c8-8e8e-4f34-9d71-e72d03f937b6" providerId="ADAL" clId="{BFEEA2DA-0537-4515-AD30-0C62517D2A04}" dt="2025-11-29T23:30:12.978" v="1657" actId="1076"/>
          <ac:grpSpMkLst>
            <pc:docMk/>
            <pc:sldMk cId="0" sldId="260"/>
            <ac:grpSpMk id="4439" creationId="{AF10AD73-B946-3D7E-CD4E-DF4421ABCAD2}"/>
          </ac:grpSpMkLst>
        </pc:grpChg>
        <pc:grpChg chg="del">
          <ac:chgData name="(20102772) Malgorzata Victor" userId="7fb174c8-8e8e-4f34-9d71-e72d03f937b6" providerId="ADAL" clId="{BFEEA2DA-0537-4515-AD30-0C62517D2A04}" dt="2025-11-29T23:20:10.247" v="1337" actId="478"/>
          <ac:grpSpMkLst>
            <pc:docMk/>
            <pc:sldMk cId="0" sldId="260"/>
            <ac:grpSpMk id="4713" creationId="{63770DFE-F646-D037-9275-C8E093BBC9C6}"/>
          </ac:grpSpMkLst>
        </pc:grpChg>
        <pc:grpChg chg="del">
          <ac:chgData name="(20102772) Malgorzata Victor" userId="7fb174c8-8e8e-4f34-9d71-e72d03f937b6" providerId="ADAL" clId="{BFEEA2DA-0537-4515-AD30-0C62517D2A04}" dt="2025-11-29T23:20:10.247" v="1337" actId="478"/>
          <ac:grpSpMkLst>
            <pc:docMk/>
            <pc:sldMk cId="0" sldId="260"/>
            <ac:grpSpMk id="4722" creationId="{6AAF2398-106C-0DBE-0EE0-8581CBF45A00}"/>
          </ac:grpSpMkLst>
        </pc:grpChg>
        <pc:grpChg chg="del">
          <ac:chgData name="(20102772) Malgorzata Victor" userId="7fb174c8-8e8e-4f34-9d71-e72d03f937b6" providerId="ADAL" clId="{BFEEA2DA-0537-4515-AD30-0C62517D2A04}" dt="2025-11-29T23:20:10.247" v="1337" actId="478"/>
          <ac:grpSpMkLst>
            <pc:docMk/>
            <pc:sldMk cId="0" sldId="260"/>
            <ac:grpSpMk id="4727" creationId="{0B2EE56B-EDB4-686C-BEC7-9E647FA01A09}"/>
          </ac:grpSpMkLst>
        </pc:grpChg>
        <pc:grpChg chg="del">
          <ac:chgData name="(20102772) Malgorzata Victor" userId="7fb174c8-8e8e-4f34-9d71-e72d03f937b6" providerId="ADAL" clId="{BFEEA2DA-0537-4515-AD30-0C62517D2A04}" dt="2025-11-29T23:20:10.247" v="1337" actId="478"/>
          <ac:grpSpMkLst>
            <pc:docMk/>
            <pc:sldMk cId="0" sldId="260"/>
            <ac:grpSpMk id="4736" creationId="{F76C7AE4-C1DB-585A-B118-9D4F19671DCE}"/>
          </ac:grpSpMkLst>
        </pc:grpChg>
        <pc:grpChg chg="del">
          <ac:chgData name="(20102772) Malgorzata Victor" userId="7fb174c8-8e8e-4f34-9d71-e72d03f937b6" providerId="ADAL" clId="{BFEEA2DA-0537-4515-AD30-0C62517D2A04}" dt="2025-11-29T23:20:10.247" v="1337" actId="478"/>
          <ac:grpSpMkLst>
            <pc:docMk/>
            <pc:sldMk cId="0" sldId="260"/>
            <ac:grpSpMk id="4740" creationId="{E8135CFC-ED3E-E914-5F26-C7EDAF4F1D5D}"/>
          </ac:grpSpMkLst>
        </pc:grpChg>
        <pc:grpChg chg="add del mod">
          <ac:chgData name="(20102772) Malgorzata Victor" userId="7fb174c8-8e8e-4f34-9d71-e72d03f937b6" providerId="ADAL" clId="{BFEEA2DA-0537-4515-AD30-0C62517D2A04}" dt="2025-11-29T23:24:14.425" v="1443" actId="165"/>
          <ac:grpSpMkLst>
            <pc:docMk/>
            <pc:sldMk cId="0" sldId="260"/>
            <ac:grpSpMk id="4761" creationId="{1321C000-0C06-7914-FBAF-B74EDFF3A0FB}"/>
          </ac:grpSpMkLst>
        </pc:grpChg>
        <pc:grpChg chg="add del mod">
          <ac:chgData name="(20102772) Malgorzata Victor" userId="7fb174c8-8e8e-4f34-9d71-e72d03f937b6" providerId="ADAL" clId="{BFEEA2DA-0537-4515-AD30-0C62517D2A04}" dt="2025-11-29T23:24:25.860" v="1446" actId="165"/>
          <ac:grpSpMkLst>
            <pc:docMk/>
            <pc:sldMk cId="0" sldId="260"/>
            <ac:grpSpMk id="4762" creationId="{4C931F3D-9099-7977-8097-DAAF41B83BB9}"/>
          </ac:grpSpMkLst>
        </pc:grpChg>
        <pc:grpChg chg="add mod">
          <ac:chgData name="(20102772) Malgorzata Victor" userId="7fb174c8-8e8e-4f34-9d71-e72d03f937b6" providerId="ADAL" clId="{BFEEA2DA-0537-4515-AD30-0C62517D2A04}" dt="2025-11-29T23:27:07.473" v="1550" actId="164"/>
          <ac:grpSpMkLst>
            <pc:docMk/>
            <pc:sldMk cId="0" sldId="260"/>
            <ac:grpSpMk id="4788" creationId="{9FC14481-E834-7852-0133-84C5207191FA}"/>
          </ac:grpSpMkLst>
        </pc:grpChg>
        <pc:grpChg chg="add mod topLvl">
          <ac:chgData name="(20102772) Malgorzata Victor" userId="7fb174c8-8e8e-4f34-9d71-e72d03f937b6" providerId="ADAL" clId="{BFEEA2DA-0537-4515-AD30-0C62517D2A04}" dt="2025-11-29T23:53:54.134" v="2377" actId="165"/>
          <ac:grpSpMkLst>
            <pc:docMk/>
            <pc:sldMk cId="0" sldId="260"/>
            <ac:grpSpMk id="4789" creationId="{F90EF34C-14DE-F0FC-E20F-F35EECDE465E}"/>
          </ac:grpSpMkLst>
        </pc:grpChg>
        <pc:grpChg chg="add del mod">
          <ac:chgData name="(20102772) Malgorzata Victor" userId="7fb174c8-8e8e-4f34-9d71-e72d03f937b6" providerId="ADAL" clId="{BFEEA2DA-0537-4515-AD30-0C62517D2A04}" dt="2025-11-29T23:52:45.811" v="2373" actId="478"/>
          <ac:grpSpMkLst>
            <pc:docMk/>
            <pc:sldMk cId="0" sldId="260"/>
            <ac:grpSpMk id="4790" creationId="{1B876414-47C4-8337-C033-D8317CF448F8}"/>
          </ac:grpSpMkLst>
        </pc:grpChg>
        <pc:grpChg chg="add del mod">
          <ac:chgData name="(20102772) Malgorzata Victor" userId="7fb174c8-8e8e-4f34-9d71-e72d03f937b6" providerId="ADAL" clId="{BFEEA2DA-0537-4515-AD30-0C62517D2A04}" dt="2025-11-29T23:53:54.134" v="2377" actId="165"/>
          <ac:grpSpMkLst>
            <pc:docMk/>
            <pc:sldMk cId="0" sldId="260"/>
            <ac:grpSpMk id="4791" creationId="{00E23114-D859-2443-A9F3-E0A6ABEB70C2}"/>
          </ac:grpSpMkLst>
        </pc:grpChg>
        <pc:grpChg chg="add mod">
          <ac:chgData name="(20102772) Malgorzata Victor" userId="7fb174c8-8e8e-4f34-9d71-e72d03f937b6" providerId="ADAL" clId="{BFEEA2DA-0537-4515-AD30-0C62517D2A04}" dt="2025-11-29T23:29:56.624" v="1649" actId="1076"/>
          <ac:grpSpMkLst>
            <pc:docMk/>
            <pc:sldMk cId="0" sldId="260"/>
            <ac:grpSpMk id="4792" creationId="{FC70072F-758E-15CA-E5D4-86966E5B81F3}"/>
          </ac:grpSpMkLst>
        </pc:grpChg>
        <pc:grpChg chg="add mod ord">
          <ac:chgData name="(20102772) Malgorzata Victor" userId="7fb174c8-8e8e-4f34-9d71-e72d03f937b6" providerId="ADAL" clId="{BFEEA2DA-0537-4515-AD30-0C62517D2A04}" dt="2025-11-29T23:33:30.717" v="1703" actId="167"/>
          <ac:grpSpMkLst>
            <pc:docMk/>
            <pc:sldMk cId="0" sldId="260"/>
            <ac:grpSpMk id="4797" creationId="{0B22A1B5-1B5B-E3C5-02D4-C38DFC3BB6FB}"/>
          </ac:grpSpMkLst>
        </pc:grpChg>
        <pc:grpChg chg="add del mod ord">
          <ac:chgData name="(20102772) Malgorzata Victor" userId="7fb174c8-8e8e-4f34-9d71-e72d03f937b6" providerId="ADAL" clId="{BFEEA2DA-0537-4515-AD30-0C62517D2A04}" dt="2025-11-29T23:34:13.015" v="1717" actId="478"/>
          <ac:grpSpMkLst>
            <pc:docMk/>
            <pc:sldMk cId="0" sldId="260"/>
            <ac:grpSpMk id="4808" creationId="{C80E6143-18F5-72D7-D5A1-E9AB69B8DF49}"/>
          </ac:grpSpMkLst>
        </pc:grpChg>
        <pc:graphicFrameChg chg="add del mod modGraphic">
          <ac:chgData name="(20102772) Malgorzata Victor" userId="7fb174c8-8e8e-4f34-9d71-e72d03f937b6" providerId="ADAL" clId="{BFEEA2DA-0537-4515-AD30-0C62517D2A04}" dt="2025-11-29T23:22:19.846" v="1396" actId="478"/>
          <ac:graphicFrameMkLst>
            <pc:docMk/>
            <pc:sldMk cId="0" sldId="260"/>
            <ac:graphicFrameMk id="4691" creationId="{5FCD3639-CBDB-3E8E-2297-78E479AC4534}"/>
          </ac:graphicFrameMkLst>
        </pc:graphicFrameChg>
        <pc:graphicFrameChg chg="add del mod modGraphic">
          <ac:chgData name="(20102772) Malgorzata Victor" userId="7fb174c8-8e8e-4f34-9d71-e72d03f937b6" providerId="ADAL" clId="{BFEEA2DA-0537-4515-AD30-0C62517D2A04}" dt="2025-11-29T23:28:03.029" v="1594" actId="478"/>
          <ac:graphicFrameMkLst>
            <pc:docMk/>
            <pc:sldMk cId="0" sldId="260"/>
            <ac:graphicFrameMk id="4793" creationId="{FE08CAB3-C22F-77F2-AEE1-239ACA447F35}"/>
          </ac:graphicFrameMkLst>
        </pc:graphicFrameChg>
        <pc:picChg chg="add del">
          <ac:chgData name="(20102772) Malgorzata Victor" userId="7fb174c8-8e8e-4f34-9d71-e72d03f937b6" providerId="ADAL" clId="{BFEEA2DA-0537-4515-AD30-0C62517D2A04}" dt="2025-11-29T23:15:52.142" v="1236" actId="478"/>
          <ac:picMkLst>
            <pc:docMk/>
            <pc:sldMk cId="0" sldId="260"/>
            <ac:picMk id="4679" creationId="{62B21671-F1EC-96B1-FAD0-5B81B209AD6C}"/>
          </ac:picMkLst>
        </pc:picChg>
        <pc:picChg chg="add mod">
          <ac:chgData name="(20102772) Malgorzata Victor" userId="7fb174c8-8e8e-4f34-9d71-e72d03f937b6" providerId="ADAL" clId="{BFEEA2DA-0537-4515-AD30-0C62517D2A04}" dt="2025-11-29T23:54:15.156" v="2396" actId="12789"/>
          <ac:picMkLst>
            <pc:docMk/>
            <pc:sldMk cId="0" sldId="260"/>
            <ac:picMk id="4820" creationId="{3E27C45A-7403-2034-C7EF-7FBF4D1B10ED}"/>
          </ac:picMkLst>
        </pc:picChg>
        <pc:cxnChg chg="del mod">
          <ac:chgData name="(20102772) Malgorzata Victor" userId="7fb174c8-8e8e-4f34-9d71-e72d03f937b6" providerId="ADAL" clId="{BFEEA2DA-0537-4515-AD30-0C62517D2A04}" dt="2025-11-29T23:21:32.289" v="1378" actId="478"/>
          <ac:cxnSpMkLst>
            <pc:docMk/>
            <pc:sldMk cId="0" sldId="260"/>
            <ac:cxnSpMk id="4708" creationId="{91AADEF6-6C33-9223-89D6-229EF7EBB380}"/>
          </ac:cxnSpMkLst>
        </pc:cxnChg>
        <pc:cxnChg chg="del mod">
          <ac:chgData name="(20102772) Malgorzata Victor" userId="7fb174c8-8e8e-4f34-9d71-e72d03f937b6" providerId="ADAL" clId="{BFEEA2DA-0537-4515-AD30-0C62517D2A04}" dt="2025-11-29T23:21:32.289" v="1378" actId="478"/>
          <ac:cxnSpMkLst>
            <pc:docMk/>
            <pc:sldMk cId="0" sldId="260"/>
            <ac:cxnSpMk id="4709" creationId="{90562C25-6604-2485-26E5-002D15B875EE}"/>
          </ac:cxnSpMkLst>
        </pc:cxnChg>
        <pc:cxnChg chg="del mod">
          <ac:chgData name="(20102772) Malgorzata Victor" userId="7fb174c8-8e8e-4f34-9d71-e72d03f937b6" providerId="ADAL" clId="{BFEEA2DA-0537-4515-AD30-0C62517D2A04}" dt="2025-11-29T23:21:32.289" v="1378" actId="478"/>
          <ac:cxnSpMkLst>
            <pc:docMk/>
            <pc:sldMk cId="0" sldId="260"/>
            <ac:cxnSpMk id="4710" creationId="{E4E0841C-7CC9-E2CD-ADD4-3475E2980894}"/>
          </ac:cxnSpMkLst>
        </pc:cxnChg>
        <pc:cxnChg chg="del mod">
          <ac:chgData name="(20102772) Malgorzata Victor" userId="7fb174c8-8e8e-4f34-9d71-e72d03f937b6" providerId="ADAL" clId="{BFEEA2DA-0537-4515-AD30-0C62517D2A04}" dt="2025-11-29T23:21:32.289" v="1378" actId="478"/>
          <ac:cxnSpMkLst>
            <pc:docMk/>
            <pc:sldMk cId="0" sldId="260"/>
            <ac:cxnSpMk id="4711" creationId="{ED566359-8023-0091-5853-FD715FF1663B}"/>
          </ac:cxnSpMkLst>
        </pc:cxnChg>
        <pc:cxnChg chg="del mod">
          <ac:chgData name="(20102772) Malgorzata Victor" userId="7fb174c8-8e8e-4f34-9d71-e72d03f937b6" providerId="ADAL" clId="{BFEEA2DA-0537-4515-AD30-0C62517D2A04}" dt="2025-11-29T23:21:32.289" v="1378" actId="478"/>
          <ac:cxnSpMkLst>
            <pc:docMk/>
            <pc:sldMk cId="0" sldId="260"/>
            <ac:cxnSpMk id="4712" creationId="{43843E9A-D2A9-A39F-9E53-5794D7A36D53}"/>
          </ac:cxnSpMkLst>
        </pc:cxnChg>
        <pc:cxnChg chg="add del mod">
          <ac:chgData name="(20102772) Malgorzata Victor" userId="7fb174c8-8e8e-4f34-9d71-e72d03f937b6" providerId="ADAL" clId="{BFEEA2DA-0537-4515-AD30-0C62517D2A04}" dt="2025-11-29T23:21:32.289" v="1378" actId="478"/>
          <ac:cxnSpMkLst>
            <pc:docMk/>
            <pc:sldMk cId="0" sldId="260"/>
            <ac:cxnSpMk id="4754" creationId="{D6717785-76C4-6AEA-0A29-93C39CD25AE9}"/>
          </ac:cxnSpMkLst>
        </pc:cxnChg>
        <pc:cxnChg chg="add mod">
          <ac:chgData name="(20102772) Malgorzata Victor" userId="7fb174c8-8e8e-4f34-9d71-e72d03f937b6" providerId="ADAL" clId="{BFEEA2DA-0537-4515-AD30-0C62517D2A04}" dt="2025-11-29T23:54:15.156" v="2396" actId="12789"/>
          <ac:cxnSpMkLst>
            <pc:docMk/>
            <pc:sldMk cId="0" sldId="260"/>
            <ac:cxnSpMk id="4757" creationId="{233B23E1-40F3-605F-5522-FD11CD67B57B}"/>
          </ac:cxnSpMkLst>
        </pc:cxnChg>
        <pc:cxnChg chg="add mod">
          <ac:chgData name="(20102772) Malgorzata Victor" userId="7fb174c8-8e8e-4f34-9d71-e72d03f937b6" providerId="ADAL" clId="{BFEEA2DA-0537-4515-AD30-0C62517D2A04}" dt="2025-11-29T23:54:15.156" v="2396" actId="12789"/>
          <ac:cxnSpMkLst>
            <pc:docMk/>
            <pc:sldMk cId="0" sldId="260"/>
            <ac:cxnSpMk id="4765" creationId="{06032253-72E1-1BF6-9BEE-0CC5749DB2DC}"/>
          </ac:cxnSpMkLst>
        </pc:cxnChg>
        <pc:cxnChg chg="add mod">
          <ac:chgData name="(20102772) Malgorzata Victor" userId="7fb174c8-8e8e-4f34-9d71-e72d03f937b6" providerId="ADAL" clId="{BFEEA2DA-0537-4515-AD30-0C62517D2A04}" dt="2025-11-29T23:54:15.156" v="2396" actId="12789"/>
          <ac:cxnSpMkLst>
            <pc:docMk/>
            <pc:sldMk cId="0" sldId="260"/>
            <ac:cxnSpMk id="4768" creationId="{9513776A-4502-315A-39CD-35E612877DC0}"/>
          </ac:cxnSpMkLst>
        </pc:cxnChg>
        <pc:cxnChg chg="add mod">
          <ac:chgData name="(20102772) Malgorzata Victor" userId="7fb174c8-8e8e-4f34-9d71-e72d03f937b6" providerId="ADAL" clId="{BFEEA2DA-0537-4515-AD30-0C62517D2A04}" dt="2025-11-29T23:54:15.156" v="2396" actId="12789"/>
          <ac:cxnSpMkLst>
            <pc:docMk/>
            <pc:sldMk cId="0" sldId="260"/>
            <ac:cxnSpMk id="4771" creationId="{797464A2-7879-B8B1-8AED-0347B3C372E1}"/>
          </ac:cxnSpMkLst>
        </pc:cxnChg>
        <pc:cxnChg chg="add mod">
          <ac:chgData name="(20102772) Malgorzata Victor" userId="7fb174c8-8e8e-4f34-9d71-e72d03f937b6" providerId="ADAL" clId="{BFEEA2DA-0537-4515-AD30-0C62517D2A04}" dt="2025-11-29T23:54:15.156" v="2396" actId="12789"/>
          <ac:cxnSpMkLst>
            <pc:docMk/>
            <pc:sldMk cId="0" sldId="260"/>
            <ac:cxnSpMk id="4773" creationId="{207D6851-0AE4-9BE9-BC82-1B40BC2DB8BF}"/>
          </ac:cxnSpMkLst>
        </pc:cxnChg>
        <pc:cxnChg chg="add mod">
          <ac:chgData name="(20102772) Malgorzata Victor" userId="7fb174c8-8e8e-4f34-9d71-e72d03f937b6" providerId="ADAL" clId="{BFEEA2DA-0537-4515-AD30-0C62517D2A04}" dt="2025-11-29T23:54:15.156" v="2396" actId="12789"/>
          <ac:cxnSpMkLst>
            <pc:docMk/>
            <pc:sldMk cId="0" sldId="260"/>
            <ac:cxnSpMk id="4775" creationId="{BF4CFEBD-B8B4-7232-6B84-6228FB67FF39}"/>
          </ac:cxnSpMkLst>
        </pc:cxnChg>
        <pc:cxnChg chg="add mod">
          <ac:chgData name="(20102772) Malgorzata Victor" userId="7fb174c8-8e8e-4f34-9d71-e72d03f937b6" providerId="ADAL" clId="{BFEEA2DA-0537-4515-AD30-0C62517D2A04}" dt="2025-11-29T23:54:15.156" v="2396" actId="12789"/>
          <ac:cxnSpMkLst>
            <pc:docMk/>
            <pc:sldMk cId="0" sldId="260"/>
            <ac:cxnSpMk id="4778" creationId="{DE273791-FEF1-B84A-B7AA-D3556973B070}"/>
          </ac:cxnSpMkLst>
        </pc:cxnChg>
        <pc:cxnChg chg="add mod">
          <ac:chgData name="(20102772) Malgorzata Victor" userId="7fb174c8-8e8e-4f34-9d71-e72d03f937b6" providerId="ADAL" clId="{BFEEA2DA-0537-4515-AD30-0C62517D2A04}" dt="2025-11-29T23:54:15.156" v="2396" actId="12789"/>
          <ac:cxnSpMkLst>
            <pc:docMk/>
            <pc:sldMk cId="0" sldId="260"/>
            <ac:cxnSpMk id="4781" creationId="{008C0B55-A43F-AE05-DF3C-24A9BF847F12}"/>
          </ac:cxnSpMkLst>
        </pc:cxnChg>
      </pc:sldChg>
      <pc:sldChg chg="addSp delSp modSp mod ord modTransition modNotes">
        <pc:chgData name="(20102772) Malgorzata Victor" userId="7fb174c8-8e8e-4f34-9d71-e72d03f937b6" providerId="ADAL" clId="{BFEEA2DA-0537-4515-AD30-0C62517D2A04}" dt="2025-11-30T01:18:56.791" v="3953" actId="164"/>
        <pc:sldMkLst>
          <pc:docMk/>
          <pc:sldMk cId="0" sldId="261"/>
        </pc:sldMkLst>
        <pc:spChg chg="add del mod">
          <ac:chgData name="(20102772) Malgorzata Victor" userId="7fb174c8-8e8e-4f34-9d71-e72d03f937b6" providerId="ADAL" clId="{BFEEA2DA-0537-4515-AD30-0C62517D2A04}" dt="2025-11-30T01:13:23.671" v="3851" actId="478"/>
          <ac:spMkLst>
            <pc:docMk/>
            <pc:sldMk cId="0" sldId="261"/>
            <ac:spMk id="5" creationId="{5FA9B664-25C6-615E-D732-DDA5BBA15524}"/>
          </ac:spMkLst>
        </pc:spChg>
        <pc:spChg chg="add del mod">
          <ac:chgData name="(20102772) Malgorzata Victor" userId="7fb174c8-8e8e-4f34-9d71-e72d03f937b6" providerId="ADAL" clId="{BFEEA2DA-0537-4515-AD30-0C62517D2A04}" dt="2025-11-30T01:13:28.633" v="3854" actId="478"/>
          <ac:spMkLst>
            <pc:docMk/>
            <pc:sldMk cId="0" sldId="261"/>
            <ac:spMk id="7" creationId="{EAF48597-032E-A0F6-7F3F-C3D16AA49D85}"/>
          </ac:spMkLst>
        </pc:spChg>
        <pc:spChg chg="add del mod">
          <ac:chgData name="(20102772) Malgorzata Victor" userId="7fb174c8-8e8e-4f34-9d71-e72d03f937b6" providerId="ADAL" clId="{BFEEA2DA-0537-4515-AD30-0C62517D2A04}" dt="2025-11-30T01:13:31.351" v="3856" actId="478"/>
          <ac:spMkLst>
            <pc:docMk/>
            <pc:sldMk cId="0" sldId="261"/>
            <ac:spMk id="9" creationId="{592A733D-D21D-75E4-B3B9-154CB0100A0D}"/>
          </ac:spMkLst>
        </pc:spChg>
        <pc:spChg chg="add del mod">
          <ac:chgData name="(20102772) Malgorzata Victor" userId="7fb174c8-8e8e-4f34-9d71-e72d03f937b6" providerId="ADAL" clId="{BFEEA2DA-0537-4515-AD30-0C62517D2A04}" dt="2025-11-30T01:14:55.431" v="3877" actId="478"/>
          <ac:spMkLst>
            <pc:docMk/>
            <pc:sldMk cId="0" sldId="261"/>
            <ac:spMk id="10" creationId="{B5C6B966-64F4-1AEF-C1F8-92A32F35369B}"/>
          </ac:spMkLst>
        </pc:spChg>
        <pc:spChg chg="add del mod">
          <ac:chgData name="(20102772) Malgorzata Victor" userId="7fb174c8-8e8e-4f34-9d71-e72d03f937b6" providerId="ADAL" clId="{BFEEA2DA-0537-4515-AD30-0C62517D2A04}" dt="2025-11-30T01:14:54.402" v="3876" actId="478"/>
          <ac:spMkLst>
            <pc:docMk/>
            <pc:sldMk cId="0" sldId="261"/>
            <ac:spMk id="11" creationId="{8359FF33-F443-1DCE-DA38-F718BEB093C4}"/>
          </ac:spMkLst>
        </pc:spChg>
        <pc:spChg chg="add del mod">
          <ac:chgData name="(20102772) Malgorzata Victor" userId="7fb174c8-8e8e-4f34-9d71-e72d03f937b6" providerId="ADAL" clId="{BFEEA2DA-0537-4515-AD30-0C62517D2A04}" dt="2025-11-30T01:14:55.431" v="3877" actId="478"/>
          <ac:spMkLst>
            <pc:docMk/>
            <pc:sldMk cId="0" sldId="261"/>
            <ac:spMk id="12" creationId="{DA866697-3AF7-61BB-E854-A14393C8B28E}"/>
          </ac:spMkLst>
        </pc:spChg>
        <pc:spChg chg="add del mod">
          <ac:chgData name="(20102772) Malgorzata Victor" userId="7fb174c8-8e8e-4f34-9d71-e72d03f937b6" providerId="ADAL" clId="{BFEEA2DA-0537-4515-AD30-0C62517D2A04}" dt="2025-11-30T01:14:54.402" v="3876" actId="478"/>
          <ac:spMkLst>
            <pc:docMk/>
            <pc:sldMk cId="0" sldId="261"/>
            <ac:spMk id="13" creationId="{9FE84612-C9D7-490F-7CB9-0A767BCA97E6}"/>
          </ac:spMkLst>
        </pc:spChg>
        <pc:spChg chg="add del mod">
          <ac:chgData name="(20102772) Malgorzata Victor" userId="7fb174c8-8e8e-4f34-9d71-e72d03f937b6" providerId="ADAL" clId="{BFEEA2DA-0537-4515-AD30-0C62517D2A04}" dt="2025-11-30T01:14:55.431" v="3877" actId="478"/>
          <ac:spMkLst>
            <pc:docMk/>
            <pc:sldMk cId="0" sldId="261"/>
            <ac:spMk id="14" creationId="{A35ABF6D-8D7A-6BD5-1639-65BA57AAB7B3}"/>
          </ac:spMkLst>
        </pc:spChg>
        <pc:spChg chg="add del mod">
          <ac:chgData name="(20102772) Malgorzata Victor" userId="7fb174c8-8e8e-4f34-9d71-e72d03f937b6" providerId="ADAL" clId="{BFEEA2DA-0537-4515-AD30-0C62517D2A04}" dt="2025-11-30T01:14:54.402" v="3876" actId="478"/>
          <ac:spMkLst>
            <pc:docMk/>
            <pc:sldMk cId="0" sldId="261"/>
            <ac:spMk id="15" creationId="{CC4E7CA9-D0B8-D498-2942-E52BF4562885}"/>
          </ac:spMkLst>
        </pc:spChg>
        <pc:spChg chg="add mod">
          <ac:chgData name="(20102772) Malgorzata Victor" userId="7fb174c8-8e8e-4f34-9d71-e72d03f937b6" providerId="ADAL" clId="{BFEEA2DA-0537-4515-AD30-0C62517D2A04}" dt="2025-11-30T01:15:00.718" v="3878"/>
          <ac:spMkLst>
            <pc:docMk/>
            <pc:sldMk cId="0" sldId="261"/>
            <ac:spMk id="16" creationId="{277D31CB-335E-BDA5-3610-C549C1C78436}"/>
          </ac:spMkLst>
        </pc:spChg>
        <pc:spChg chg="add mod">
          <ac:chgData name="(20102772) Malgorzata Victor" userId="7fb174c8-8e8e-4f34-9d71-e72d03f937b6" providerId="ADAL" clId="{BFEEA2DA-0537-4515-AD30-0C62517D2A04}" dt="2025-11-30T01:15:00.718" v="3878"/>
          <ac:spMkLst>
            <pc:docMk/>
            <pc:sldMk cId="0" sldId="261"/>
            <ac:spMk id="17" creationId="{514C6250-F33A-108E-5449-BC4546E4AEE1}"/>
          </ac:spMkLst>
        </pc:spChg>
        <pc:spChg chg="add mod">
          <ac:chgData name="(20102772) Malgorzata Victor" userId="7fb174c8-8e8e-4f34-9d71-e72d03f937b6" providerId="ADAL" clId="{BFEEA2DA-0537-4515-AD30-0C62517D2A04}" dt="2025-11-30T01:15:00.718" v="3878"/>
          <ac:spMkLst>
            <pc:docMk/>
            <pc:sldMk cId="0" sldId="261"/>
            <ac:spMk id="18" creationId="{763E4A76-0D1B-14F2-7B32-4E6D477E5621}"/>
          </ac:spMkLst>
        </pc:spChg>
        <pc:spChg chg="add mod">
          <ac:chgData name="(20102772) Malgorzata Victor" userId="7fb174c8-8e8e-4f34-9d71-e72d03f937b6" providerId="ADAL" clId="{BFEEA2DA-0537-4515-AD30-0C62517D2A04}" dt="2025-11-30T01:15:00.718" v="3878"/>
          <ac:spMkLst>
            <pc:docMk/>
            <pc:sldMk cId="0" sldId="261"/>
            <ac:spMk id="19" creationId="{1C8A7AD9-7FC4-5C67-84DE-4AF5389C96F8}"/>
          </ac:spMkLst>
        </pc:spChg>
        <pc:spChg chg="add mod">
          <ac:chgData name="(20102772) Malgorzata Victor" userId="7fb174c8-8e8e-4f34-9d71-e72d03f937b6" providerId="ADAL" clId="{BFEEA2DA-0537-4515-AD30-0C62517D2A04}" dt="2025-11-30T01:15:02.739" v="3879"/>
          <ac:spMkLst>
            <pc:docMk/>
            <pc:sldMk cId="0" sldId="261"/>
            <ac:spMk id="20" creationId="{1E952A12-A99F-4330-FF68-690CEFB1B86B}"/>
          </ac:spMkLst>
        </pc:spChg>
        <pc:spChg chg="add mod">
          <ac:chgData name="(20102772) Malgorzata Victor" userId="7fb174c8-8e8e-4f34-9d71-e72d03f937b6" providerId="ADAL" clId="{BFEEA2DA-0537-4515-AD30-0C62517D2A04}" dt="2025-11-30T01:15:38.472" v="3893" actId="1076"/>
          <ac:spMkLst>
            <pc:docMk/>
            <pc:sldMk cId="0" sldId="261"/>
            <ac:spMk id="21" creationId="{DBD40003-9B74-10ED-FE9C-93E9FC969C13}"/>
          </ac:spMkLst>
        </pc:spChg>
        <pc:spChg chg="add mod">
          <ac:chgData name="(20102772) Malgorzata Victor" userId="7fb174c8-8e8e-4f34-9d71-e72d03f937b6" providerId="ADAL" clId="{BFEEA2DA-0537-4515-AD30-0C62517D2A04}" dt="2025-11-30T01:15:33.179" v="3892" actId="1076"/>
          <ac:spMkLst>
            <pc:docMk/>
            <pc:sldMk cId="0" sldId="261"/>
            <ac:spMk id="22" creationId="{E564F6D0-378D-60B3-5FAC-4ABA9ECB553B}"/>
          </ac:spMkLst>
        </pc:spChg>
        <pc:spChg chg="add mod">
          <ac:chgData name="(20102772) Malgorzata Victor" userId="7fb174c8-8e8e-4f34-9d71-e72d03f937b6" providerId="ADAL" clId="{BFEEA2DA-0537-4515-AD30-0C62517D2A04}" dt="2025-11-30T01:15:38.472" v="3893" actId="1076"/>
          <ac:spMkLst>
            <pc:docMk/>
            <pc:sldMk cId="0" sldId="261"/>
            <ac:spMk id="23" creationId="{383A2D54-4E4B-9459-7B86-4D4D19988C76}"/>
          </ac:spMkLst>
        </pc:spChg>
        <pc:spChg chg="add mod">
          <ac:chgData name="(20102772) Malgorzata Victor" userId="7fb174c8-8e8e-4f34-9d71-e72d03f937b6" providerId="ADAL" clId="{BFEEA2DA-0537-4515-AD30-0C62517D2A04}" dt="2025-11-30T01:15:33.179" v="3892" actId="1076"/>
          <ac:spMkLst>
            <pc:docMk/>
            <pc:sldMk cId="0" sldId="261"/>
            <ac:spMk id="24" creationId="{3512007E-7BFC-296F-31A5-38B3C874161B}"/>
          </ac:spMkLst>
        </pc:spChg>
        <pc:spChg chg="add mod">
          <ac:chgData name="(20102772) Malgorzata Victor" userId="7fb174c8-8e8e-4f34-9d71-e72d03f937b6" providerId="ADAL" clId="{BFEEA2DA-0537-4515-AD30-0C62517D2A04}" dt="2025-11-30T01:15:58.341" v="3896"/>
          <ac:spMkLst>
            <pc:docMk/>
            <pc:sldMk cId="0" sldId="261"/>
            <ac:spMk id="25" creationId="{BDD644A9-F073-9C11-E921-40DC3C5B6CDF}"/>
          </ac:spMkLst>
        </pc:spChg>
        <pc:spChg chg="add mod">
          <ac:chgData name="(20102772) Malgorzata Victor" userId="7fb174c8-8e8e-4f34-9d71-e72d03f937b6" providerId="ADAL" clId="{BFEEA2DA-0537-4515-AD30-0C62517D2A04}" dt="2025-11-30T01:16:02.729" v="3897"/>
          <ac:spMkLst>
            <pc:docMk/>
            <pc:sldMk cId="0" sldId="261"/>
            <ac:spMk id="26" creationId="{6DB7E82F-EABF-CAC5-9E80-FD066E7B3DAF}"/>
          </ac:spMkLst>
        </pc:spChg>
        <pc:spChg chg="add mod">
          <ac:chgData name="(20102772) Malgorzata Victor" userId="7fb174c8-8e8e-4f34-9d71-e72d03f937b6" providerId="ADAL" clId="{BFEEA2DA-0537-4515-AD30-0C62517D2A04}" dt="2025-11-30T01:18:56.791" v="3953" actId="164"/>
          <ac:spMkLst>
            <pc:docMk/>
            <pc:sldMk cId="0" sldId="261"/>
            <ac:spMk id="39" creationId="{3DCD10E8-079F-2F09-8DBA-CF37374D05B7}"/>
          </ac:spMkLst>
        </pc:spChg>
        <pc:spChg chg="add mod">
          <ac:chgData name="(20102772) Malgorzata Victor" userId="7fb174c8-8e8e-4f34-9d71-e72d03f937b6" providerId="ADAL" clId="{BFEEA2DA-0537-4515-AD30-0C62517D2A04}" dt="2025-11-30T01:18:56.791" v="3953" actId="164"/>
          <ac:spMkLst>
            <pc:docMk/>
            <pc:sldMk cId="0" sldId="261"/>
            <ac:spMk id="40" creationId="{6613CDCE-D19C-5E0F-9B9C-3A1890B7C888}"/>
          </ac:spMkLst>
        </pc:spChg>
        <pc:spChg chg="add mod">
          <ac:chgData name="(20102772) Malgorzata Victor" userId="7fb174c8-8e8e-4f34-9d71-e72d03f937b6" providerId="ADAL" clId="{BFEEA2DA-0537-4515-AD30-0C62517D2A04}" dt="2025-11-30T01:18:56.791" v="3953" actId="164"/>
          <ac:spMkLst>
            <pc:docMk/>
            <pc:sldMk cId="0" sldId="261"/>
            <ac:spMk id="41" creationId="{05EADB15-B36B-CE1F-B1A0-0DBA38D8D5FE}"/>
          </ac:spMkLst>
        </pc:spChg>
        <pc:spChg chg="add mod">
          <ac:chgData name="(20102772) Malgorzata Victor" userId="7fb174c8-8e8e-4f34-9d71-e72d03f937b6" providerId="ADAL" clId="{BFEEA2DA-0537-4515-AD30-0C62517D2A04}" dt="2025-11-30T01:18:56.791" v="3953" actId="164"/>
          <ac:spMkLst>
            <pc:docMk/>
            <pc:sldMk cId="0" sldId="261"/>
            <ac:spMk id="42" creationId="{D9F10D69-7DB8-4537-5FB4-81A2F05C0FFE}"/>
          </ac:spMkLst>
        </pc:spChg>
        <pc:spChg chg="add mod">
          <ac:chgData name="(20102772) Malgorzata Victor" userId="7fb174c8-8e8e-4f34-9d71-e72d03f937b6" providerId="ADAL" clId="{BFEEA2DA-0537-4515-AD30-0C62517D2A04}" dt="2025-11-30T01:18:56.791" v="3953" actId="164"/>
          <ac:spMkLst>
            <pc:docMk/>
            <pc:sldMk cId="0" sldId="261"/>
            <ac:spMk id="43" creationId="{653912DC-A2F0-5994-029E-374A7583C30D}"/>
          </ac:spMkLst>
        </pc:spChg>
        <pc:spChg chg="add mod">
          <ac:chgData name="(20102772) Malgorzata Victor" userId="7fb174c8-8e8e-4f34-9d71-e72d03f937b6" providerId="ADAL" clId="{BFEEA2DA-0537-4515-AD30-0C62517D2A04}" dt="2025-11-30T01:18:56.791" v="3953" actId="164"/>
          <ac:spMkLst>
            <pc:docMk/>
            <pc:sldMk cId="0" sldId="261"/>
            <ac:spMk id="44" creationId="{16CB5D42-CAC3-7A0F-5831-E530CCD62D9F}"/>
          </ac:spMkLst>
        </pc:spChg>
        <pc:spChg chg="del">
          <ac:chgData name="(20102772) Malgorzata Victor" userId="7fb174c8-8e8e-4f34-9d71-e72d03f937b6" providerId="ADAL" clId="{BFEEA2DA-0537-4515-AD30-0C62517D2A04}" dt="2025-11-30T01:13:29.685" v="3855" actId="478"/>
          <ac:spMkLst>
            <pc:docMk/>
            <pc:sldMk cId="0" sldId="261"/>
            <ac:spMk id="4336" creationId="{00000000-0000-0000-0000-000000000000}"/>
          </ac:spMkLst>
        </pc:spChg>
        <pc:spChg chg="del">
          <ac:chgData name="(20102772) Malgorzata Victor" userId="7fb174c8-8e8e-4f34-9d71-e72d03f937b6" providerId="ADAL" clId="{BFEEA2DA-0537-4515-AD30-0C62517D2A04}" dt="2025-11-30T01:13:27.517" v="3853" actId="478"/>
          <ac:spMkLst>
            <pc:docMk/>
            <pc:sldMk cId="0" sldId="261"/>
            <ac:spMk id="4337" creationId="{00000000-0000-0000-0000-000000000000}"/>
          </ac:spMkLst>
        </pc:spChg>
        <pc:spChg chg="del">
          <ac:chgData name="(20102772) Malgorzata Victor" userId="7fb174c8-8e8e-4f34-9d71-e72d03f937b6" providerId="ADAL" clId="{BFEEA2DA-0537-4515-AD30-0C62517D2A04}" dt="2025-11-30T01:13:22.149" v="3850" actId="478"/>
          <ac:spMkLst>
            <pc:docMk/>
            <pc:sldMk cId="0" sldId="261"/>
            <ac:spMk id="4338" creationId="{00000000-0000-0000-0000-000000000000}"/>
          </ac:spMkLst>
        </pc:spChg>
        <pc:grpChg chg="add mod">
          <ac:chgData name="(20102772) Malgorzata Victor" userId="7fb174c8-8e8e-4f34-9d71-e72d03f937b6" providerId="ADAL" clId="{BFEEA2DA-0537-4515-AD30-0C62517D2A04}" dt="2025-11-30T01:18:56.791" v="3953" actId="164"/>
          <ac:grpSpMkLst>
            <pc:docMk/>
            <pc:sldMk cId="0" sldId="261"/>
            <ac:grpSpMk id="45" creationId="{EA5EB58D-6158-E4DB-1247-97316753A08B}"/>
          </ac:grpSpMkLst>
        </pc:grpChg>
        <pc:picChg chg="add mod">
          <ac:chgData name="(20102772) Malgorzata Victor" userId="7fb174c8-8e8e-4f34-9d71-e72d03f937b6" providerId="ADAL" clId="{BFEEA2DA-0537-4515-AD30-0C62517D2A04}" dt="2025-11-30T01:13:16.247" v="3845"/>
          <ac:picMkLst>
            <pc:docMk/>
            <pc:sldMk cId="0" sldId="261"/>
            <ac:picMk id="2" creationId="{90FDB14E-05EA-0890-B5CD-56B97C40CE09}"/>
          </ac:picMkLst>
        </pc:picChg>
        <pc:picChg chg="add mod">
          <ac:chgData name="(20102772) Malgorzata Victor" userId="7fb174c8-8e8e-4f34-9d71-e72d03f937b6" providerId="ADAL" clId="{BFEEA2DA-0537-4515-AD30-0C62517D2A04}" dt="2025-11-30T01:18:56.791" v="3953" actId="164"/>
          <ac:picMkLst>
            <pc:docMk/>
            <pc:sldMk cId="0" sldId="261"/>
            <ac:picMk id="3" creationId="{A5AD0394-8322-C29E-652F-88C5E4871091}"/>
          </ac:picMkLst>
        </pc:picChg>
        <pc:inkChg chg="add del">
          <ac:chgData name="(20102772) Malgorzata Victor" userId="7fb174c8-8e8e-4f34-9d71-e72d03f937b6" providerId="ADAL" clId="{BFEEA2DA-0537-4515-AD30-0C62517D2A04}" dt="2025-11-30T01:16:34.694" v="3902" actId="9405"/>
          <ac:inkMkLst>
            <pc:docMk/>
            <pc:sldMk cId="0" sldId="261"/>
            <ac:inkMk id="27" creationId="{FC71AA02-6AA9-30CC-E9FF-7CD0DC576D4E}"/>
          </ac:inkMkLst>
        </pc:inkChg>
        <pc:inkChg chg="add del">
          <ac:chgData name="(20102772) Malgorzata Victor" userId="7fb174c8-8e8e-4f34-9d71-e72d03f937b6" providerId="ADAL" clId="{BFEEA2DA-0537-4515-AD30-0C62517D2A04}" dt="2025-11-30T01:16:49.047" v="3904" actId="9405"/>
          <ac:inkMkLst>
            <pc:docMk/>
            <pc:sldMk cId="0" sldId="261"/>
            <ac:inkMk id="28" creationId="{035B75C3-D2D4-CA5F-649F-076915CC9228}"/>
          </ac:inkMkLst>
        </pc:inkChg>
        <pc:inkChg chg="add del">
          <ac:chgData name="(20102772) Malgorzata Victor" userId="7fb174c8-8e8e-4f34-9d71-e72d03f937b6" providerId="ADAL" clId="{BFEEA2DA-0537-4515-AD30-0C62517D2A04}" dt="2025-11-30T01:16:58.721" v="3906" actId="9405"/>
          <ac:inkMkLst>
            <pc:docMk/>
            <pc:sldMk cId="0" sldId="261"/>
            <ac:inkMk id="29" creationId="{B2894FE9-233C-1061-3AA0-58D46134EB48}"/>
          </ac:inkMkLst>
        </pc:inkChg>
        <pc:inkChg chg="add del">
          <ac:chgData name="(20102772) Malgorzata Victor" userId="7fb174c8-8e8e-4f34-9d71-e72d03f937b6" providerId="ADAL" clId="{BFEEA2DA-0537-4515-AD30-0C62517D2A04}" dt="2025-11-30T01:17:02.344" v="3910" actId="9405"/>
          <ac:inkMkLst>
            <pc:docMk/>
            <pc:sldMk cId="0" sldId="261"/>
            <ac:inkMk id="30" creationId="{7EEB5760-36B1-553B-49A6-EA2EC2F3F808}"/>
          </ac:inkMkLst>
        </pc:inkChg>
        <pc:inkChg chg="add">
          <ac:chgData name="(20102772) Malgorzata Victor" userId="7fb174c8-8e8e-4f34-9d71-e72d03f937b6" providerId="ADAL" clId="{BFEEA2DA-0537-4515-AD30-0C62517D2A04}" dt="2025-11-30T01:17:00.566" v="3908"/>
          <ac:inkMkLst>
            <pc:docMk/>
            <pc:sldMk cId="0" sldId="261"/>
            <ac:inkMk id="31" creationId="{55B48FB9-EA84-F262-7498-4F18B24E9083}"/>
          </ac:inkMkLst>
        </pc:inkChg>
        <pc:inkChg chg="add del">
          <ac:chgData name="(20102772) Malgorzata Victor" userId="7fb174c8-8e8e-4f34-9d71-e72d03f937b6" providerId="ADAL" clId="{BFEEA2DA-0537-4515-AD30-0C62517D2A04}" dt="2025-11-30T01:17:04.885" v="3912" actId="9405"/>
          <ac:inkMkLst>
            <pc:docMk/>
            <pc:sldMk cId="0" sldId="261"/>
            <ac:inkMk id="32" creationId="{62085C76-1443-2A5F-5556-B4FD36612BAE}"/>
          </ac:inkMkLst>
        </pc:inkChg>
        <pc:inkChg chg="add del">
          <ac:chgData name="(20102772) Malgorzata Victor" userId="7fb174c8-8e8e-4f34-9d71-e72d03f937b6" providerId="ADAL" clId="{BFEEA2DA-0537-4515-AD30-0C62517D2A04}" dt="2025-11-30T01:17:06.765" v="3914" actId="9405"/>
          <ac:inkMkLst>
            <pc:docMk/>
            <pc:sldMk cId="0" sldId="261"/>
            <ac:inkMk id="33" creationId="{BA342ED9-D00C-CD2F-9416-E8EA6268D9CD}"/>
          </ac:inkMkLst>
        </pc:inkChg>
        <pc:inkChg chg="add del">
          <ac:chgData name="(20102772) Malgorzata Victor" userId="7fb174c8-8e8e-4f34-9d71-e72d03f937b6" providerId="ADAL" clId="{BFEEA2DA-0537-4515-AD30-0C62517D2A04}" dt="2025-11-30T01:17:12.591" v="3918" actId="9405"/>
          <ac:inkMkLst>
            <pc:docMk/>
            <pc:sldMk cId="0" sldId="261"/>
            <ac:inkMk id="34" creationId="{ED8CD2BB-7BE7-5225-4F40-150C538FBDAE}"/>
          </ac:inkMkLst>
        </pc:inkChg>
        <pc:inkChg chg="add del">
          <ac:chgData name="(20102772) Malgorzata Victor" userId="7fb174c8-8e8e-4f34-9d71-e72d03f937b6" providerId="ADAL" clId="{BFEEA2DA-0537-4515-AD30-0C62517D2A04}" dt="2025-11-30T01:17:12.365" v="3917" actId="9405"/>
          <ac:inkMkLst>
            <pc:docMk/>
            <pc:sldMk cId="0" sldId="261"/>
            <ac:inkMk id="35" creationId="{1FBAB956-35C0-4E7A-5BAE-8567A2642FAA}"/>
          </ac:inkMkLst>
        </pc:inkChg>
        <pc:inkChg chg="add del">
          <ac:chgData name="(20102772) Malgorzata Victor" userId="7fb174c8-8e8e-4f34-9d71-e72d03f937b6" providerId="ADAL" clId="{BFEEA2DA-0537-4515-AD30-0C62517D2A04}" dt="2025-11-30T01:17:21.441" v="3920" actId="9405"/>
          <ac:inkMkLst>
            <pc:docMk/>
            <pc:sldMk cId="0" sldId="261"/>
            <ac:inkMk id="36" creationId="{2CAB696D-F14F-374C-78D2-B63AE915F8A0}"/>
          </ac:inkMkLst>
        </pc:inkChg>
        <pc:inkChg chg="add del">
          <ac:chgData name="(20102772) Malgorzata Victor" userId="7fb174c8-8e8e-4f34-9d71-e72d03f937b6" providerId="ADAL" clId="{BFEEA2DA-0537-4515-AD30-0C62517D2A04}" dt="2025-11-30T01:17:25.017" v="3924" actId="9405"/>
          <ac:inkMkLst>
            <pc:docMk/>
            <pc:sldMk cId="0" sldId="261"/>
            <ac:inkMk id="37" creationId="{A811C134-AEE1-4BF5-85CD-641E9A2EFE02}"/>
          </ac:inkMkLst>
        </pc:inkChg>
        <pc:inkChg chg="add">
          <ac:chgData name="(20102772) Malgorzata Victor" userId="7fb174c8-8e8e-4f34-9d71-e72d03f937b6" providerId="ADAL" clId="{BFEEA2DA-0537-4515-AD30-0C62517D2A04}" dt="2025-11-30T01:17:23.811" v="3922"/>
          <ac:inkMkLst>
            <pc:docMk/>
            <pc:sldMk cId="0" sldId="261"/>
            <ac:inkMk id="38" creationId="{6F9A0B26-46DD-2BA8-681C-0154484BCD65}"/>
          </ac:inkMkLst>
        </pc:inkChg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62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63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64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65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66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67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68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69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70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71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72"/>
        </pc:sldMkLst>
      </pc:sldChg>
      <pc:sldChg chg="addSp delSp modSp mod ord modTransition modNotes">
        <pc:chgData name="(20102772) Malgorzata Victor" userId="7fb174c8-8e8e-4f34-9d71-e72d03f937b6" providerId="ADAL" clId="{BFEEA2DA-0537-4515-AD30-0C62517D2A04}" dt="2025-11-30T01:45:18.330" v="4425"/>
        <pc:sldMkLst>
          <pc:docMk/>
          <pc:sldMk cId="0" sldId="273"/>
        </pc:sldMkLst>
        <pc:spChg chg="add del mod">
          <ac:chgData name="(20102772) Malgorzata Victor" userId="7fb174c8-8e8e-4f34-9d71-e72d03f937b6" providerId="ADAL" clId="{BFEEA2DA-0537-4515-AD30-0C62517D2A04}" dt="2025-11-30T00:48:28.501" v="3423" actId="478"/>
          <ac:spMkLst>
            <pc:docMk/>
            <pc:sldMk cId="0" sldId="273"/>
            <ac:spMk id="3" creationId="{4C8568FA-AF17-D54B-F18E-0C8FEE55E56A}"/>
          </ac:spMkLst>
        </pc:spChg>
        <pc:spChg chg="add mod">
          <ac:chgData name="(20102772) Malgorzata Victor" userId="7fb174c8-8e8e-4f34-9d71-e72d03f937b6" providerId="ADAL" clId="{BFEEA2DA-0537-4515-AD30-0C62517D2A04}" dt="2025-11-30T00:48:39.840" v="3426" actId="14100"/>
          <ac:spMkLst>
            <pc:docMk/>
            <pc:sldMk cId="0" sldId="273"/>
            <ac:spMk id="4" creationId="{8C75CEAF-1F1B-5CC4-810D-DEA4BE0AAEC0}"/>
          </ac:spMkLst>
        </pc:spChg>
        <pc:spChg chg="add mod">
          <ac:chgData name="(20102772) Malgorzata Victor" userId="7fb174c8-8e8e-4f34-9d71-e72d03f937b6" providerId="ADAL" clId="{BFEEA2DA-0537-4515-AD30-0C62517D2A04}" dt="2025-11-30T01:09:44.109" v="3737" actId="1076"/>
          <ac:spMkLst>
            <pc:docMk/>
            <pc:sldMk cId="0" sldId="273"/>
            <ac:spMk id="5" creationId="{4FC36C45-8405-05A5-CD06-682B1912F2FB}"/>
          </ac:spMkLst>
        </pc:spChg>
        <pc:spChg chg="add mod ord">
          <ac:chgData name="(20102772) Malgorzata Victor" userId="7fb174c8-8e8e-4f34-9d71-e72d03f937b6" providerId="ADAL" clId="{BFEEA2DA-0537-4515-AD30-0C62517D2A04}" dt="2025-11-30T00:48:54.976" v="3435" actId="171"/>
          <ac:spMkLst>
            <pc:docMk/>
            <pc:sldMk cId="0" sldId="273"/>
            <ac:spMk id="6" creationId="{499842B1-C087-65D6-18BE-8238FF1FE706}"/>
          </ac:spMkLst>
        </pc:spChg>
        <pc:spChg chg="add del mod ord">
          <ac:chgData name="(20102772) Malgorzata Victor" userId="7fb174c8-8e8e-4f34-9d71-e72d03f937b6" providerId="ADAL" clId="{BFEEA2DA-0537-4515-AD30-0C62517D2A04}" dt="2025-11-30T01:14:29.059" v="3868" actId="478"/>
          <ac:spMkLst>
            <pc:docMk/>
            <pc:sldMk cId="0" sldId="273"/>
            <ac:spMk id="8" creationId="{6199FB64-5469-A859-01C4-7941C6F0013E}"/>
          </ac:spMkLst>
        </pc:spChg>
        <pc:spChg chg="add del mod">
          <ac:chgData name="(20102772) Malgorzata Victor" userId="7fb174c8-8e8e-4f34-9d71-e72d03f937b6" providerId="ADAL" clId="{BFEEA2DA-0537-4515-AD30-0C62517D2A04}" dt="2025-11-30T00:51:30.381" v="3498" actId="478"/>
          <ac:spMkLst>
            <pc:docMk/>
            <pc:sldMk cId="0" sldId="273"/>
            <ac:spMk id="10" creationId="{B386B6B4-66B4-450D-81B6-66D3B0241618}"/>
          </ac:spMkLst>
        </pc:spChg>
        <pc:spChg chg="add del mod">
          <ac:chgData name="(20102772) Malgorzata Victor" userId="7fb174c8-8e8e-4f34-9d71-e72d03f937b6" providerId="ADAL" clId="{BFEEA2DA-0537-4515-AD30-0C62517D2A04}" dt="2025-11-30T01:04:48.401" v="3616" actId="478"/>
          <ac:spMkLst>
            <pc:docMk/>
            <pc:sldMk cId="0" sldId="273"/>
            <ac:spMk id="12" creationId="{C9B3AFEF-0958-F75E-31F4-E9F6BF958D21}"/>
          </ac:spMkLst>
        </pc:spChg>
        <pc:spChg chg="add mod topLvl">
          <ac:chgData name="(20102772) Malgorzata Victor" userId="7fb174c8-8e8e-4f34-9d71-e72d03f937b6" providerId="ADAL" clId="{BFEEA2DA-0537-4515-AD30-0C62517D2A04}" dt="2025-11-30T01:10:03.526" v="3804" actId="1035"/>
          <ac:spMkLst>
            <pc:docMk/>
            <pc:sldMk cId="0" sldId="273"/>
            <ac:spMk id="13" creationId="{ACE3401E-137B-728A-C64D-C73FA4BD8BEC}"/>
          </ac:spMkLst>
        </pc:spChg>
        <pc:spChg chg="add mod topLvl">
          <ac:chgData name="(20102772) Malgorzata Victor" userId="7fb174c8-8e8e-4f34-9d71-e72d03f937b6" providerId="ADAL" clId="{BFEEA2DA-0537-4515-AD30-0C62517D2A04}" dt="2025-11-30T01:10:03.526" v="3804" actId="1035"/>
          <ac:spMkLst>
            <pc:docMk/>
            <pc:sldMk cId="0" sldId="273"/>
            <ac:spMk id="14" creationId="{75766A87-FB38-4555-2045-A31DF32236BA}"/>
          </ac:spMkLst>
        </pc:spChg>
        <pc:spChg chg="add mod topLvl">
          <ac:chgData name="(20102772) Malgorzata Victor" userId="7fb174c8-8e8e-4f34-9d71-e72d03f937b6" providerId="ADAL" clId="{BFEEA2DA-0537-4515-AD30-0C62517D2A04}" dt="2025-11-30T01:10:03.526" v="3804" actId="1035"/>
          <ac:spMkLst>
            <pc:docMk/>
            <pc:sldMk cId="0" sldId="273"/>
            <ac:spMk id="15" creationId="{7B35CA7B-B9EE-D081-0228-0A63B971AEE7}"/>
          </ac:spMkLst>
        </pc:spChg>
        <pc:spChg chg="add del mod">
          <ac:chgData name="(20102772) Malgorzata Victor" userId="7fb174c8-8e8e-4f34-9d71-e72d03f937b6" providerId="ADAL" clId="{BFEEA2DA-0537-4515-AD30-0C62517D2A04}" dt="2025-11-30T01:03:21.057" v="3591" actId="478"/>
          <ac:spMkLst>
            <pc:docMk/>
            <pc:sldMk cId="0" sldId="273"/>
            <ac:spMk id="16" creationId="{BC19CB9B-725E-5E50-C1AD-DE507548A7E5}"/>
          </ac:spMkLst>
        </pc:spChg>
        <pc:spChg chg="add mod topLvl">
          <ac:chgData name="(20102772) Malgorzata Victor" userId="7fb174c8-8e8e-4f34-9d71-e72d03f937b6" providerId="ADAL" clId="{BFEEA2DA-0537-4515-AD30-0C62517D2A04}" dt="2025-11-30T01:10:03.526" v="3804" actId="1035"/>
          <ac:spMkLst>
            <pc:docMk/>
            <pc:sldMk cId="0" sldId="273"/>
            <ac:spMk id="17" creationId="{CA3D35F1-282F-B3D8-4575-0A4531393C36}"/>
          </ac:spMkLst>
        </pc:spChg>
        <pc:spChg chg="add mod">
          <ac:chgData name="(20102772) Malgorzata Victor" userId="7fb174c8-8e8e-4f34-9d71-e72d03f937b6" providerId="ADAL" clId="{BFEEA2DA-0537-4515-AD30-0C62517D2A04}" dt="2025-11-30T01:06:21.117" v="3627"/>
          <ac:spMkLst>
            <pc:docMk/>
            <pc:sldMk cId="0" sldId="273"/>
            <ac:spMk id="22" creationId="{8AACAC18-AAC7-06D6-B4F8-4206FF9EA8D6}"/>
          </ac:spMkLst>
        </pc:spChg>
        <pc:spChg chg="add mod">
          <ac:chgData name="(20102772) Malgorzata Victor" userId="7fb174c8-8e8e-4f34-9d71-e72d03f937b6" providerId="ADAL" clId="{BFEEA2DA-0537-4515-AD30-0C62517D2A04}" dt="2025-11-30T01:06:21.117" v="3627"/>
          <ac:spMkLst>
            <pc:docMk/>
            <pc:sldMk cId="0" sldId="273"/>
            <ac:spMk id="23" creationId="{072B5B1B-67B5-35FA-2657-4ADD4BA7E056}"/>
          </ac:spMkLst>
        </pc:spChg>
        <pc:spChg chg="add mod">
          <ac:chgData name="(20102772) Malgorzata Victor" userId="7fb174c8-8e8e-4f34-9d71-e72d03f937b6" providerId="ADAL" clId="{BFEEA2DA-0537-4515-AD30-0C62517D2A04}" dt="2025-11-30T01:06:21.117" v="3627"/>
          <ac:spMkLst>
            <pc:docMk/>
            <pc:sldMk cId="0" sldId="273"/>
            <ac:spMk id="24" creationId="{92084939-3BF3-4AB9-3779-DAEAAC858423}"/>
          </ac:spMkLst>
        </pc:spChg>
        <pc:spChg chg="add mod">
          <ac:chgData name="(20102772) Malgorzata Victor" userId="7fb174c8-8e8e-4f34-9d71-e72d03f937b6" providerId="ADAL" clId="{BFEEA2DA-0537-4515-AD30-0C62517D2A04}" dt="2025-11-30T01:06:21.117" v="3627"/>
          <ac:spMkLst>
            <pc:docMk/>
            <pc:sldMk cId="0" sldId="273"/>
            <ac:spMk id="25" creationId="{DF1EFBA7-120B-23E1-AE7D-F5D89DF1E170}"/>
          </ac:spMkLst>
        </pc:spChg>
        <pc:spChg chg="add mod">
          <ac:chgData name="(20102772) Malgorzata Victor" userId="7fb174c8-8e8e-4f34-9d71-e72d03f937b6" providerId="ADAL" clId="{BFEEA2DA-0537-4515-AD30-0C62517D2A04}" dt="2025-11-30T01:06:27.041" v="3631"/>
          <ac:spMkLst>
            <pc:docMk/>
            <pc:sldMk cId="0" sldId="273"/>
            <ac:spMk id="26" creationId="{6EB8A111-78BA-250B-571E-8CB189E0B73B}"/>
          </ac:spMkLst>
        </pc:spChg>
        <pc:spChg chg="add mod">
          <ac:chgData name="(20102772) Malgorzata Victor" userId="7fb174c8-8e8e-4f34-9d71-e72d03f937b6" providerId="ADAL" clId="{BFEEA2DA-0537-4515-AD30-0C62517D2A04}" dt="2025-11-30T01:06:27.041" v="3631"/>
          <ac:spMkLst>
            <pc:docMk/>
            <pc:sldMk cId="0" sldId="273"/>
            <ac:spMk id="27" creationId="{C2B6E2DC-47FE-8E86-9D11-B989DCF42CCE}"/>
          </ac:spMkLst>
        </pc:spChg>
        <pc:spChg chg="add mod">
          <ac:chgData name="(20102772) Malgorzata Victor" userId="7fb174c8-8e8e-4f34-9d71-e72d03f937b6" providerId="ADAL" clId="{BFEEA2DA-0537-4515-AD30-0C62517D2A04}" dt="2025-11-30T01:06:27.041" v="3631"/>
          <ac:spMkLst>
            <pc:docMk/>
            <pc:sldMk cId="0" sldId="273"/>
            <ac:spMk id="28" creationId="{12AC8655-266D-9123-EAD0-362321A23AD5}"/>
          </ac:spMkLst>
        </pc:spChg>
        <pc:spChg chg="add mod">
          <ac:chgData name="(20102772) Malgorzata Victor" userId="7fb174c8-8e8e-4f34-9d71-e72d03f937b6" providerId="ADAL" clId="{BFEEA2DA-0537-4515-AD30-0C62517D2A04}" dt="2025-11-30T01:06:26.552" v="3630" actId="571"/>
          <ac:spMkLst>
            <pc:docMk/>
            <pc:sldMk cId="0" sldId="273"/>
            <ac:spMk id="32" creationId="{F556D2CA-B155-C34D-603C-098DB850C3DA}"/>
          </ac:spMkLst>
        </pc:spChg>
        <pc:spChg chg="add mod">
          <ac:chgData name="(20102772) Malgorzata Victor" userId="7fb174c8-8e8e-4f34-9d71-e72d03f937b6" providerId="ADAL" clId="{BFEEA2DA-0537-4515-AD30-0C62517D2A04}" dt="2025-11-30T01:06:26.552" v="3630" actId="571"/>
          <ac:spMkLst>
            <pc:docMk/>
            <pc:sldMk cId="0" sldId="273"/>
            <ac:spMk id="33" creationId="{558DD036-D8B9-4D15-0757-32D9B1AF8BD6}"/>
          </ac:spMkLst>
        </pc:spChg>
        <pc:spChg chg="add mod">
          <ac:chgData name="(20102772) Malgorzata Victor" userId="7fb174c8-8e8e-4f34-9d71-e72d03f937b6" providerId="ADAL" clId="{BFEEA2DA-0537-4515-AD30-0C62517D2A04}" dt="2025-11-30T01:06:26.552" v="3630" actId="571"/>
          <ac:spMkLst>
            <pc:docMk/>
            <pc:sldMk cId="0" sldId="273"/>
            <ac:spMk id="34" creationId="{43DA07B9-B0BA-AFA7-33FC-0354CE96E74F}"/>
          </ac:spMkLst>
        </pc:spChg>
        <pc:spChg chg="add mod">
          <ac:chgData name="(20102772) Malgorzata Victor" userId="7fb174c8-8e8e-4f34-9d71-e72d03f937b6" providerId="ADAL" clId="{BFEEA2DA-0537-4515-AD30-0C62517D2A04}" dt="2025-11-30T01:10:03.526" v="3804" actId="1035"/>
          <ac:spMkLst>
            <pc:docMk/>
            <pc:sldMk cId="0" sldId="273"/>
            <ac:spMk id="38" creationId="{2F363242-9A87-4453-BD65-049E9CB50E77}"/>
          </ac:spMkLst>
        </pc:spChg>
        <pc:spChg chg="add del mod">
          <ac:chgData name="(20102772) Malgorzata Victor" userId="7fb174c8-8e8e-4f34-9d71-e72d03f937b6" providerId="ADAL" clId="{BFEEA2DA-0537-4515-AD30-0C62517D2A04}" dt="2025-11-30T01:06:53.219" v="3639" actId="478"/>
          <ac:spMkLst>
            <pc:docMk/>
            <pc:sldMk cId="0" sldId="273"/>
            <ac:spMk id="39" creationId="{30CB3613-90AB-524F-B1F6-5066204D23B6}"/>
          </ac:spMkLst>
        </pc:spChg>
        <pc:spChg chg="add mod">
          <ac:chgData name="(20102772) Malgorzata Victor" userId="7fb174c8-8e8e-4f34-9d71-e72d03f937b6" providerId="ADAL" clId="{BFEEA2DA-0537-4515-AD30-0C62517D2A04}" dt="2025-11-30T01:10:03.526" v="3804" actId="1035"/>
          <ac:spMkLst>
            <pc:docMk/>
            <pc:sldMk cId="0" sldId="273"/>
            <ac:spMk id="40" creationId="{3F290A10-8AB8-FF3A-0A22-D86C5FB809B4}"/>
          </ac:spMkLst>
        </pc:spChg>
        <pc:spChg chg="add mod">
          <ac:chgData name="(20102772) Malgorzata Victor" userId="7fb174c8-8e8e-4f34-9d71-e72d03f937b6" providerId="ADAL" clId="{BFEEA2DA-0537-4515-AD30-0C62517D2A04}" dt="2025-11-30T01:10:03.526" v="3804" actId="1035"/>
          <ac:spMkLst>
            <pc:docMk/>
            <pc:sldMk cId="0" sldId="273"/>
            <ac:spMk id="41" creationId="{0210AE60-259C-1A42-0590-5141A02F0380}"/>
          </ac:spMkLst>
        </pc:spChg>
        <pc:spChg chg="add mod">
          <ac:chgData name="(20102772) Malgorzata Victor" userId="7fb174c8-8e8e-4f34-9d71-e72d03f937b6" providerId="ADAL" clId="{BFEEA2DA-0537-4515-AD30-0C62517D2A04}" dt="2025-11-30T01:12:59.445" v="3841" actId="113"/>
          <ac:spMkLst>
            <pc:docMk/>
            <pc:sldMk cId="0" sldId="273"/>
            <ac:spMk id="47" creationId="{913E8815-8D63-C3EF-2049-E77165D0B9C0}"/>
          </ac:spMkLst>
        </pc:spChg>
        <pc:spChg chg="mod">
          <ac:chgData name="(20102772) Malgorzata Victor" userId="7fb174c8-8e8e-4f34-9d71-e72d03f937b6" providerId="ADAL" clId="{BFEEA2DA-0537-4515-AD30-0C62517D2A04}" dt="2025-11-30T01:13:33.520" v="3857"/>
          <ac:spMkLst>
            <pc:docMk/>
            <pc:sldMk cId="0" sldId="273"/>
            <ac:spMk id="6284" creationId="{B3ED9A1B-D628-A58F-1F63-B3FE93056F69}"/>
          </ac:spMkLst>
        </pc:spChg>
        <pc:spChg chg="mod">
          <ac:chgData name="(20102772) Malgorzata Victor" userId="7fb174c8-8e8e-4f34-9d71-e72d03f937b6" providerId="ADAL" clId="{BFEEA2DA-0537-4515-AD30-0C62517D2A04}" dt="2025-11-30T01:13:33.520" v="3857"/>
          <ac:spMkLst>
            <pc:docMk/>
            <pc:sldMk cId="0" sldId="273"/>
            <ac:spMk id="6285" creationId="{D9CE2471-4719-4FDE-16BF-999DACC975EA}"/>
          </ac:spMkLst>
        </pc:spChg>
        <pc:spChg chg="mod">
          <ac:chgData name="(20102772) Malgorzata Victor" userId="7fb174c8-8e8e-4f34-9d71-e72d03f937b6" providerId="ADAL" clId="{BFEEA2DA-0537-4515-AD30-0C62517D2A04}" dt="2025-11-30T01:13:33.520" v="3857"/>
          <ac:spMkLst>
            <pc:docMk/>
            <pc:sldMk cId="0" sldId="273"/>
            <ac:spMk id="6292" creationId="{2E273AE2-7B49-8737-E1A9-7E76E912CFCB}"/>
          </ac:spMkLst>
        </pc:spChg>
        <pc:spChg chg="mod ord">
          <ac:chgData name="(20102772) Malgorzata Victor" userId="7fb174c8-8e8e-4f34-9d71-e72d03f937b6" providerId="ADAL" clId="{BFEEA2DA-0537-4515-AD30-0C62517D2A04}" dt="2025-11-30T01:14:43.502" v="3874" actId="122"/>
          <ac:spMkLst>
            <pc:docMk/>
            <pc:sldMk cId="0" sldId="273"/>
            <ac:spMk id="6304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1:15:18.920" v="3888" actId="122"/>
          <ac:spMkLst>
            <pc:docMk/>
            <pc:sldMk cId="0" sldId="273"/>
            <ac:spMk id="6305" creationId="{00000000-0000-0000-0000-000000000000}"/>
          </ac:spMkLst>
        </pc:spChg>
        <pc:spChg chg="mod ord">
          <ac:chgData name="(20102772) Malgorzata Victor" userId="7fb174c8-8e8e-4f34-9d71-e72d03f937b6" providerId="ADAL" clId="{BFEEA2DA-0537-4515-AD30-0C62517D2A04}" dt="2025-11-30T01:12:51.145" v="3840"/>
          <ac:spMkLst>
            <pc:docMk/>
            <pc:sldMk cId="0" sldId="273"/>
            <ac:spMk id="6306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1:10:10.007" v="3819" actId="1036"/>
          <ac:spMkLst>
            <pc:docMk/>
            <pc:sldMk cId="0" sldId="273"/>
            <ac:spMk id="6307" creationId="{00000000-0000-0000-0000-000000000000}"/>
          </ac:spMkLst>
        </pc:spChg>
        <pc:spChg chg="del">
          <ac:chgData name="(20102772) Malgorzata Victor" userId="7fb174c8-8e8e-4f34-9d71-e72d03f937b6" providerId="ADAL" clId="{BFEEA2DA-0537-4515-AD30-0C62517D2A04}" dt="2025-11-30T00:48:27.405" v="3422" actId="478"/>
          <ac:spMkLst>
            <pc:docMk/>
            <pc:sldMk cId="0" sldId="273"/>
            <ac:spMk id="6308" creationId="{00000000-0000-0000-0000-000000000000}"/>
          </ac:spMkLst>
        </pc:spChg>
        <pc:spChg chg="del mod">
          <ac:chgData name="(20102772) Malgorzata Victor" userId="7fb174c8-8e8e-4f34-9d71-e72d03f937b6" providerId="ADAL" clId="{BFEEA2DA-0537-4515-AD30-0C62517D2A04}" dt="2025-11-30T00:51:05.202" v="3470" actId="478"/>
          <ac:spMkLst>
            <pc:docMk/>
            <pc:sldMk cId="0" sldId="273"/>
            <ac:spMk id="6309" creationId="{00000000-0000-0000-0000-000000000000}"/>
          </ac:spMkLst>
        </pc:spChg>
        <pc:spChg chg="add del mod">
          <ac:chgData name="(20102772) Malgorzata Victor" userId="7fb174c8-8e8e-4f34-9d71-e72d03f937b6" providerId="ADAL" clId="{BFEEA2DA-0537-4515-AD30-0C62517D2A04}" dt="2025-11-30T01:15:05.779" v="3880" actId="478"/>
          <ac:spMkLst>
            <pc:docMk/>
            <pc:sldMk cId="0" sldId="273"/>
            <ac:spMk id="6310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1:10:03.526" v="3804" actId="1035"/>
          <ac:spMkLst>
            <pc:docMk/>
            <pc:sldMk cId="0" sldId="273"/>
            <ac:spMk id="6311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1:10:03.526" v="3804" actId="1035"/>
          <ac:spMkLst>
            <pc:docMk/>
            <pc:sldMk cId="0" sldId="273"/>
            <ac:spMk id="6312" creationId="{00000000-0000-0000-0000-000000000000}"/>
          </ac:spMkLst>
        </pc:spChg>
        <pc:spChg chg="del mod">
          <ac:chgData name="(20102772) Malgorzata Victor" userId="7fb174c8-8e8e-4f34-9d71-e72d03f937b6" providerId="ADAL" clId="{BFEEA2DA-0537-4515-AD30-0C62517D2A04}" dt="2025-11-30T01:02:32.121" v="3571" actId="478"/>
          <ac:spMkLst>
            <pc:docMk/>
            <pc:sldMk cId="0" sldId="273"/>
            <ac:spMk id="6313" creationId="{00000000-0000-0000-0000-000000000000}"/>
          </ac:spMkLst>
        </pc:spChg>
        <pc:spChg chg="del mod">
          <ac:chgData name="(20102772) Malgorzata Victor" userId="7fb174c8-8e8e-4f34-9d71-e72d03f937b6" providerId="ADAL" clId="{BFEEA2DA-0537-4515-AD30-0C62517D2A04}" dt="2025-11-30T01:02:34.026" v="3572" actId="478"/>
          <ac:spMkLst>
            <pc:docMk/>
            <pc:sldMk cId="0" sldId="273"/>
            <ac:spMk id="6314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49:56.939" v="3445" actId="207"/>
          <ac:spMkLst>
            <pc:docMk/>
            <pc:sldMk cId="0" sldId="273"/>
            <ac:spMk id="6335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50:10.209" v="3451" actId="208"/>
          <ac:spMkLst>
            <pc:docMk/>
            <pc:sldMk cId="0" sldId="273"/>
            <ac:spMk id="6337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49:56.939" v="3445" actId="207"/>
          <ac:spMkLst>
            <pc:docMk/>
            <pc:sldMk cId="0" sldId="273"/>
            <ac:spMk id="6342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50:10.209" v="3451" actId="208"/>
          <ac:spMkLst>
            <pc:docMk/>
            <pc:sldMk cId="0" sldId="273"/>
            <ac:spMk id="6344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50:17.168" v="3454" actId="207"/>
          <ac:spMkLst>
            <pc:docMk/>
            <pc:sldMk cId="0" sldId="273"/>
            <ac:spMk id="6363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50:13.643" v="3453" actId="208"/>
          <ac:spMkLst>
            <pc:docMk/>
            <pc:sldMk cId="0" sldId="273"/>
            <ac:spMk id="6365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50:17.168" v="3454" actId="207"/>
          <ac:spMkLst>
            <pc:docMk/>
            <pc:sldMk cId="0" sldId="273"/>
            <ac:spMk id="6371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50:13.643" v="3453" actId="208"/>
          <ac:spMkLst>
            <pc:docMk/>
            <pc:sldMk cId="0" sldId="273"/>
            <ac:spMk id="6373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50:10.209" v="3451" actId="208"/>
          <ac:spMkLst>
            <pc:docMk/>
            <pc:sldMk cId="0" sldId="273"/>
            <ac:spMk id="6387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1:13:33.520" v="3857"/>
          <ac:spMkLst>
            <pc:docMk/>
            <pc:sldMk cId="0" sldId="273"/>
            <ac:spMk id="6413" creationId="{23895DCE-C2F3-4B29-17AB-69BB73DB483F}"/>
          </ac:spMkLst>
        </pc:spChg>
        <pc:spChg chg="mod">
          <ac:chgData name="(20102772) Malgorzata Victor" userId="7fb174c8-8e8e-4f34-9d71-e72d03f937b6" providerId="ADAL" clId="{BFEEA2DA-0537-4515-AD30-0C62517D2A04}" dt="2025-11-30T01:13:33.520" v="3857"/>
          <ac:spMkLst>
            <pc:docMk/>
            <pc:sldMk cId="0" sldId="273"/>
            <ac:spMk id="6432" creationId="{5692D2F0-C5BC-43FA-1DCE-AE05C09EFD2E}"/>
          </ac:spMkLst>
        </pc:spChg>
        <pc:spChg chg="mod">
          <ac:chgData name="(20102772) Malgorzata Victor" userId="7fb174c8-8e8e-4f34-9d71-e72d03f937b6" providerId="ADAL" clId="{BFEEA2DA-0537-4515-AD30-0C62517D2A04}" dt="2025-11-30T01:13:33.520" v="3857"/>
          <ac:spMkLst>
            <pc:docMk/>
            <pc:sldMk cId="0" sldId="273"/>
            <ac:spMk id="6551" creationId="{83A620CC-6252-B7A8-5086-755C7FDB3961}"/>
          </ac:spMkLst>
        </pc:spChg>
        <pc:spChg chg="mod">
          <ac:chgData name="(20102772) Malgorzata Victor" userId="7fb174c8-8e8e-4f34-9d71-e72d03f937b6" providerId="ADAL" clId="{BFEEA2DA-0537-4515-AD30-0C62517D2A04}" dt="2025-11-30T01:13:33.520" v="3857"/>
          <ac:spMkLst>
            <pc:docMk/>
            <pc:sldMk cId="0" sldId="273"/>
            <ac:spMk id="6559" creationId="{38D09346-E273-4852-78ED-24346896D15D}"/>
          </ac:spMkLst>
        </pc:spChg>
        <pc:spChg chg="mod">
          <ac:chgData name="(20102772) Malgorzata Victor" userId="7fb174c8-8e8e-4f34-9d71-e72d03f937b6" providerId="ADAL" clId="{BFEEA2DA-0537-4515-AD30-0C62517D2A04}" dt="2025-11-30T01:13:33.520" v="3857"/>
          <ac:spMkLst>
            <pc:docMk/>
            <pc:sldMk cId="0" sldId="273"/>
            <ac:spMk id="6578" creationId="{3C8E5A4A-F94C-2A3D-E81D-EBE6B647EA5A}"/>
          </ac:spMkLst>
        </pc:spChg>
        <pc:spChg chg="mod">
          <ac:chgData name="(20102772) Malgorzata Victor" userId="7fb174c8-8e8e-4f34-9d71-e72d03f937b6" providerId="ADAL" clId="{BFEEA2DA-0537-4515-AD30-0C62517D2A04}" dt="2025-11-30T01:13:33.520" v="3857"/>
          <ac:spMkLst>
            <pc:docMk/>
            <pc:sldMk cId="0" sldId="273"/>
            <ac:spMk id="6582" creationId="{27D26F63-A0CF-2B31-D6DE-47CD6AA09D0C}"/>
          </ac:spMkLst>
        </pc:spChg>
        <pc:spChg chg="mod">
          <ac:chgData name="(20102772) Malgorzata Victor" userId="7fb174c8-8e8e-4f34-9d71-e72d03f937b6" providerId="ADAL" clId="{BFEEA2DA-0537-4515-AD30-0C62517D2A04}" dt="2025-11-30T01:13:33.520" v="3857"/>
          <ac:spMkLst>
            <pc:docMk/>
            <pc:sldMk cId="0" sldId="273"/>
            <ac:spMk id="6588" creationId="{5539C927-8588-F36D-1205-38C17C89CE36}"/>
          </ac:spMkLst>
        </pc:spChg>
        <pc:spChg chg="add del mod">
          <ac:chgData name="(20102772) Malgorzata Victor" userId="7fb174c8-8e8e-4f34-9d71-e72d03f937b6" providerId="ADAL" clId="{BFEEA2DA-0537-4515-AD30-0C62517D2A04}" dt="2025-11-30T01:14:46.297" v="3875" actId="478"/>
          <ac:spMkLst>
            <pc:docMk/>
            <pc:sldMk cId="0" sldId="273"/>
            <ac:spMk id="6593" creationId="{ED9B32A8-4D36-18DC-37AF-80ED4DEB56BA}"/>
          </ac:spMkLst>
        </pc:spChg>
        <pc:spChg chg="add del mod">
          <ac:chgData name="(20102772) Malgorzata Victor" userId="7fb174c8-8e8e-4f34-9d71-e72d03f937b6" providerId="ADAL" clId="{BFEEA2DA-0537-4515-AD30-0C62517D2A04}" dt="2025-11-30T01:15:08.881" v="3881" actId="478"/>
          <ac:spMkLst>
            <pc:docMk/>
            <pc:sldMk cId="0" sldId="273"/>
            <ac:spMk id="6595" creationId="{EB3FBC51-ED0A-10C9-6044-37414593C304}"/>
          </ac:spMkLst>
        </pc:spChg>
        <pc:spChg chg="add mod">
          <ac:chgData name="(20102772) Malgorzata Victor" userId="7fb174c8-8e8e-4f34-9d71-e72d03f937b6" providerId="ADAL" clId="{BFEEA2DA-0537-4515-AD30-0C62517D2A04}" dt="2025-11-30T01:44:58.349" v="4422" actId="1035"/>
          <ac:spMkLst>
            <pc:docMk/>
            <pc:sldMk cId="0" sldId="273"/>
            <ac:spMk id="6596" creationId="{7D570869-837A-5D70-DDFB-100228F6BB89}"/>
          </ac:spMkLst>
        </pc:spChg>
        <pc:spChg chg="add mod">
          <ac:chgData name="(20102772) Malgorzata Victor" userId="7fb174c8-8e8e-4f34-9d71-e72d03f937b6" providerId="ADAL" clId="{BFEEA2DA-0537-4515-AD30-0C62517D2A04}" dt="2025-11-30T01:44:58.349" v="4422" actId="1035"/>
          <ac:spMkLst>
            <pc:docMk/>
            <pc:sldMk cId="0" sldId="273"/>
            <ac:spMk id="6597" creationId="{80B50499-1EFC-CB19-B308-18FCD2DDD399}"/>
          </ac:spMkLst>
        </pc:spChg>
        <pc:grpChg chg="add del mod">
          <ac:chgData name="(20102772) Malgorzata Victor" userId="7fb174c8-8e8e-4f34-9d71-e72d03f937b6" providerId="ADAL" clId="{BFEEA2DA-0537-4515-AD30-0C62517D2A04}" dt="2025-11-30T01:03:44.837" v="3604" actId="165"/>
          <ac:grpSpMkLst>
            <pc:docMk/>
            <pc:sldMk cId="0" sldId="273"/>
            <ac:grpSpMk id="18" creationId="{492E1D68-DCDF-83ED-DF90-3B354FDEF51E}"/>
          </ac:grpSpMkLst>
        </pc:grpChg>
        <pc:grpChg chg="mod">
          <ac:chgData name="(20102772) Malgorzata Victor" userId="7fb174c8-8e8e-4f34-9d71-e72d03f937b6" providerId="ADAL" clId="{BFEEA2DA-0537-4515-AD30-0C62517D2A04}" dt="2025-11-30T01:13:36.028" v="3858" actId="1076"/>
          <ac:grpSpMkLst>
            <pc:docMk/>
            <pc:sldMk cId="0" sldId="273"/>
            <ac:grpSpMk id="48" creationId="{B8740CDD-384E-B41F-337F-3E3B635F9AB5}"/>
          </ac:grpSpMkLst>
        </pc:grpChg>
        <pc:grpChg chg="add del mod">
          <ac:chgData name="(20102772) Malgorzata Victor" userId="7fb174c8-8e8e-4f34-9d71-e72d03f937b6" providerId="ADAL" clId="{BFEEA2DA-0537-4515-AD30-0C62517D2A04}" dt="2025-11-30T01:08:59.368" v="3675" actId="14100"/>
          <ac:grpSpMkLst>
            <pc:docMk/>
            <pc:sldMk cId="0" sldId="273"/>
            <ac:grpSpMk id="6315" creationId="{00000000-0000-0000-0000-000000000000}"/>
          </ac:grpSpMkLst>
        </pc:grpChg>
        <pc:picChg chg="add mod">
          <ac:chgData name="(20102772) Malgorzata Victor" userId="7fb174c8-8e8e-4f34-9d71-e72d03f937b6" providerId="ADAL" clId="{BFEEA2DA-0537-4515-AD30-0C62517D2A04}" dt="2025-11-30T01:10:03.526" v="3804" actId="1035"/>
          <ac:picMkLst>
            <pc:docMk/>
            <pc:sldMk cId="0" sldId="273"/>
            <ac:picMk id="19" creationId="{A2B3B65D-DD3A-E02E-46A0-77CFAD6840C6}"/>
          </ac:picMkLst>
        </pc:picChg>
        <pc:picChg chg="add mod">
          <ac:chgData name="(20102772) Malgorzata Victor" userId="7fb174c8-8e8e-4f34-9d71-e72d03f937b6" providerId="ADAL" clId="{BFEEA2DA-0537-4515-AD30-0C62517D2A04}" dt="2025-11-30T01:04:24.144" v="3610" actId="1076"/>
          <ac:picMkLst>
            <pc:docMk/>
            <pc:sldMk cId="0" sldId="273"/>
            <ac:picMk id="20" creationId="{CE113E92-17DE-377C-1CE3-D539930A5DED}"/>
          </ac:picMkLst>
        </pc:picChg>
        <pc:picChg chg="add mod">
          <ac:chgData name="(20102772) Malgorzata Victor" userId="7fb174c8-8e8e-4f34-9d71-e72d03f937b6" providerId="ADAL" clId="{BFEEA2DA-0537-4515-AD30-0C62517D2A04}" dt="2025-11-30T01:09:55.012" v="3753" actId="1035"/>
          <ac:picMkLst>
            <pc:docMk/>
            <pc:sldMk cId="0" sldId="273"/>
            <ac:picMk id="21" creationId="{E9CA0FB1-9BD7-A400-5EE5-948FCB74F520}"/>
          </ac:picMkLst>
        </pc:picChg>
        <pc:picChg chg="add mod">
          <ac:chgData name="(20102772) Malgorzata Victor" userId="7fb174c8-8e8e-4f34-9d71-e72d03f937b6" providerId="ADAL" clId="{BFEEA2DA-0537-4515-AD30-0C62517D2A04}" dt="2025-11-30T01:06:27.041" v="3631"/>
          <ac:picMkLst>
            <pc:docMk/>
            <pc:sldMk cId="0" sldId="273"/>
            <ac:picMk id="29" creationId="{EB593932-BCFB-3EB7-CA79-28761A13C479}"/>
          </ac:picMkLst>
        </pc:picChg>
        <pc:picChg chg="add mod">
          <ac:chgData name="(20102772) Malgorzata Victor" userId="7fb174c8-8e8e-4f34-9d71-e72d03f937b6" providerId="ADAL" clId="{BFEEA2DA-0537-4515-AD30-0C62517D2A04}" dt="2025-11-30T01:06:27.041" v="3631"/>
          <ac:picMkLst>
            <pc:docMk/>
            <pc:sldMk cId="0" sldId="273"/>
            <ac:picMk id="30" creationId="{28C6245C-7C28-20F8-689B-F268BE4E4994}"/>
          </ac:picMkLst>
        </pc:picChg>
        <pc:picChg chg="add mod">
          <ac:chgData name="(20102772) Malgorzata Victor" userId="7fb174c8-8e8e-4f34-9d71-e72d03f937b6" providerId="ADAL" clId="{BFEEA2DA-0537-4515-AD30-0C62517D2A04}" dt="2025-11-30T01:06:27.041" v="3631"/>
          <ac:picMkLst>
            <pc:docMk/>
            <pc:sldMk cId="0" sldId="273"/>
            <ac:picMk id="31" creationId="{78B24047-1B49-1ABB-F699-2465D3DAF2C7}"/>
          </ac:picMkLst>
        </pc:picChg>
        <pc:picChg chg="add mod">
          <ac:chgData name="(20102772) Malgorzata Victor" userId="7fb174c8-8e8e-4f34-9d71-e72d03f937b6" providerId="ADAL" clId="{BFEEA2DA-0537-4515-AD30-0C62517D2A04}" dt="2025-11-30T01:06:26.552" v="3630" actId="571"/>
          <ac:picMkLst>
            <pc:docMk/>
            <pc:sldMk cId="0" sldId="273"/>
            <ac:picMk id="35" creationId="{E18CA899-AB99-55D2-DD81-7907F9393D47}"/>
          </ac:picMkLst>
        </pc:picChg>
        <pc:picChg chg="add mod">
          <ac:chgData name="(20102772) Malgorzata Victor" userId="7fb174c8-8e8e-4f34-9d71-e72d03f937b6" providerId="ADAL" clId="{BFEEA2DA-0537-4515-AD30-0C62517D2A04}" dt="2025-11-30T01:06:26.552" v="3630" actId="571"/>
          <ac:picMkLst>
            <pc:docMk/>
            <pc:sldMk cId="0" sldId="273"/>
            <ac:picMk id="36" creationId="{5D408D41-2A8F-6273-89F7-65532CD1AF61}"/>
          </ac:picMkLst>
        </pc:picChg>
        <pc:picChg chg="add mod">
          <ac:chgData name="(20102772) Malgorzata Victor" userId="7fb174c8-8e8e-4f34-9d71-e72d03f937b6" providerId="ADAL" clId="{BFEEA2DA-0537-4515-AD30-0C62517D2A04}" dt="2025-11-30T01:06:26.552" v="3630" actId="571"/>
          <ac:picMkLst>
            <pc:docMk/>
            <pc:sldMk cId="0" sldId="273"/>
            <ac:picMk id="37" creationId="{F63182C8-C535-FB25-BFFB-F9E4D1A67BB5}"/>
          </ac:picMkLst>
        </pc:picChg>
        <pc:picChg chg="add mod">
          <ac:chgData name="(20102772) Malgorzata Victor" userId="7fb174c8-8e8e-4f34-9d71-e72d03f937b6" providerId="ADAL" clId="{BFEEA2DA-0537-4515-AD30-0C62517D2A04}" dt="2025-11-30T01:09:55.012" v="3753" actId="1035"/>
          <ac:picMkLst>
            <pc:docMk/>
            <pc:sldMk cId="0" sldId="273"/>
            <ac:picMk id="42" creationId="{1E1AA79E-128D-4C6F-9651-12176AE117C9}"/>
          </ac:picMkLst>
        </pc:picChg>
        <pc:picChg chg="add del mod">
          <ac:chgData name="(20102772) Malgorzata Victor" userId="7fb174c8-8e8e-4f34-9d71-e72d03f937b6" providerId="ADAL" clId="{BFEEA2DA-0537-4515-AD30-0C62517D2A04}" dt="2025-11-30T01:06:56.370" v="3640" actId="478"/>
          <ac:picMkLst>
            <pc:docMk/>
            <pc:sldMk cId="0" sldId="273"/>
            <ac:picMk id="43" creationId="{40F6ED60-04A7-8778-ACC3-2DBF0EEF68BD}"/>
          </ac:picMkLst>
        </pc:picChg>
        <pc:picChg chg="add del mod">
          <ac:chgData name="(20102772) Malgorzata Victor" userId="7fb174c8-8e8e-4f34-9d71-e72d03f937b6" providerId="ADAL" clId="{BFEEA2DA-0537-4515-AD30-0C62517D2A04}" dt="2025-11-30T01:07:18.572" v="3646" actId="478"/>
          <ac:picMkLst>
            <pc:docMk/>
            <pc:sldMk cId="0" sldId="273"/>
            <ac:picMk id="44" creationId="{1FF166ED-90F1-4143-EB04-36BAF608F703}"/>
          </ac:picMkLst>
        </pc:picChg>
        <pc:picChg chg="add mod">
          <ac:chgData name="(20102772) Malgorzata Victor" userId="7fb174c8-8e8e-4f34-9d71-e72d03f937b6" providerId="ADAL" clId="{BFEEA2DA-0537-4515-AD30-0C62517D2A04}" dt="2025-11-30T01:09:55.012" v="3753" actId="1035"/>
          <ac:picMkLst>
            <pc:docMk/>
            <pc:sldMk cId="0" sldId="273"/>
            <ac:picMk id="45" creationId="{FFB5DEE8-7D6E-35B4-8A8B-6AAEB4ED397F}"/>
          </ac:picMkLst>
        </pc:picChg>
        <pc:picChg chg="add mod">
          <ac:chgData name="(20102772) Malgorzata Victor" userId="7fb174c8-8e8e-4f34-9d71-e72d03f937b6" providerId="ADAL" clId="{BFEEA2DA-0537-4515-AD30-0C62517D2A04}" dt="2025-11-30T01:09:55.012" v="3753" actId="1035"/>
          <ac:picMkLst>
            <pc:docMk/>
            <pc:sldMk cId="0" sldId="273"/>
            <ac:picMk id="46" creationId="{95F420E9-6524-02C3-025B-965601BEA61D}"/>
          </ac:picMkLst>
        </pc:picChg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74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75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76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77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78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79"/>
        </pc:sldMkLst>
      </pc:sldChg>
      <pc:sldChg chg="delSp modSp del mod ord modNotes">
        <pc:chgData name="(20102772) Malgorzata Victor" userId="7fb174c8-8e8e-4f34-9d71-e72d03f937b6" providerId="ADAL" clId="{BFEEA2DA-0537-4515-AD30-0C62517D2A04}" dt="2025-11-30T01:45:38.787" v="4426" actId="47"/>
        <pc:sldMkLst>
          <pc:docMk/>
          <pc:sldMk cId="0" sldId="280"/>
        </pc:sldMkLst>
        <pc:graphicFrameChg chg="del mod modGraphic">
          <ac:chgData name="(20102772) Malgorzata Victor" userId="7fb174c8-8e8e-4f34-9d71-e72d03f937b6" providerId="ADAL" clId="{BFEEA2DA-0537-4515-AD30-0C62517D2A04}" dt="2025-11-30T01:39:59.603" v="4317" actId="478"/>
          <ac:graphicFrameMkLst>
            <pc:docMk/>
            <pc:sldMk cId="0" sldId="280"/>
            <ac:graphicFrameMk id="7098" creationId="{00000000-0000-0000-0000-000000000000}"/>
          </ac:graphicFrameMkLst>
        </pc:graphicFrameChg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81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82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83"/>
        </pc:sldMkLst>
      </pc:sldChg>
      <pc:sldChg chg="modSp del mod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84"/>
        </pc:sldMkLst>
        <pc:spChg chg="mod">
          <ac:chgData name="(20102772) Malgorzata Victor" userId="7fb174c8-8e8e-4f34-9d71-e72d03f937b6" providerId="ADAL" clId="{BFEEA2DA-0537-4515-AD30-0C62517D2A04}" dt="2025-11-29T23:19:55.281" v="1333" actId="1076"/>
          <ac:spMkLst>
            <pc:docMk/>
            <pc:sldMk cId="0" sldId="284"/>
            <ac:spMk id="7704" creationId="{00000000-0000-0000-0000-000000000000}"/>
          </ac:spMkLst>
        </pc:spChg>
      </pc:sldChg>
      <pc:sldChg chg="del ord modNotes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85"/>
        </pc:sldMkLst>
      </pc:sldChg>
      <pc:sldChg chg="addSp delSp modSp mod ord modTransition modNotes">
        <pc:chgData name="(20102772) Malgorzata Victor" userId="7fb174c8-8e8e-4f34-9d71-e72d03f937b6" providerId="ADAL" clId="{BFEEA2DA-0537-4515-AD30-0C62517D2A04}" dt="2025-11-30T01:11:38.258" v="3830"/>
        <pc:sldMkLst>
          <pc:docMk/>
          <pc:sldMk cId="0" sldId="286"/>
        </pc:sldMkLst>
        <pc:spChg chg="add del mod">
          <ac:chgData name="(20102772) Malgorzata Victor" userId="7fb174c8-8e8e-4f34-9d71-e72d03f937b6" providerId="ADAL" clId="{BFEEA2DA-0537-4515-AD30-0C62517D2A04}" dt="2025-11-30T00:36:13.715" v="3144" actId="478"/>
          <ac:spMkLst>
            <pc:docMk/>
            <pc:sldMk cId="0" sldId="286"/>
            <ac:spMk id="3" creationId="{7F5CA5BF-1E04-33D9-34A8-872D7B6BA9CC}"/>
          </ac:spMkLst>
        </pc:spChg>
        <pc:spChg chg="add mod">
          <ac:chgData name="(20102772) Malgorzata Victor" userId="7fb174c8-8e8e-4f34-9d71-e72d03f937b6" providerId="ADAL" clId="{BFEEA2DA-0537-4515-AD30-0C62517D2A04}" dt="2025-11-30T00:36:19.482" v="3146"/>
          <ac:spMkLst>
            <pc:docMk/>
            <pc:sldMk cId="0" sldId="286"/>
            <ac:spMk id="4" creationId="{A5257E41-28F8-B594-7E01-77384EA89EBA}"/>
          </ac:spMkLst>
        </pc:spChg>
        <pc:spChg chg="add mod">
          <ac:chgData name="(20102772) Malgorzata Victor" userId="7fb174c8-8e8e-4f34-9d71-e72d03f937b6" providerId="ADAL" clId="{BFEEA2DA-0537-4515-AD30-0C62517D2A04}" dt="2025-11-30T00:36:23.151" v="3147"/>
          <ac:spMkLst>
            <pc:docMk/>
            <pc:sldMk cId="0" sldId="286"/>
            <ac:spMk id="5" creationId="{98BD135E-CD2E-5387-6684-A682CD749C28}"/>
          </ac:spMkLst>
        </pc:spChg>
        <pc:spChg chg="add mod">
          <ac:chgData name="(20102772) Malgorzata Victor" userId="7fb174c8-8e8e-4f34-9d71-e72d03f937b6" providerId="ADAL" clId="{BFEEA2DA-0537-4515-AD30-0C62517D2A04}" dt="2025-11-30T00:53:33.670" v="3545" actId="164"/>
          <ac:spMkLst>
            <pc:docMk/>
            <pc:sldMk cId="0" sldId="286"/>
            <ac:spMk id="6" creationId="{AF3B7369-8DBD-78F0-8388-B2EC3829EDFB}"/>
          </ac:spMkLst>
        </pc:spChg>
        <pc:spChg chg="add mod">
          <ac:chgData name="(20102772) Malgorzata Victor" userId="7fb174c8-8e8e-4f34-9d71-e72d03f937b6" providerId="ADAL" clId="{BFEEA2DA-0537-4515-AD30-0C62517D2A04}" dt="2025-11-30T00:53:33.670" v="3545" actId="164"/>
          <ac:spMkLst>
            <pc:docMk/>
            <pc:sldMk cId="0" sldId="286"/>
            <ac:spMk id="7" creationId="{B0FA068E-6A96-0532-E95A-FE84772347B5}"/>
          </ac:spMkLst>
        </pc:spChg>
        <pc:spChg chg="add mod">
          <ac:chgData name="(20102772) Malgorzata Victor" userId="7fb174c8-8e8e-4f34-9d71-e72d03f937b6" providerId="ADAL" clId="{BFEEA2DA-0537-4515-AD30-0C62517D2A04}" dt="2025-11-30T00:53:28.656" v="3544" actId="12788"/>
          <ac:spMkLst>
            <pc:docMk/>
            <pc:sldMk cId="0" sldId="286"/>
            <ac:spMk id="23" creationId="{01C71354-C061-3A46-97A0-D43ADA36ABCD}"/>
          </ac:spMkLst>
        </pc:spChg>
        <pc:spChg chg="del">
          <ac:chgData name="(20102772) Malgorzata Victor" userId="7fb174c8-8e8e-4f34-9d71-e72d03f937b6" providerId="ADAL" clId="{BFEEA2DA-0537-4515-AD30-0C62517D2A04}" dt="2025-11-30T00:36:07.282" v="3142" actId="478"/>
          <ac:spMkLst>
            <pc:docMk/>
            <pc:sldMk cId="0" sldId="286"/>
            <ac:spMk id="7800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45:26.801" v="3418" actId="207"/>
          <ac:spMkLst>
            <pc:docMk/>
            <pc:sldMk cId="0" sldId="286"/>
            <ac:spMk id="7802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45:06.669" v="3401" actId="1035"/>
          <ac:spMkLst>
            <pc:docMk/>
            <pc:sldMk cId="0" sldId="286"/>
            <ac:spMk id="7803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45:26.801" v="3418" actId="207"/>
          <ac:spMkLst>
            <pc:docMk/>
            <pc:sldMk cId="0" sldId="286"/>
            <ac:spMk id="7805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45:26.801" v="3418" actId="207"/>
          <ac:spMkLst>
            <pc:docMk/>
            <pc:sldMk cId="0" sldId="286"/>
            <ac:spMk id="7808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45:26.801" v="3418" actId="207"/>
          <ac:spMkLst>
            <pc:docMk/>
            <pc:sldMk cId="0" sldId="286"/>
            <ac:spMk id="7811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45:26.801" v="3418" actId="207"/>
          <ac:spMkLst>
            <pc:docMk/>
            <pc:sldMk cId="0" sldId="286"/>
            <ac:spMk id="7814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45:06.669" v="3401" actId="1035"/>
          <ac:spMkLst>
            <pc:docMk/>
            <pc:sldMk cId="0" sldId="286"/>
            <ac:spMk id="7815" creationId="{00000000-0000-0000-0000-000000000000}"/>
          </ac:spMkLst>
        </pc:spChg>
        <pc:spChg chg="add del mod">
          <ac:chgData name="(20102772) Malgorzata Victor" userId="7fb174c8-8e8e-4f34-9d71-e72d03f937b6" providerId="ADAL" clId="{BFEEA2DA-0537-4515-AD30-0C62517D2A04}" dt="2025-11-30T00:37:29.550" v="3224" actId="14100"/>
          <ac:spMkLst>
            <pc:docMk/>
            <pc:sldMk cId="0" sldId="286"/>
            <ac:spMk id="7816" creationId="{00000000-0000-0000-0000-000000000000}"/>
          </ac:spMkLst>
        </pc:spChg>
        <pc:spChg chg="del mod">
          <ac:chgData name="(20102772) Malgorzata Victor" userId="7fb174c8-8e8e-4f34-9d71-e72d03f937b6" providerId="ADAL" clId="{BFEEA2DA-0537-4515-AD30-0C62517D2A04}" dt="2025-11-30T00:36:40.048" v="3149" actId="478"/>
          <ac:spMkLst>
            <pc:docMk/>
            <pc:sldMk cId="0" sldId="286"/>
            <ac:spMk id="7817" creationId="{00000000-0000-0000-0000-000000000000}"/>
          </ac:spMkLst>
        </pc:spChg>
        <pc:spChg chg="add del mod">
          <ac:chgData name="(20102772) Malgorzata Victor" userId="7fb174c8-8e8e-4f34-9d71-e72d03f937b6" providerId="ADAL" clId="{BFEEA2DA-0537-4515-AD30-0C62517D2A04}" dt="2025-11-30T00:45:06.669" v="3401" actId="1035"/>
          <ac:spMkLst>
            <pc:docMk/>
            <pc:sldMk cId="0" sldId="286"/>
            <ac:spMk id="7818" creationId="{00000000-0000-0000-0000-000000000000}"/>
          </ac:spMkLst>
        </pc:spChg>
        <pc:spChg chg="del">
          <ac:chgData name="(20102772) Malgorzata Victor" userId="7fb174c8-8e8e-4f34-9d71-e72d03f937b6" providerId="ADAL" clId="{BFEEA2DA-0537-4515-AD30-0C62517D2A04}" dt="2025-11-30T00:36:41.517" v="3150" actId="478"/>
          <ac:spMkLst>
            <pc:docMk/>
            <pc:sldMk cId="0" sldId="286"/>
            <ac:spMk id="7819" creationId="{00000000-0000-0000-0000-000000000000}"/>
          </ac:spMkLst>
        </pc:spChg>
        <pc:spChg chg="add del mod">
          <ac:chgData name="(20102772) Malgorzata Victor" userId="7fb174c8-8e8e-4f34-9d71-e72d03f937b6" providerId="ADAL" clId="{BFEEA2DA-0537-4515-AD30-0C62517D2A04}" dt="2025-11-30T00:45:06.669" v="3401" actId="1035"/>
          <ac:spMkLst>
            <pc:docMk/>
            <pc:sldMk cId="0" sldId="286"/>
            <ac:spMk id="7820" creationId="{00000000-0000-0000-0000-000000000000}"/>
          </ac:spMkLst>
        </pc:spChg>
        <pc:spChg chg="del">
          <ac:chgData name="(20102772) Malgorzata Victor" userId="7fb174c8-8e8e-4f34-9d71-e72d03f937b6" providerId="ADAL" clId="{BFEEA2DA-0537-4515-AD30-0C62517D2A04}" dt="2025-11-30T00:36:42.530" v="3151" actId="478"/>
          <ac:spMkLst>
            <pc:docMk/>
            <pc:sldMk cId="0" sldId="286"/>
            <ac:spMk id="7821" creationId="{00000000-0000-0000-0000-000000000000}"/>
          </ac:spMkLst>
        </pc:spChg>
        <pc:spChg chg="add del mod">
          <ac:chgData name="(20102772) Malgorzata Victor" userId="7fb174c8-8e8e-4f34-9d71-e72d03f937b6" providerId="ADAL" clId="{BFEEA2DA-0537-4515-AD30-0C62517D2A04}" dt="2025-11-30T00:45:06.669" v="3401" actId="1035"/>
          <ac:spMkLst>
            <pc:docMk/>
            <pc:sldMk cId="0" sldId="286"/>
            <ac:spMk id="7822" creationId="{00000000-0000-0000-0000-000000000000}"/>
          </ac:spMkLst>
        </pc:spChg>
        <pc:spChg chg="del">
          <ac:chgData name="(20102772) Malgorzata Victor" userId="7fb174c8-8e8e-4f34-9d71-e72d03f937b6" providerId="ADAL" clId="{BFEEA2DA-0537-4515-AD30-0C62517D2A04}" dt="2025-11-30T00:36:43.468" v="3152" actId="478"/>
          <ac:spMkLst>
            <pc:docMk/>
            <pc:sldMk cId="0" sldId="286"/>
            <ac:spMk id="7823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0:45:06.669" v="3401" actId="1035"/>
          <ac:spMkLst>
            <pc:docMk/>
            <pc:sldMk cId="0" sldId="286"/>
            <ac:spMk id="7824" creationId="{00000000-0000-0000-0000-000000000000}"/>
          </ac:spMkLst>
        </pc:spChg>
        <pc:spChg chg="del">
          <ac:chgData name="(20102772) Malgorzata Victor" userId="7fb174c8-8e8e-4f34-9d71-e72d03f937b6" providerId="ADAL" clId="{BFEEA2DA-0537-4515-AD30-0C62517D2A04}" dt="2025-11-30T00:36:44.387" v="3153" actId="478"/>
          <ac:spMkLst>
            <pc:docMk/>
            <pc:sldMk cId="0" sldId="286"/>
            <ac:spMk id="7825" creationId="{00000000-0000-0000-0000-000000000000}"/>
          </ac:spMkLst>
        </pc:spChg>
        <pc:spChg chg="del mod">
          <ac:chgData name="(20102772) Malgorzata Victor" userId="7fb174c8-8e8e-4f34-9d71-e72d03f937b6" providerId="ADAL" clId="{BFEEA2DA-0537-4515-AD30-0C62517D2A04}" dt="2025-11-30T00:43:21.667" v="3343" actId="478"/>
          <ac:spMkLst>
            <pc:docMk/>
            <pc:sldMk cId="0" sldId="286"/>
            <ac:spMk id="7826" creationId="{00000000-0000-0000-0000-000000000000}"/>
          </ac:spMkLst>
        </pc:spChg>
        <pc:grpChg chg="add mod">
          <ac:chgData name="(20102772) Malgorzata Victor" userId="7fb174c8-8e8e-4f34-9d71-e72d03f937b6" providerId="ADAL" clId="{BFEEA2DA-0537-4515-AD30-0C62517D2A04}" dt="2025-11-30T00:53:36.921" v="3569" actId="1035"/>
          <ac:grpSpMkLst>
            <pc:docMk/>
            <pc:sldMk cId="0" sldId="286"/>
            <ac:grpSpMk id="24" creationId="{E9C99B8F-2CA6-011E-498F-50AE9DC827FE}"/>
          </ac:grpSpMkLst>
        </pc:grpChg>
        <pc:grpChg chg="del">
          <ac:chgData name="(20102772) Malgorzata Victor" userId="7fb174c8-8e8e-4f34-9d71-e72d03f937b6" providerId="ADAL" clId="{BFEEA2DA-0537-4515-AD30-0C62517D2A04}" dt="2025-11-30T00:43:31.350" v="3352" actId="478"/>
          <ac:grpSpMkLst>
            <pc:docMk/>
            <pc:sldMk cId="0" sldId="286"/>
            <ac:grpSpMk id="7827" creationId="{00000000-0000-0000-0000-000000000000}"/>
          </ac:grpSpMkLst>
        </pc:grpChg>
        <pc:grpChg chg="del">
          <ac:chgData name="(20102772) Malgorzata Victor" userId="7fb174c8-8e8e-4f34-9d71-e72d03f937b6" providerId="ADAL" clId="{BFEEA2DA-0537-4515-AD30-0C62517D2A04}" dt="2025-11-30T00:43:31.862" v="3353" actId="478"/>
          <ac:grpSpMkLst>
            <pc:docMk/>
            <pc:sldMk cId="0" sldId="286"/>
            <ac:grpSpMk id="7836" creationId="{00000000-0000-0000-0000-000000000000}"/>
          </ac:grpSpMkLst>
        </pc:grpChg>
        <pc:grpChg chg="del">
          <ac:chgData name="(20102772) Malgorzata Victor" userId="7fb174c8-8e8e-4f34-9d71-e72d03f937b6" providerId="ADAL" clId="{BFEEA2DA-0537-4515-AD30-0C62517D2A04}" dt="2025-11-30T00:43:32.368" v="3354" actId="478"/>
          <ac:grpSpMkLst>
            <pc:docMk/>
            <pc:sldMk cId="0" sldId="286"/>
            <ac:grpSpMk id="7842" creationId="{00000000-0000-0000-0000-000000000000}"/>
          </ac:grpSpMkLst>
        </pc:grpChg>
        <pc:grpChg chg="del">
          <ac:chgData name="(20102772) Malgorzata Victor" userId="7fb174c8-8e8e-4f34-9d71-e72d03f937b6" providerId="ADAL" clId="{BFEEA2DA-0537-4515-AD30-0C62517D2A04}" dt="2025-11-30T00:43:22.277" v="3344" actId="478"/>
          <ac:grpSpMkLst>
            <pc:docMk/>
            <pc:sldMk cId="0" sldId="286"/>
            <ac:grpSpMk id="7850" creationId="{00000000-0000-0000-0000-000000000000}"/>
          </ac:grpSpMkLst>
        </pc:grpChg>
        <pc:picChg chg="add mod">
          <ac:chgData name="(20102772) Malgorzata Victor" userId="7fb174c8-8e8e-4f34-9d71-e72d03f937b6" providerId="ADAL" clId="{BFEEA2DA-0537-4515-AD30-0C62517D2A04}" dt="2025-11-30T00:53:33.670" v="3545" actId="164"/>
          <ac:picMkLst>
            <pc:docMk/>
            <pc:sldMk cId="0" sldId="286"/>
            <ac:picMk id="9" creationId="{22F84437-4A9E-04A4-5B1F-03A408810A7D}"/>
          </ac:picMkLst>
        </pc:picChg>
        <pc:picChg chg="add mod">
          <ac:chgData name="(20102772) Malgorzata Victor" userId="7fb174c8-8e8e-4f34-9d71-e72d03f937b6" providerId="ADAL" clId="{BFEEA2DA-0537-4515-AD30-0C62517D2A04}" dt="2025-11-30T00:44:53.868" v="3389" actId="12789"/>
          <ac:picMkLst>
            <pc:docMk/>
            <pc:sldMk cId="0" sldId="286"/>
            <ac:picMk id="11" creationId="{EC88DBAC-6080-6A6E-D967-AD2A29E20AEC}"/>
          </ac:picMkLst>
        </pc:picChg>
        <pc:picChg chg="add mod">
          <ac:chgData name="(20102772) Malgorzata Victor" userId="7fb174c8-8e8e-4f34-9d71-e72d03f937b6" providerId="ADAL" clId="{BFEEA2DA-0537-4515-AD30-0C62517D2A04}" dt="2025-11-30T00:44:47.759" v="3387" actId="12789"/>
          <ac:picMkLst>
            <pc:docMk/>
            <pc:sldMk cId="0" sldId="286"/>
            <ac:picMk id="13" creationId="{C0FCA6A2-8268-4956-DE20-DA3551CAAC36}"/>
          </ac:picMkLst>
        </pc:picChg>
        <pc:picChg chg="add mod">
          <ac:chgData name="(20102772) Malgorzata Victor" userId="7fb174c8-8e8e-4f34-9d71-e72d03f937b6" providerId="ADAL" clId="{BFEEA2DA-0537-4515-AD30-0C62517D2A04}" dt="2025-11-30T00:44:33.947" v="3381" actId="12789"/>
          <ac:picMkLst>
            <pc:docMk/>
            <pc:sldMk cId="0" sldId="286"/>
            <ac:picMk id="15" creationId="{B6226577-511E-80E0-E8A5-E1ABF7C2D9DF}"/>
          </ac:picMkLst>
        </pc:picChg>
        <pc:picChg chg="add del mod">
          <ac:chgData name="(20102772) Malgorzata Victor" userId="7fb174c8-8e8e-4f34-9d71-e72d03f937b6" providerId="ADAL" clId="{BFEEA2DA-0537-4515-AD30-0C62517D2A04}" dt="2025-11-30T00:43:59.611" v="3368" actId="478"/>
          <ac:picMkLst>
            <pc:docMk/>
            <pc:sldMk cId="0" sldId="286"/>
            <ac:picMk id="17" creationId="{1EE899FB-75B7-9156-4C22-BEC025076038}"/>
          </ac:picMkLst>
        </pc:picChg>
        <pc:picChg chg="add mod">
          <ac:chgData name="(20102772) Malgorzata Victor" userId="7fb174c8-8e8e-4f34-9d71-e72d03f937b6" providerId="ADAL" clId="{BFEEA2DA-0537-4515-AD30-0C62517D2A04}" dt="2025-11-30T00:44:38.895" v="3383" actId="12789"/>
          <ac:picMkLst>
            <pc:docMk/>
            <pc:sldMk cId="0" sldId="286"/>
            <ac:picMk id="19" creationId="{4EF70F37-A95E-AB2E-98DC-DC4D69C4B626}"/>
          </ac:picMkLst>
        </pc:picChg>
        <pc:picChg chg="add mod">
          <ac:chgData name="(20102772) Malgorzata Victor" userId="7fb174c8-8e8e-4f34-9d71-e72d03f937b6" providerId="ADAL" clId="{BFEEA2DA-0537-4515-AD30-0C62517D2A04}" dt="2025-11-30T00:44:43.401" v="3385" actId="12789"/>
          <ac:picMkLst>
            <pc:docMk/>
            <pc:sldMk cId="0" sldId="286"/>
            <ac:picMk id="21" creationId="{4DA4F4A1-B652-FD67-5BCD-7E50F4B3A8AC}"/>
          </ac:picMkLst>
        </pc:picChg>
        <pc:cxnChg chg="mod">
          <ac:chgData name="(20102772) Malgorzata Victor" userId="7fb174c8-8e8e-4f34-9d71-e72d03f937b6" providerId="ADAL" clId="{BFEEA2DA-0537-4515-AD30-0C62517D2A04}" dt="2025-11-30T00:44:33.947" v="3381" actId="12789"/>
          <ac:cxnSpMkLst>
            <pc:docMk/>
            <pc:sldMk cId="0" sldId="286"/>
            <ac:cxnSpMk id="7801" creationId="{00000000-0000-0000-0000-000000000000}"/>
          </ac:cxnSpMkLst>
        </pc:cxnChg>
        <pc:cxnChg chg="mod">
          <ac:chgData name="(20102772) Malgorzata Victor" userId="7fb174c8-8e8e-4f34-9d71-e72d03f937b6" providerId="ADAL" clId="{BFEEA2DA-0537-4515-AD30-0C62517D2A04}" dt="2025-11-30T00:44:38.895" v="3383" actId="12789"/>
          <ac:cxnSpMkLst>
            <pc:docMk/>
            <pc:sldMk cId="0" sldId="286"/>
            <ac:cxnSpMk id="7804" creationId="{00000000-0000-0000-0000-000000000000}"/>
          </ac:cxnSpMkLst>
        </pc:cxnChg>
        <pc:cxnChg chg="mod">
          <ac:chgData name="(20102772) Malgorzata Victor" userId="7fb174c8-8e8e-4f34-9d71-e72d03f937b6" providerId="ADAL" clId="{BFEEA2DA-0537-4515-AD30-0C62517D2A04}" dt="2025-11-30T00:44:43.401" v="3385" actId="12789"/>
          <ac:cxnSpMkLst>
            <pc:docMk/>
            <pc:sldMk cId="0" sldId="286"/>
            <ac:cxnSpMk id="7807" creationId="{00000000-0000-0000-0000-000000000000}"/>
          </ac:cxnSpMkLst>
        </pc:cxnChg>
        <pc:cxnChg chg="mod">
          <ac:chgData name="(20102772) Malgorzata Victor" userId="7fb174c8-8e8e-4f34-9d71-e72d03f937b6" providerId="ADAL" clId="{BFEEA2DA-0537-4515-AD30-0C62517D2A04}" dt="2025-11-30T00:44:47.759" v="3387" actId="12789"/>
          <ac:cxnSpMkLst>
            <pc:docMk/>
            <pc:sldMk cId="0" sldId="286"/>
            <ac:cxnSpMk id="7810" creationId="{00000000-0000-0000-0000-000000000000}"/>
          </ac:cxnSpMkLst>
        </pc:cxnChg>
        <pc:cxnChg chg="mod">
          <ac:chgData name="(20102772) Malgorzata Victor" userId="7fb174c8-8e8e-4f34-9d71-e72d03f937b6" providerId="ADAL" clId="{BFEEA2DA-0537-4515-AD30-0C62517D2A04}" dt="2025-11-30T00:44:53.868" v="3389" actId="12789"/>
          <ac:cxnSpMkLst>
            <pc:docMk/>
            <pc:sldMk cId="0" sldId="286"/>
            <ac:cxnSpMk id="7813" creationId="{00000000-0000-0000-0000-000000000000}"/>
          </ac:cxnSpMkLst>
        </pc:cxnChg>
        <pc:cxnChg chg="mod">
          <ac:chgData name="(20102772) Malgorzata Victor" userId="7fb174c8-8e8e-4f34-9d71-e72d03f937b6" providerId="ADAL" clId="{BFEEA2DA-0537-4515-AD30-0C62517D2A04}" dt="2025-11-30T00:44:38.895" v="3383" actId="12789"/>
          <ac:cxnSpMkLst>
            <pc:docMk/>
            <pc:sldMk cId="0" sldId="286"/>
            <ac:cxnSpMk id="7856" creationId="{00000000-0000-0000-0000-000000000000}"/>
          </ac:cxnSpMkLst>
        </pc:cxnChg>
        <pc:cxnChg chg="mod">
          <ac:chgData name="(20102772) Malgorzata Victor" userId="7fb174c8-8e8e-4f34-9d71-e72d03f937b6" providerId="ADAL" clId="{BFEEA2DA-0537-4515-AD30-0C62517D2A04}" dt="2025-11-30T00:44:43.401" v="3385" actId="12789"/>
          <ac:cxnSpMkLst>
            <pc:docMk/>
            <pc:sldMk cId="0" sldId="286"/>
            <ac:cxnSpMk id="7857" creationId="{00000000-0000-0000-0000-000000000000}"/>
          </ac:cxnSpMkLst>
        </pc:cxnChg>
        <pc:cxnChg chg="mod">
          <ac:chgData name="(20102772) Malgorzata Victor" userId="7fb174c8-8e8e-4f34-9d71-e72d03f937b6" providerId="ADAL" clId="{BFEEA2DA-0537-4515-AD30-0C62517D2A04}" dt="2025-11-30T00:44:47.759" v="3387" actId="12789"/>
          <ac:cxnSpMkLst>
            <pc:docMk/>
            <pc:sldMk cId="0" sldId="286"/>
            <ac:cxnSpMk id="7858" creationId="{00000000-0000-0000-0000-000000000000}"/>
          </ac:cxnSpMkLst>
        </pc:cxnChg>
        <pc:cxnChg chg="mod">
          <ac:chgData name="(20102772) Malgorzata Victor" userId="7fb174c8-8e8e-4f34-9d71-e72d03f937b6" providerId="ADAL" clId="{BFEEA2DA-0537-4515-AD30-0C62517D2A04}" dt="2025-11-30T00:44:53.868" v="3389" actId="12789"/>
          <ac:cxnSpMkLst>
            <pc:docMk/>
            <pc:sldMk cId="0" sldId="286"/>
            <ac:cxnSpMk id="7859" creationId="{00000000-0000-0000-0000-000000000000}"/>
          </ac:cxnSpMkLst>
        </pc:cxnChg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87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88"/>
        </pc:sldMkLst>
      </pc:sldChg>
      <pc:sldChg chg="addSp delSp modSp mod ord modTransition modNotes">
        <pc:chgData name="(20102772) Malgorzata Victor" userId="7fb174c8-8e8e-4f34-9d71-e72d03f937b6" providerId="ADAL" clId="{BFEEA2DA-0537-4515-AD30-0C62517D2A04}" dt="2025-11-30T02:04:02.109" v="4752" actId="1076"/>
        <pc:sldMkLst>
          <pc:docMk/>
          <pc:sldMk cId="0" sldId="289"/>
        </pc:sldMkLst>
        <pc:spChg chg="mod">
          <ac:chgData name="(20102772) Malgorzata Victor" userId="7fb174c8-8e8e-4f34-9d71-e72d03f937b6" providerId="ADAL" clId="{BFEEA2DA-0537-4515-AD30-0C62517D2A04}" dt="2025-11-30T01:48:33.358" v="4490"/>
          <ac:spMkLst>
            <pc:docMk/>
            <pc:sldMk cId="0" sldId="289"/>
            <ac:spMk id="6" creationId="{FFBE9AE5-E437-3A6D-3006-5E6550C5A6A8}"/>
          </ac:spMkLst>
        </pc:spChg>
        <pc:spChg chg="mod">
          <ac:chgData name="(20102772) Malgorzata Victor" userId="7fb174c8-8e8e-4f34-9d71-e72d03f937b6" providerId="ADAL" clId="{BFEEA2DA-0537-4515-AD30-0C62517D2A04}" dt="2025-11-30T01:48:33.358" v="4490"/>
          <ac:spMkLst>
            <pc:docMk/>
            <pc:sldMk cId="0" sldId="289"/>
            <ac:spMk id="7" creationId="{760D3311-1BF6-639F-6C2C-FA73A5348F78}"/>
          </ac:spMkLst>
        </pc:spChg>
        <pc:spChg chg="mod">
          <ac:chgData name="(20102772) Malgorzata Victor" userId="7fb174c8-8e8e-4f34-9d71-e72d03f937b6" providerId="ADAL" clId="{BFEEA2DA-0537-4515-AD30-0C62517D2A04}" dt="2025-11-30T01:48:33.358" v="4490"/>
          <ac:spMkLst>
            <pc:docMk/>
            <pc:sldMk cId="0" sldId="289"/>
            <ac:spMk id="14" creationId="{BC3C868C-2FBE-0E3E-031A-4A3FF656C316}"/>
          </ac:spMkLst>
        </pc:spChg>
        <pc:spChg chg="mod">
          <ac:chgData name="(20102772) Malgorzata Victor" userId="7fb174c8-8e8e-4f34-9d71-e72d03f937b6" providerId="ADAL" clId="{BFEEA2DA-0537-4515-AD30-0C62517D2A04}" dt="2025-11-30T01:48:33.358" v="4490"/>
          <ac:spMkLst>
            <pc:docMk/>
            <pc:sldMk cId="0" sldId="289"/>
            <ac:spMk id="15" creationId="{F70A4DED-8542-B6DE-6473-4C4CC894566A}"/>
          </ac:spMkLst>
        </pc:spChg>
        <pc:spChg chg="mod">
          <ac:chgData name="(20102772) Malgorzata Victor" userId="7fb174c8-8e8e-4f34-9d71-e72d03f937b6" providerId="ADAL" clId="{BFEEA2DA-0537-4515-AD30-0C62517D2A04}" dt="2025-11-30T01:48:33.358" v="4490"/>
          <ac:spMkLst>
            <pc:docMk/>
            <pc:sldMk cId="0" sldId="289"/>
            <ac:spMk id="20" creationId="{73D49DFF-6B21-AE9B-9EC7-BEDA67D51AAE}"/>
          </ac:spMkLst>
        </pc:spChg>
        <pc:spChg chg="mod">
          <ac:chgData name="(20102772) Malgorzata Victor" userId="7fb174c8-8e8e-4f34-9d71-e72d03f937b6" providerId="ADAL" clId="{BFEEA2DA-0537-4515-AD30-0C62517D2A04}" dt="2025-11-30T01:48:33.358" v="4490"/>
          <ac:spMkLst>
            <pc:docMk/>
            <pc:sldMk cId="0" sldId="289"/>
            <ac:spMk id="25" creationId="{5FEA638F-6420-0DA1-4289-B5FB65B762D2}"/>
          </ac:spMkLst>
        </pc:spChg>
        <pc:spChg chg="mod">
          <ac:chgData name="(20102772) Malgorzata Victor" userId="7fb174c8-8e8e-4f34-9d71-e72d03f937b6" providerId="ADAL" clId="{BFEEA2DA-0537-4515-AD30-0C62517D2A04}" dt="2025-11-30T01:48:33.358" v="4490"/>
          <ac:spMkLst>
            <pc:docMk/>
            <pc:sldMk cId="0" sldId="289"/>
            <ac:spMk id="26" creationId="{47CC3797-895F-4732-9683-4D7EA3AA7320}"/>
          </ac:spMkLst>
        </pc:spChg>
        <pc:spChg chg="mod">
          <ac:chgData name="(20102772) Malgorzata Victor" userId="7fb174c8-8e8e-4f34-9d71-e72d03f937b6" providerId="ADAL" clId="{BFEEA2DA-0537-4515-AD30-0C62517D2A04}" dt="2025-11-30T01:48:33.358" v="4490"/>
          <ac:spMkLst>
            <pc:docMk/>
            <pc:sldMk cId="0" sldId="289"/>
            <ac:spMk id="28" creationId="{B2A65DEB-D7F3-1621-3E62-6BF941EDA255}"/>
          </ac:spMkLst>
        </pc:spChg>
        <pc:spChg chg="mod">
          <ac:chgData name="(20102772) Malgorzata Victor" userId="7fb174c8-8e8e-4f34-9d71-e72d03f937b6" providerId="ADAL" clId="{BFEEA2DA-0537-4515-AD30-0C62517D2A04}" dt="2025-11-30T01:48:33.358" v="4490"/>
          <ac:spMkLst>
            <pc:docMk/>
            <pc:sldMk cId="0" sldId="289"/>
            <ac:spMk id="33" creationId="{54CA1778-8EE3-B81B-D984-5255308773B2}"/>
          </ac:spMkLst>
        </pc:spChg>
        <pc:spChg chg="mod">
          <ac:chgData name="(20102772) Malgorzata Victor" userId="7fb174c8-8e8e-4f34-9d71-e72d03f937b6" providerId="ADAL" clId="{BFEEA2DA-0537-4515-AD30-0C62517D2A04}" dt="2025-11-30T01:48:33.358" v="4490"/>
          <ac:spMkLst>
            <pc:docMk/>
            <pc:sldMk cId="0" sldId="289"/>
            <ac:spMk id="35" creationId="{CBF6E92D-8182-015A-BAD5-D799B9D34090}"/>
          </ac:spMkLst>
        </pc:spChg>
        <pc:spChg chg="add del mod">
          <ac:chgData name="(20102772) Malgorzata Victor" userId="7fb174c8-8e8e-4f34-9d71-e72d03f937b6" providerId="ADAL" clId="{BFEEA2DA-0537-4515-AD30-0C62517D2A04}" dt="2025-11-30T01:48:49.871" v="4494" actId="478"/>
          <ac:spMkLst>
            <pc:docMk/>
            <pc:sldMk cId="0" sldId="289"/>
            <ac:spMk id="38" creationId="{70DC8DDE-8989-B55B-9139-1CF8CCCC9A3C}"/>
          </ac:spMkLst>
        </pc:spChg>
        <pc:spChg chg="add mod">
          <ac:chgData name="(20102772) Malgorzata Victor" userId="7fb174c8-8e8e-4f34-9d71-e72d03f937b6" providerId="ADAL" clId="{BFEEA2DA-0537-4515-AD30-0C62517D2A04}" dt="2025-11-30T01:48:53.288" v="4496"/>
          <ac:spMkLst>
            <pc:docMk/>
            <pc:sldMk cId="0" sldId="289"/>
            <ac:spMk id="39" creationId="{FE488A8D-5165-B675-C865-D33372F27DE1}"/>
          </ac:spMkLst>
        </pc:spChg>
        <pc:spChg chg="add mod">
          <ac:chgData name="(20102772) Malgorzata Victor" userId="7fb174c8-8e8e-4f34-9d71-e72d03f937b6" providerId="ADAL" clId="{BFEEA2DA-0537-4515-AD30-0C62517D2A04}" dt="2025-11-30T01:48:57.573" v="4497"/>
          <ac:spMkLst>
            <pc:docMk/>
            <pc:sldMk cId="0" sldId="289"/>
            <ac:spMk id="40" creationId="{94CD477B-3738-8B70-6A54-BA873E74596A}"/>
          </ac:spMkLst>
        </pc:spChg>
        <pc:spChg chg="add mod">
          <ac:chgData name="(20102772) Malgorzata Victor" userId="7fb174c8-8e8e-4f34-9d71-e72d03f937b6" providerId="ADAL" clId="{BFEEA2DA-0537-4515-AD30-0C62517D2A04}" dt="2025-11-30T02:02:43.610" v="4734" actId="1076"/>
          <ac:spMkLst>
            <pc:docMk/>
            <pc:sldMk cId="0" sldId="289"/>
            <ac:spMk id="41" creationId="{CFB6C70C-9479-9B45-244B-C52B5E7E2A52}"/>
          </ac:spMkLst>
        </pc:spChg>
        <pc:spChg chg="add mod">
          <ac:chgData name="(20102772) Malgorzata Victor" userId="7fb174c8-8e8e-4f34-9d71-e72d03f937b6" providerId="ADAL" clId="{BFEEA2DA-0537-4515-AD30-0C62517D2A04}" dt="2025-11-30T01:57:21.794" v="4715" actId="1036"/>
          <ac:spMkLst>
            <pc:docMk/>
            <pc:sldMk cId="0" sldId="289"/>
            <ac:spMk id="42" creationId="{656A851E-6E02-B997-5F70-0EA84EDE45C9}"/>
          </ac:spMkLst>
        </pc:spChg>
        <pc:spChg chg="add del mod">
          <ac:chgData name="(20102772) Malgorzata Victor" userId="7fb174c8-8e8e-4f34-9d71-e72d03f937b6" providerId="ADAL" clId="{BFEEA2DA-0537-4515-AD30-0C62517D2A04}" dt="2025-11-30T01:50:42.884" v="4531" actId="478"/>
          <ac:spMkLst>
            <pc:docMk/>
            <pc:sldMk cId="0" sldId="289"/>
            <ac:spMk id="44" creationId="{F4D5C78A-5F3F-5A50-08AA-2C959222573F}"/>
          </ac:spMkLst>
        </pc:spChg>
        <pc:spChg chg="add del mod">
          <ac:chgData name="(20102772) Malgorzata Victor" userId="7fb174c8-8e8e-4f34-9d71-e72d03f937b6" providerId="ADAL" clId="{BFEEA2DA-0537-4515-AD30-0C62517D2A04}" dt="2025-11-30T01:50:42.884" v="4531" actId="478"/>
          <ac:spMkLst>
            <pc:docMk/>
            <pc:sldMk cId="0" sldId="289"/>
            <ac:spMk id="46" creationId="{5E150C17-E0BB-AE1A-948A-C2A4F3AE9460}"/>
          </ac:spMkLst>
        </pc:spChg>
        <pc:spChg chg="add del mod">
          <ac:chgData name="(20102772) Malgorzata Victor" userId="7fb174c8-8e8e-4f34-9d71-e72d03f937b6" providerId="ADAL" clId="{BFEEA2DA-0537-4515-AD30-0C62517D2A04}" dt="2025-11-30T01:50:42.884" v="4531" actId="478"/>
          <ac:spMkLst>
            <pc:docMk/>
            <pc:sldMk cId="0" sldId="289"/>
            <ac:spMk id="48" creationId="{EAFDFFF2-D947-E218-3599-C6C4985792D3}"/>
          </ac:spMkLst>
        </pc:spChg>
        <pc:spChg chg="add del mod">
          <ac:chgData name="(20102772) Malgorzata Victor" userId="7fb174c8-8e8e-4f34-9d71-e72d03f937b6" providerId="ADAL" clId="{BFEEA2DA-0537-4515-AD30-0C62517D2A04}" dt="2025-11-30T01:50:46.247" v="4533" actId="478"/>
          <ac:spMkLst>
            <pc:docMk/>
            <pc:sldMk cId="0" sldId="289"/>
            <ac:spMk id="50" creationId="{B0C65145-FB6F-6465-8D37-37A56FE127BD}"/>
          </ac:spMkLst>
        </pc:spChg>
        <pc:spChg chg="add mod">
          <ac:chgData name="(20102772) Malgorzata Victor" userId="7fb174c8-8e8e-4f34-9d71-e72d03f937b6" providerId="ADAL" clId="{BFEEA2DA-0537-4515-AD30-0C62517D2A04}" dt="2025-11-30T02:03:20.900" v="4747" actId="1036"/>
          <ac:spMkLst>
            <pc:docMk/>
            <pc:sldMk cId="0" sldId="289"/>
            <ac:spMk id="51" creationId="{8EBB4B12-1D38-476B-3931-29B4878D87F0}"/>
          </ac:spMkLst>
        </pc:spChg>
        <pc:spChg chg="add mod">
          <ac:chgData name="(20102772) Malgorzata Victor" userId="7fb174c8-8e8e-4f34-9d71-e72d03f937b6" providerId="ADAL" clId="{BFEEA2DA-0537-4515-AD30-0C62517D2A04}" dt="2025-11-30T01:55:52.024" v="4664" actId="1076"/>
          <ac:spMkLst>
            <pc:docMk/>
            <pc:sldMk cId="0" sldId="289"/>
            <ac:spMk id="52" creationId="{FADFA039-9BC5-FD46-412F-267E622D4C9C}"/>
          </ac:spMkLst>
        </pc:spChg>
        <pc:spChg chg="add mod">
          <ac:chgData name="(20102772) Malgorzata Victor" userId="7fb174c8-8e8e-4f34-9d71-e72d03f937b6" providerId="ADAL" clId="{BFEEA2DA-0537-4515-AD30-0C62517D2A04}" dt="2025-11-30T02:03:18.760" v="4744" actId="1036"/>
          <ac:spMkLst>
            <pc:docMk/>
            <pc:sldMk cId="0" sldId="289"/>
            <ac:spMk id="53" creationId="{A0A3D3D9-D68C-31C8-461F-36C0E68B7F63}"/>
          </ac:spMkLst>
        </pc:spChg>
        <pc:spChg chg="add mod">
          <ac:chgData name="(20102772) Malgorzata Victor" userId="7fb174c8-8e8e-4f34-9d71-e72d03f937b6" providerId="ADAL" clId="{BFEEA2DA-0537-4515-AD30-0C62517D2A04}" dt="2025-11-30T01:57:21.794" v="4715" actId="1036"/>
          <ac:spMkLst>
            <pc:docMk/>
            <pc:sldMk cId="0" sldId="289"/>
            <ac:spMk id="54" creationId="{3F735FB7-8F6E-3AA6-3A2E-2BF5572F94BF}"/>
          </ac:spMkLst>
        </pc:spChg>
        <pc:spChg chg="add mod">
          <ac:chgData name="(20102772) Malgorzata Victor" userId="7fb174c8-8e8e-4f34-9d71-e72d03f937b6" providerId="ADAL" clId="{BFEEA2DA-0537-4515-AD30-0C62517D2A04}" dt="2025-11-30T02:03:18.760" v="4744" actId="1036"/>
          <ac:spMkLst>
            <pc:docMk/>
            <pc:sldMk cId="0" sldId="289"/>
            <ac:spMk id="55" creationId="{73F95928-F655-C705-2C44-09F5A54C7709}"/>
          </ac:spMkLst>
        </pc:spChg>
        <pc:spChg chg="add mod">
          <ac:chgData name="(20102772) Malgorzata Victor" userId="7fb174c8-8e8e-4f34-9d71-e72d03f937b6" providerId="ADAL" clId="{BFEEA2DA-0537-4515-AD30-0C62517D2A04}" dt="2025-11-30T02:02:43.610" v="4734" actId="1076"/>
          <ac:spMkLst>
            <pc:docMk/>
            <pc:sldMk cId="0" sldId="289"/>
            <ac:spMk id="56" creationId="{F175614F-2516-584B-BB68-1D9BDD2F3CC5}"/>
          </ac:spMkLst>
        </pc:spChg>
        <pc:spChg chg="add mod">
          <ac:chgData name="(20102772) Malgorzata Victor" userId="7fb174c8-8e8e-4f34-9d71-e72d03f937b6" providerId="ADAL" clId="{BFEEA2DA-0537-4515-AD30-0C62517D2A04}" dt="2025-11-30T02:03:15.714" v="4740" actId="1036"/>
          <ac:spMkLst>
            <pc:docMk/>
            <pc:sldMk cId="0" sldId="289"/>
            <ac:spMk id="57" creationId="{CDC5A649-66FB-3E5C-18CB-E6C1723078A0}"/>
          </ac:spMkLst>
        </pc:spChg>
        <pc:spChg chg="add mod">
          <ac:chgData name="(20102772) Malgorzata Victor" userId="7fb174c8-8e8e-4f34-9d71-e72d03f937b6" providerId="ADAL" clId="{BFEEA2DA-0537-4515-AD30-0C62517D2A04}" dt="2025-11-30T01:55:58.145" v="4665" actId="1076"/>
          <ac:spMkLst>
            <pc:docMk/>
            <pc:sldMk cId="0" sldId="289"/>
            <ac:spMk id="58" creationId="{2D631F1A-3BB6-2650-B19B-3F68A544320E}"/>
          </ac:spMkLst>
        </pc:spChg>
        <pc:spChg chg="add mod">
          <ac:chgData name="(20102772) Malgorzata Victor" userId="7fb174c8-8e8e-4f34-9d71-e72d03f937b6" providerId="ADAL" clId="{BFEEA2DA-0537-4515-AD30-0C62517D2A04}" dt="2025-11-30T01:57:48.122" v="4723" actId="1076"/>
          <ac:spMkLst>
            <pc:docMk/>
            <pc:sldMk cId="0" sldId="289"/>
            <ac:spMk id="59" creationId="{1A9063E8-7ED3-54F9-EEB1-2F5B88DE80B8}"/>
          </ac:spMkLst>
        </pc:spChg>
        <pc:spChg chg="add mod">
          <ac:chgData name="(20102772) Malgorzata Victor" userId="7fb174c8-8e8e-4f34-9d71-e72d03f937b6" providerId="ADAL" clId="{BFEEA2DA-0537-4515-AD30-0C62517D2A04}" dt="2025-11-30T02:02:46.325" v="4735" actId="1076"/>
          <ac:spMkLst>
            <pc:docMk/>
            <pc:sldMk cId="0" sldId="289"/>
            <ac:spMk id="60" creationId="{EE81A099-9A4D-BAA1-6839-14D553486F34}"/>
          </ac:spMkLst>
        </pc:spChg>
        <pc:spChg chg="add mod">
          <ac:chgData name="(20102772) Malgorzata Victor" userId="7fb174c8-8e8e-4f34-9d71-e72d03f937b6" providerId="ADAL" clId="{BFEEA2DA-0537-4515-AD30-0C62517D2A04}" dt="2025-11-30T02:03:15.714" v="4740" actId="1036"/>
          <ac:spMkLst>
            <pc:docMk/>
            <pc:sldMk cId="0" sldId="289"/>
            <ac:spMk id="61" creationId="{2F46AC82-A1FB-9C82-AC7E-077EAECC8D7E}"/>
          </ac:spMkLst>
        </pc:spChg>
        <pc:spChg chg="add mod">
          <ac:chgData name="(20102772) Malgorzata Victor" userId="7fb174c8-8e8e-4f34-9d71-e72d03f937b6" providerId="ADAL" clId="{BFEEA2DA-0537-4515-AD30-0C62517D2A04}" dt="2025-11-30T02:02:46.325" v="4735" actId="1076"/>
          <ac:spMkLst>
            <pc:docMk/>
            <pc:sldMk cId="0" sldId="289"/>
            <ac:spMk id="62" creationId="{B92FCE24-DA46-AF6B-D0C6-4AF61D09A3E4}"/>
          </ac:spMkLst>
        </pc:spChg>
        <pc:spChg chg="mod">
          <ac:chgData name="(20102772) Malgorzata Victor" userId="7fb174c8-8e8e-4f34-9d71-e72d03f937b6" providerId="ADAL" clId="{BFEEA2DA-0537-4515-AD30-0C62517D2A04}" dt="2025-11-30T02:03:59.114" v="4751"/>
          <ac:spMkLst>
            <pc:docMk/>
            <pc:sldMk cId="0" sldId="289"/>
            <ac:spMk id="8010" creationId="{18F5C493-2636-71F2-7E99-E8D99CFE3E8F}"/>
          </ac:spMkLst>
        </pc:spChg>
        <pc:spChg chg="del">
          <ac:chgData name="(20102772) Malgorzata Victor" userId="7fb174c8-8e8e-4f34-9d71-e72d03f937b6" providerId="ADAL" clId="{BFEEA2DA-0537-4515-AD30-0C62517D2A04}" dt="2025-11-30T01:48:48.478" v="4493" actId="478"/>
          <ac:spMkLst>
            <pc:docMk/>
            <pc:sldMk cId="0" sldId="289"/>
            <ac:spMk id="8027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2:03:20.900" v="4747" actId="1036"/>
          <ac:spMkLst>
            <pc:docMk/>
            <pc:sldMk cId="0" sldId="289"/>
            <ac:spMk id="8028" creationId="{00000000-0000-0000-0000-000000000000}"/>
          </ac:spMkLst>
        </pc:spChg>
        <pc:spChg chg="del mod">
          <ac:chgData name="(20102772) Malgorzata Victor" userId="7fb174c8-8e8e-4f34-9d71-e72d03f937b6" providerId="ADAL" clId="{BFEEA2DA-0537-4515-AD30-0C62517D2A04}" dt="2025-11-30T01:50:41.646" v="4530" actId="478"/>
          <ac:spMkLst>
            <pc:docMk/>
            <pc:sldMk cId="0" sldId="289"/>
            <ac:spMk id="8029" creationId="{00000000-0000-0000-0000-000000000000}"/>
          </ac:spMkLst>
        </pc:spChg>
        <pc:spChg chg="del mod">
          <ac:chgData name="(20102772) Malgorzata Victor" userId="7fb174c8-8e8e-4f34-9d71-e72d03f937b6" providerId="ADAL" clId="{BFEEA2DA-0537-4515-AD30-0C62517D2A04}" dt="2025-11-30T01:50:41.646" v="4530" actId="478"/>
          <ac:spMkLst>
            <pc:docMk/>
            <pc:sldMk cId="0" sldId="289"/>
            <ac:spMk id="8030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1:55:29.789" v="4661" actId="1076"/>
          <ac:spMkLst>
            <pc:docMk/>
            <pc:sldMk cId="0" sldId="289"/>
            <ac:spMk id="8031" creationId="{00000000-0000-0000-0000-000000000000}"/>
          </ac:spMkLst>
        </pc:spChg>
        <pc:spChg chg="del mod">
          <ac:chgData name="(20102772) Malgorzata Victor" userId="7fb174c8-8e8e-4f34-9d71-e72d03f937b6" providerId="ADAL" clId="{BFEEA2DA-0537-4515-AD30-0C62517D2A04}" dt="2025-11-30T01:50:44.840" v="4532" actId="478"/>
          <ac:spMkLst>
            <pc:docMk/>
            <pc:sldMk cId="0" sldId="289"/>
            <ac:spMk id="8032" creationId="{00000000-0000-0000-0000-000000000000}"/>
          </ac:spMkLst>
        </pc:spChg>
        <pc:spChg chg="del mod">
          <ac:chgData name="(20102772) Malgorzata Victor" userId="7fb174c8-8e8e-4f34-9d71-e72d03f937b6" providerId="ADAL" clId="{BFEEA2DA-0537-4515-AD30-0C62517D2A04}" dt="2025-11-30T01:50:41.646" v="4530" actId="478"/>
          <ac:spMkLst>
            <pc:docMk/>
            <pc:sldMk cId="0" sldId="289"/>
            <ac:spMk id="8033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1:57:21.794" v="4715" actId="1036"/>
          <ac:spMkLst>
            <pc:docMk/>
            <pc:sldMk cId="0" sldId="289"/>
            <ac:spMk id="8034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1:57:21.794" v="4715" actId="1036"/>
          <ac:spMkLst>
            <pc:docMk/>
            <pc:sldMk cId="0" sldId="289"/>
            <ac:spMk id="8035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1:57:21.794" v="4715" actId="1036"/>
          <ac:spMkLst>
            <pc:docMk/>
            <pc:sldMk cId="0" sldId="289"/>
            <ac:spMk id="8036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2:03:59.114" v="4751"/>
          <ac:spMkLst>
            <pc:docMk/>
            <pc:sldMk cId="0" sldId="289"/>
            <ac:spMk id="8316" creationId="{599C067C-C93C-B621-D5AD-F5911D725710}"/>
          </ac:spMkLst>
        </pc:spChg>
        <pc:spChg chg="mod">
          <ac:chgData name="(20102772) Malgorzata Victor" userId="7fb174c8-8e8e-4f34-9d71-e72d03f937b6" providerId="ADAL" clId="{BFEEA2DA-0537-4515-AD30-0C62517D2A04}" dt="2025-11-30T02:03:59.114" v="4751"/>
          <ac:spMkLst>
            <pc:docMk/>
            <pc:sldMk cId="0" sldId="289"/>
            <ac:spMk id="8325" creationId="{ADBDBC31-3B61-4144-7200-2E6667D83390}"/>
          </ac:spMkLst>
        </pc:spChg>
        <pc:spChg chg="mod">
          <ac:chgData name="(20102772) Malgorzata Victor" userId="7fb174c8-8e8e-4f34-9d71-e72d03f937b6" providerId="ADAL" clId="{BFEEA2DA-0537-4515-AD30-0C62517D2A04}" dt="2025-11-30T02:03:59.114" v="4751"/>
          <ac:spMkLst>
            <pc:docMk/>
            <pc:sldMk cId="0" sldId="289"/>
            <ac:spMk id="8361" creationId="{D1F2F4D0-46DF-CBFF-F6A2-D83194A27840}"/>
          </ac:spMkLst>
        </pc:spChg>
        <pc:spChg chg="mod">
          <ac:chgData name="(20102772) Malgorzata Victor" userId="7fb174c8-8e8e-4f34-9d71-e72d03f937b6" providerId="ADAL" clId="{BFEEA2DA-0537-4515-AD30-0C62517D2A04}" dt="2025-11-30T02:03:59.114" v="4751"/>
          <ac:spMkLst>
            <pc:docMk/>
            <pc:sldMk cId="0" sldId="289"/>
            <ac:spMk id="8366" creationId="{93422C48-2ECC-D594-54B0-9DE7A1218AB3}"/>
          </ac:spMkLst>
        </pc:spChg>
        <pc:spChg chg="mod">
          <ac:chgData name="(20102772) Malgorzata Victor" userId="7fb174c8-8e8e-4f34-9d71-e72d03f937b6" providerId="ADAL" clId="{BFEEA2DA-0537-4515-AD30-0C62517D2A04}" dt="2025-11-30T02:03:59.114" v="4751"/>
          <ac:spMkLst>
            <pc:docMk/>
            <pc:sldMk cId="0" sldId="289"/>
            <ac:spMk id="8373" creationId="{94BB83B4-7A6A-E766-B488-B22113572AD3}"/>
          </ac:spMkLst>
        </pc:spChg>
        <pc:spChg chg="mod">
          <ac:chgData name="(20102772) Malgorzata Victor" userId="7fb174c8-8e8e-4f34-9d71-e72d03f937b6" providerId="ADAL" clId="{BFEEA2DA-0537-4515-AD30-0C62517D2A04}" dt="2025-11-30T02:03:59.114" v="4751"/>
          <ac:spMkLst>
            <pc:docMk/>
            <pc:sldMk cId="0" sldId="289"/>
            <ac:spMk id="8390" creationId="{FF0E2F32-7453-B420-413F-FDDDA1F0D6D8}"/>
          </ac:spMkLst>
        </pc:spChg>
        <pc:spChg chg="mod">
          <ac:chgData name="(20102772) Malgorzata Victor" userId="7fb174c8-8e8e-4f34-9d71-e72d03f937b6" providerId="ADAL" clId="{BFEEA2DA-0537-4515-AD30-0C62517D2A04}" dt="2025-11-30T02:03:59.114" v="4751"/>
          <ac:spMkLst>
            <pc:docMk/>
            <pc:sldMk cId="0" sldId="289"/>
            <ac:spMk id="8396" creationId="{A5DDB7A4-4F2A-A37C-24A8-ABF4FB5CB7ED}"/>
          </ac:spMkLst>
        </pc:spChg>
        <pc:spChg chg="mod">
          <ac:chgData name="(20102772) Malgorzata Victor" userId="7fb174c8-8e8e-4f34-9d71-e72d03f937b6" providerId="ADAL" clId="{BFEEA2DA-0537-4515-AD30-0C62517D2A04}" dt="2025-11-30T02:03:59.114" v="4751"/>
          <ac:spMkLst>
            <pc:docMk/>
            <pc:sldMk cId="0" sldId="289"/>
            <ac:spMk id="8423" creationId="{061C0818-2329-F5B5-8547-A131F576F259}"/>
          </ac:spMkLst>
        </pc:spChg>
        <pc:spChg chg="mod">
          <ac:chgData name="(20102772) Malgorzata Victor" userId="7fb174c8-8e8e-4f34-9d71-e72d03f937b6" providerId="ADAL" clId="{BFEEA2DA-0537-4515-AD30-0C62517D2A04}" dt="2025-11-30T02:03:59.114" v="4751"/>
          <ac:spMkLst>
            <pc:docMk/>
            <pc:sldMk cId="0" sldId="289"/>
            <ac:spMk id="8433" creationId="{FDDEF651-4BB5-EC02-8211-11819887A58E}"/>
          </ac:spMkLst>
        </pc:spChg>
        <pc:grpChg chg="mod">
          <ac:chgData name="(20102772) Malgorzata Victor" userId="7fb174c8-8e8e-4f34-9d71-e72d03f937b6" providerId="ADAL" clId="{BFEEA2DA-0537-4515-AD30-0C62517D2A04}" dt="2025-11-30T02:04:02.109" v="4752" actId="1076"/>
          <ac:grpSpMkLst>
            <pc:docMk/>
            <pc:sldMk cId="0" sldId="289"/>
            <ac:grpSpMk id="63" creationId="{A91F83C9-AB39-F7E0-4093-F96AAE5A334D}"/>
          </ac:grpSpMkLst>
        </pc:grpChg>
        <pc:grpChg chg="del">
          <ac:chgData name="(20102772) Malgorzata Victor" userId="7fb174c8-8e8e-4f34-9d71-e72d03f937b6" providerId="ADAL" clId="{BFEEA2DA-0537-4515-AD30-0C62517D2A04}" dt="2025-11-30T01:49:30.271" v="4498" actId="478"/>
          <ac:grpSpMkLst>
            <pc:docMk/>
            <pc:sldMk cId="0" sldId="289"/>
            <ac:grpSpMk id="8037" creationId="{00000000-0000-0000-0000-000000000000}"/>
          </ac:grpSpMkLst>
        </pc:grpChg>
        <pc:grpChg chg="del">
          <ac:chgData name="(20102772) Malgorzata Victor" userId="7fb174c8-8e8e-4f34-9d71-e72d03f937b6" providerId="ADAL" clId="{BFEEA2DA-0537-4515-AD30-0C62517D2A04}" dt="2025-11-30T01:49:30.825" v="4499" actId="478"/>
          <ac:grpSpMkLst>
            <pc:docMk/>
            <pc:sldMk cId="0" sldId="289"/>
            <ac:grpSpMk id="8041" creationId="{00000000-0000-0000-0000-000000000000}"/>
          </ac:grpSpMkLst>
        </pc:grpChg>
        <pc:grpChg chg="del">
          <ac:chgData name="(20102772) Malgorzata Victor" userId="7fb174c8-8e8e-4f34-9d71-e72d03f937b6" providerId="ADAL" clId="{BFEEA2DA-0537-4515-AD30-0C62517D2A04}" dt="2025-11-30T01:49:31.231" v="4500" actId="478"/>
          <ac:grpSpMkLst>
            <pc:docMk/>
            <pc:sldMk cId="0" sldId="289"/>
            <ac:grpSpMk id="8045" creationId="{00000000-0000-0000-0000-000000000000}"/>
          </ac:grpSpMkLst>
        </pc:grpChg>
        <pc:grpChg chg="del">
          <ac:chgData name="(20102772) Malgorzata Victor" userId="7fb174c8-8e8e-4f34-9d71-e72d03f937b6" providerId="ADAL" clId="{BFEEA2DA-0537-4515-AD30-0C62517D2A04}" dt="2025-11-30T01:48:38.109" v="4492" actId="478"/>
          <ac:grpSpMkLst>
            <pc:docMk/>
            <pc:sldMk cId="0" sldId="289"/>
            <ac:grpSpMk id="8049" creationId="{00000000-0000-0000-0000-000000000000}"/>
          </ac:grpSpMkLst>
        </pc:grpChg>
      </pc:sldChg>
      <pc:sldChg chg="addSp delSp modSp mod ord modTransition modClrScheme chgLayout modNotes">
        <pc:chgData name="(20102772) Malgorzata Victor" userId="7fb174c8-8e8e-4f34-9d71-e72d03f937b6" providerId="ADAL" clId="{BFEEA2DA-0537-4515-AD30-0C62517D2A04}" dt="2025-11-30T02:06:30.330" v="4825"/>
        <pc:sldMkLst>
          <pc:docMk/>
          <pc:sldMk cId="0" sldId="290"/>
        </pc:sldMkLst>
        <pc:spChg chg="add del mod">
          <ac:chgData name="(20102772) Malgorzata Victor" userId="7fb174c8-8e8e-4f34-9d71-e72d03f937b6" providerId="ADAL" clId="{BFEEA2DA-0537-4515-AD30-0C62517D2A04}" dt="2025-11-30T02:05:55.943" v="4807" actId="478"/>
          <ac:spMkLst>
            <pc:docMk/>
            <pc:sldMk cId="0" sldId="290"/>
            <ac:spMk id="2" creationId="{137EF785-C410-DC3A-35B2-835A4F5CD78C}"/>
          </ac:spMkLst>
        </pc:spChg>
        <pc:spChg chg="add del mod">
          <ac:chgData name="(20102772) Malgorzata Victor" userId="7fb174c8-8e8e-4f34-9d71-e72d03f937b6" providerId="ADAL" clId="{BFEEA2DA-0537-4515-AD30-0C62517D2A04}" dt="2025-11-30T02:05:55.943" v="4807" actId="478"/>
          <ac:spMkLst>
            <pc:docMk/>
            <pc:sldMk cId="0" sldId="290"/>
            <ac:spMk id="3" creationId="{F25F9986-8201-4DEA-A3C7-D7D5CF66D93E}"/>
          </ac:spMkLst>
        </pc:spChg>
        <pc:spChg chg="add mod">
          <ac:chgData name="(20102772) Malgorzata Victor" userId="7fb174c8-8e8e-4f34-9d71-e72d03f937b6" providerId="ADAL" clId="{BFEEA2DA-0537-4515-AD30-0C62517D2A04}" dt="2025-11-30T02:06:04.472" v="4813" actId="14100"/>
          <ac:spMkLst>
            <pc:docMk/>
            <pc:sldMk cId="0" sldId="290"/>
            <ac:spMk id="4" creationId="{A3E162F8-6F21-C549-1C7B-E3E711EA73E9}"/>
          </ac:spMkLst>
        </pc:spChg>
        <pc:spChg chg="add mod">
          <ac:chgData name="(20102772) Malgorzata Victor" userId="7fb174c8-8e8e-4f34-9d71-e72d03f937b6" providerId="ADAL" clId="{BFEEA2DA-0537-4515-AD30-0C62517D2A04}" dt="2025-11-30T02:06:08.839" v="4815" actId="14100"/>
          <ac:spMkLst>
            <pc:docMk/>
            <pc:sldMk cId="0" sldId="290"/>
            <ac:spMk id="5" creationId="{9A41CE5A-C767-7DFF-D890-BF525C1A8448}"/>
          </ac:spMkLst>
        </pc:spChg>
        <pc:spChg chg="del mod ord">
          <ac:chgData name="(20102772) Malgorzata Victor" userId="7fb174c8-8e8e-4f34-9d71-e72d03f937b6" providerId="ADAL" clId="{BFEEA2DA-0537-4515-AD30-0C62517D2A04}" dt="2025-11-30T02:05:18.890" v="4784" actId="478"/>
          <ac:spMkLst>
            <pc:docMk/>
            <pc:sldMk cId="0" sldId="290"/>
            <ac:spMk id="8286" creationId="{00000000-0000-0000-0000-000000000000}"/>
          </ac:spMkLst>
        </pc:spChg>
        <pc:spChg chg="mod ord">
          <ac:chgData name="(20102772) Malgorzata Victor" userId="7fb174c8-8e8e-4f34-9d71-e72d03f937b6" providerId="ADAL" clId="{BFEEA2DA-0537-4515-AD30-0C62517D2A04}" dt="2025-11-30T02:04:52.710" v="4766" actId="14100"/>
          <ac:spMkLst>
            <pc:docMk/>
            <pc:sldMk cId="0" sldId="290"/>
            <ac:spMk id="8287" creationId="{00000000-0000-0000-0000-000000000000}"/>
          </ac:spMkLst>
        </pc:spChg>
        <pc:spChg chg="add del mod">
          <ac:chgData name="(20102772) Malgorzata Victor" userId="7fb174c8-8e8e-4f34-9d71-e72d03f937b6" providerId="ADAL" clId="{BFEEA2DA-0537-4515-AD30-0C62517D2A04}" dt="2025-11-30T02:06:28.080" v="4823" actId="164"/>
          <ac:spMkLst>
            <pc:docMk/>
            <pc:sldMk cId="0" sldId="290"/>
            <ac:spMk id="8288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2:06:28.080" v="4823" actId="164"/>
          <ac:spMkLst>
            <pc:docMk/>
            <pc:sldMk cId="0" sldId="290"/>
            <ac:spMk id="8289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2:06:28.080" v="4823" actId="164"/>
          <ac:spMkLst>
            <pc:docMk/>
            <pc:sldMk cId="0" sldId="290"/>
            <ac:spMk id="8290" creationId="{00000000-0000-0000-0000-000000000000}"/>
          </ac:spMkLst>
        </pc:spChg>
        <pc:spChg chg="mod">
          <ac:chgData name="(20102772) Malgorzata Victor" userId="7fb174c8-8e8e-4f34-9d71-e72d03f937b6" providerId="ADAL" clId="{BFEEA2DA-0537-4515-AD30-0C62517D2A04}" dt="2025-11-30T02:06:28.080" v="4823" actId="164"/>
          <ac:spMkLst>
            <pc:docMk/>
            <pc:sldMk cId="0" sldId="290"/>
            <ac:spMk id="8291" creationId="{00000000-0000-0000-0000-000000000000}"/>
          </ac:spMkLst>
        </pc:spChg>
        <pc:spChg chg="del">
          <ac:chgData name="(20102772) Malgorzata Victor" userId="7fb174c8-8e8e-4f34-9d71-e72d03f937b6" providerId="ADAL" clId="{BFEEA2DA-0537-4515-AD30-0C62517D2A04}" dt="2025-11-30T02:06:17.115" v="4819" actId="478"/>
          <ac:spMkLst>
            <pc:docMk/>
            <pc:sldMk cId="0" sldId="290"/>
            <ac:spMk id="8292" creationId="{00000000-0000-0000-0000-000000000000}"/>
          </ac:spMkLst>
        </pc:spChg>
        <pc:spChg chg="del">
          <ac:chgData name="(20102772) Malgorzata Victor" userId="7fb174c8-8e8e-4f34-9d71-e72d03f937b6" providerId="ADAL" clId="{BFEEA2DA-0537-4515-AD30-0C62517D2A04}" dt="2025-11-30T02:06:17.698" v="4820" actId="478"/>
          <ac:spMkLst>
            <pc:docMk/>
            <pc:sldMk cId="0" sldId="290"/>
            <ac:spMk id="8293" creationId="{00000000-0000-0000-0000-000000000000}"/>
          </ac:spMkLst>
        </pc:spChg>
        <pc:spChg chg="del">
          <ac:chgData name="(20102772) Malgorzata Victor" userId="7fb174c8-8e8e-4f34-9d71-e72d03f937b6" providerId="ADAL" clId="{BFEEA2DA-0537-4515-AD30-0C62517D2A04}" dt="2025-11-30T02:06:18.367" v="4821" actId="478"/>
          <ac:spMkLst>
            <pc:docMk/>
            <pc:sldMk cId="0" sldId="290"/>
            <ac:spMk id="8294" creationId="{00000000-0000-0000-0000-000000000000}"/>
          </ac:spMkLst>
        </pc:spChg>
        <pc:spChg chg="del">
          <ac:chgData name="(20102772) Malgorzata Victor" userId="7fb174c8-8e8e-4f34-9d71-e72d03f937b6" providerId="ADAL" clId="{BFEEA2DA-0537-4515-AD30-0C62517D2A04}" dt="2025-11-30T02:03:52.850" v="4750" actId="478"/>
          <ac:spMkLst>
            <pc:docMk/>
            <pc:sldMk cId="0" sldId="290"/>
            <ac:spMk id="8299" creationId="{00000000-0000-0000-0000-000000000000}"/>
          </ac:spMkLst>
        </pc:spChg>
        <pc:grpChg chg="add mod">
          <ac:chgData name="(20102772) Malgorzata Victor" userId="7fb174c8-8e8e-4f34-9d71-e72d03f937b6" providerId="ADAL" clId="{BFEEA2DA-0537-4515-AD30-0C62517D2A04}" dt="2025-11-30T02:06:28.080" v="4823" actId="164"/>
          <ac:grpSpMkLst>
            <pc:docMk/>
            <pc:sldMk cId="0" sldId="290"/>
            <ac:grpSpMk id="6" creationId="{7FEEF0E6-EBB8-7D5B-F0FA-5411B771B5DB}"/>
          </ac:grpSpMkLst>
        </pc:grpChg>
        <pc:grpChg chg="del">
          <ac:chgData name="(20102772) Malgorzata Victor" userId="7fb174c8-8e8e-4f34-9d71-e72d03f937b6" providerId="ADAL" clId="{BFEEA2DA-0537-4515-AD30-0C62517D2A04}" dt="2025-11-30T02:06:16.211" v="4818" actId="478"/>
          <ac:grpSpMkLst>
            <pc:docMk/>
            <pc:sldMk cId="0" sldId="290"/>
            <ac:grpSpMk id="8295" creationId="{00000000-0000-0000-0000-000000000000}"/>
          </ac:grpSpMkLst>
        </pc:grpChg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91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92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93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94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95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96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97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98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299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300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301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302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303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304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305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306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307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308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309"/>
        </pc:sldMkLst>
      </pc:sldChg>
      <pc:sldChg chg="del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0" sldId="310"/>
        </pc:sldMkLst>
      </pc:sldChg>
      <pc:sldChg chg="del">
        <pc:chgData name="(20102772) Malgorzata Victor" userId="7fb174c8-8e8e-4f34-9d71-e72d03f937b6" providerId="ADAL" clId="{BFEEA2DA-0537-4515-AD30-0C62517D2A04}" dt="2025-11-30T02:01:28.309" v="4729" actId="47"/>
        <pc:sldMkLst>
          <pc:docMk/>
          <pc:sldMk cId="0" sldId="311"/>
        </pc:sldMkLst>
      </pc:sldChg>
      <pc:sldChg chg="addSp delSp modSp add del mod modTransition">
        <pc:chgData name="(20102772) Malgorzata Victor" userId="7fb174c8-8e8e-4f34-9d71-e72d03f937b6" providerId="ADAL" clId="{BFEEA2DA-0537-4515-AD30-0C62517D2A04}" dt="2025-11-30T02:01:35.350" v="4730" actId="2696"/>
        <pc:sldMkLst>
          <pc:docMk/>
          <pc:sldMk cId="592983470" sldId="312"/>
        </pc:sldMkLst>
        <pc:picChg chg="add del mod">
          <ac:chgData name="(20102772) Malgorzata Victor" userId="7fb174c8-8e8e-4f34-9d71-e72d03f937b6" providerId="ADAL" clId="{BFEEA2DA-0537-4515-AD30-0C62517D2A04}" dt="2025-11-29T22:11:57.565" v="35" actId="478"/>
          <ac:picMkLst>
            <pc:docMk/>
            <pc:sldMk cId="592983470" sldId="312"/>
            <ac:picMk id="3" creationId="{DE0BAD3D-F112-3B68-BD44-98AD368552A2}"/>
          </ac:picMkLst>
        </pc:picChg>
      </pc:sldChg>
      <pc:sldChg chg="addSp delSp modSp add del mod ord modTransition">
        <pc:chgData name="(20102772) Malgorzata Victor" userId="7fb174c8-8e8e-4f34-9d71-e72d03f937b6" providerId="ADAL" clId="{BFEEA2DA-0537-4515-AD30-0C62517D2A04}" dt="2025-11-29T23:13:48.843" v="1191" actId="47"/>
        <pc:sldMkLst>
          <pc:docMk/>
          <pc:sldMk cId="3132476764" sldId="313"/>
        </pc:sldMkLst>
        <pc:spChg chg="mod">
          <ac:chgData name="(20102772) Malgorzata Victor" userId="7fb174c8-8e8e-4f34-9d71-e72d03f937b6" providerId="ADAL" clId="{BFEEA2DA-0537-4515-AD30-0C62517D2A04}" dt="2025-11-29T23:12:52.013" v="1174"/>
          <ac:spMkLst>
            <pc:docMk/>
            <pc:sldMk cId="3132476764" sldId="313"/>
            <ac:spMk id="4" creationId="{1A9A0EF8-EE8F-DA46-6FC9-D14471B0AAA8}"/>
          </ac:spMkLst>
        </pc:spChg>
        <pc:spChg chg="mod">
          <ac:chgData name="(20102772) Malgorzata Victor" userId="7fb174c8-8e8e-4f34-9d71-e72d03f937b6" providerId="ADAL" clId="{BFEEA2DA-0537-4515-AD30-0C62517D2A04}" dt="2025-11-29T23:12:52.013" v="1174"/>
          <ac:spMkLst>
            <pc:docMk/>
            <pc:sldMk cId="3132476764" sldId="313"/>
            <ac:spMk id="15" creationId="{6518C6D8-A8FB-052A-C462-B2674B32D11C}"/>
          </ac:spMkLst>
        </pc:spChg>
        <pc:spChg chg="mod">
          <ac:chgData name="(20102772) Malgorzata Victor" userId="7fb174c8-8e8e-4f34-9d71-e72d03f937b6" providerId="ADAL" clId="{BFEEA2DA-0537-4515-AD30-0C62517D2A04}" dt="2025-11-29T23:12:52.013" v="1174"/>
          <ac:spMkLst>
            <pc:docMk/>
            <pc:sldMk cId="3132476764" sldId="313"/>
            <ac:spMk id="35" creationId="{8B8F9C3E-95A4-BE4B-5A2B-5A0D34FEF928}"/>
          </ac:spMkLst>
        </pc:spChg>
        <pc:spChg chg="mod">
          <ac:chgData name="(20102772) Malgorzata Victor" userId="7fb174c8-8e8e-4f34-9d71-e72d03f937b6" providerId="ADAL" clId="{BFEEA2DA-0537-4515-AD30-0C62517D2A04}" dt="2025-11-29T23:12:52.013" v="1174"/>
          <ac:spMkLst>
            <pc:docMk/>
            <pc:sldMk cId="3132476764" sldId="313"/>
            <ac:spMk id="60" creationId="{E1C02B83-548F-8086-0931-2006E87317FA}"/>
          </ac:spMkLst>
        </pc:spChg>
        <pc:spChg chg="mod">
          <ac:chgData name="(20102772) Malgorzata Victor" userId="7fb174c8-8e8e-4f34-9d71-e72d03f937b6" providerId="ADAL" clId="{BFEEA2DA-0537-4515-AD30-0C62517D2A04}" dt="2025-11-29T23:12:52.013" v="1174"/>
          <ac:spMkLst>
            <pc:docMk/>
            <pc:sldMk cId="3132476764" sldId="313"/>
            <ac:spMk id="3539" creationId="{D39BA7A5-281C-1326-C45D-F7B99AC08D5A}"/>
          </ac:spMkLst>
        </pc:spChg>
        <pc:spChg chg="mod">
          <ac:chgData name="(20102772) Malgorzata Victor" userId="7fb174c8-8e8e-4f34-9d71-e72d03f937b6" providerId="ADAL" clId="{BFEEA2DA-0537-4515-AD30-0C62517D2A04}" dt="2025-11-29T23:12:52.013" v="1174"/>
          <ac:spMkLst>
            <pc:docMk/>
            <pc:sldMk cId="3132476764" sldId="313"/>
            <ac:spMk id="3781" creationId="{28C47997-648A-6E57-6EEF-6CD6049CF9D4}"/>
          </ac:spMkLst>
        </pc:spChg>
        <pc:spChg chg="mod">
          <ac:chgData name="(20102772) Malgorzata Victor" userId="7fb174c8-8e8e-4f34-9d71-e72d03f937b6" providerId="ADAL" clId="{BFEEA2DA-0537-4515-AD30-0C62517D2A04}" dt="2025-11-29T23:12:52.013" v="1174"/>
          <ac:spMkLst>
            <pc:docMk/>
            <pc:sldMk cId="3132476764" sldId="313"/>
            <ac:spMk id="3817" creationId="{08FBB2D9-95D0-5D34-6A6E-25043E798C35}"/>
          </ac:spMkLst>
        </pc:spChg>
        <pc:spChg chg="mod">
          <ac:chgData name="(20102772) Malgorzata Victor" userId="7fb174c8-8e8e-4f34-9d71-e72d03f937b6" providerId="ADAL" clId="{BFEEA2DA-0537-4515-AD30-0C62517D2A04}" dt="2025-11-29T23:12:52.013" v="1174"/>
          <ac:spMkLst>
            <pc:docMk/>
            <pc:sldMk cId="3132476764" sldId="313"/>
            <ac:spMk id="3844" creationId="{D931D141-6102-217F-2796-9D7595A11128}"/>
          </ac:spMkLst>
        </pc:spChg>
        <pc:spChg chg="mod">
          <ac:chgData name="(20102772) Malgorzata Victor" userId="7fb174c8-8e8e-4f34-9d71-e72d03f937b6" providerId="ADAL" clId="{BFEEA2DA-0537-4515-AD30-0C62517D2A04}" dt="2025-11-29T23:12:52.013" v="1174"/>
          <ac:spMkLst>
            <pc:docMk/>
            <pc:sldMk cId="3132476764" sldId="313"/>
            <ac:spMk id="3848" creationId="{2ADE4F04-D3CC-685F-88B6-643E44D70682}"/>
          </ac:spMkLst>
        </pc:spChg>
        <pc:spChg chg="mod">
          <ac:chgData name="(20102772) Malgorzata Victor" userId="7fb174c8-8e8e-4f34-9d71-e72d03f937b6" providerId="ADAL" clId="{BFEEA2DA-0537-4515-AD30-0C62517D2A04}" dt="2025-11-29T23:12:52.013" v="1174"/>
          <ac:spMkLst>
            <pc:docMk/>
            <pc:sldMk cId="3132476764" sldId="313"/>
            <ac:spMk id="3871" creationId="{A6E6B3E3-8D21-548B-5B72-01949B6F831A}"/>
          </ac:spMkLst>
        </pc:spChg>
        <pc:spChg chg="mod">
          <ac:chgData name="(20102772) Malgorzata Victor" userId="7fb174c8-8e8e-4f34-9d71-e72d03f937b6" providerId="ADAL" clId="{BFEEA2DA-0537-4515-AD30-0C62517D2A04}" dt="2025-11-29T23:13:04.927" v="1181"/>
          <ac:spMkLst>
            <pc:docMk/>
            <pc:sldMk cId="3132476764" sldId="313"/>
            <ac:spMk id="3931" creationId="{A02B8540-5D69-FC10-C539-67DB0ADD7B2D}"/>
          </ac:spMkLst>
        </pc:spChg>
        <pc:spChg chg="mod">
          <ac:chgData name="(20102772) Malgorzata Victor" userId="7fb174c8-8e8e-4f34-9d71-e72d03f937b6" providerId="ADAL" clId="{BFEEA2DA-0537-4515-AD30-0C62517D2A04}" dt="2025-11-29T23:13:04.927" v="1181"/>
          <ac:spMkLst>
            <pc:docMk/>
            <pc:sldMk cId="3132476764" sldId="313"/>
            <ac:spMk id="3961" creationId="{EE5EA7E1-482F-CCF4-223F-847E8FA49EDC}"/>
          </ac:spMkLst>
        </pc:spChg>
        <pc:spChg chg="mod">
          <ac:chgData name="(20102772) Malgorzata Victor" userId="7fb174c8-8e8e-4f34-9d71-e72d03f937b6" providerId="ADAL" clId="{BFEEA2DA-0537-4515-AD30-0C62517D2A04}" dt="2025-11-29T23:13:04.927" v="1181"/>
          <ac:spMkLst>
            <pc:docMk/>
            <pc:sldMk cId="3132476764" sldId="313"/>
            <ac:spMk id="3977" creationId="{10BE658D-90BE-0F3F-938D-9D1D89823788}"/>
          </ac:spMkLst>
        </pc:spChg>
        <pc:spChg chg="mod">
          <ac:chgData name="(20102772) Malgorzata Victor" userId="7fb174c8-8e8e-4f34-9d71-e72d03f937b6" providerId="ADAL" clId="{BFEEA2DA-0537-4515-AD30-0C62517D2A04}" dt="2025-11-29T23:13:04.927" v="1181"/>
          <ac:spMkLst>
            <pc:docMk/>
            <pc:sldMk cId="3132476764" sldId="313"/>
            <ac:spMk id="4042" creationId="{674D3D7F-1B74-6D09-6A77-226BA74C6231}"/>
          </ac:spMkLst>
        </pc:spChg>
        <pc:spChg chg="mod">
          <ac:chgData name="(20102772) Malgorzata Victor" userId="7fb174c8-8e8e-4f34-9d71-e72d03f937b6" providerId="ADAL" clId="{BFEEA2DA-0537-4515-AD30-0C62517D2A04}" dt="2025-11-29T23:13:04.927" v="1181"/>
          <ac:spMkLst>
            <pc:docMk/>
            <pc:sldMk cId="3132476764" sldId="313"/>
            <ac:spMk id="4063" creationId="{43D3901A-51E9-BCBE-19D5-5F143D31C4D3}"/>
          </ac:spMkLst>
        </pc:spChg>
        <pc:spChg chg="mod">
          <ac:chgData name="(20102772) Malgorzata Victor" userId="7fb174c8-8e8e-4f34-9d71-e72d03f937b6" providerId="ADAL" clId="{BFEEA2DA-0537-4515-AD30-0C62517D2A04}" dt="2025-11-29T23:13:04.927" v="1181"/>
          <ac:spMkLst>
            <pc:docMk/>
            <pc:sldMk cId="3132476764" sldId="313"/>
            <ac:spMk id="4069" creationId="{F5FFBCA7-68EF-02BD-A7CB-22541F6086F7}"/>
          </ac:spMkLst>
        </pc:spChg>
        <pc:spChg chg="mod">
          <ac:chgData name="(20102772) Malgorzata Victor" userId="7fb174c8-8e8e-4f34-9d71-e72d03f937b6" providerId="ADAL" clId="{BFEEA2DA-0537-4515-AD30-0C62517D2A04}" dt="2025-11-29T23:13:04.927" v="1181"/>
          <ac:spMkLst>
            <pc:docMk/>
            <pc:sldMk cId="3132476764" sldId="313"/>
            <ac:spMk id="4085" creationId="{70E0E6BC-474A-BFE0-2D3F-695595DE5877}"/>
          </ac:spMkLst>
        </pc:spChg>
        <pc:spChg chg="mod">
          <ac:chgData name="(20102772) Malgorzata Victor" userId="7fb174c8-8e8e-4f34-9d71-e72d03f937b6" providerId="ADAL" clId="{BFEEA2DA-0537-4515-AD30-0C62517D2A04}" dt="2025-11-29T23:13:04.927" v="1181"/>
          <ac:spMkLst>
            <pc:docMk/>
            <pc:sldMk cId="3132476764" sldId="313"/>
            <ac:spMk id="4113" creationId="{7B5EF877-6054-223E-820C-8AEB64430AF6}"/>
          </ac:spMkLst>
        </pc:spChg>
        <pc:spChg chg="mod">
          <ac:chgData name="(20102772) Malgorzata Victor" userId="7fb174c8-8e8e-4f34-9d71-e72d03f937b6" providerId="ADAL" clId="{BFEEA2DA-0537-4515-AD30-0C62517D2A04}" dt="2025-11-29T23:13:04.927" v="1181"/>
          <ac:spMkLst>
            <pc:docMk/>
            <pc:sldMk cId="3132476764" sldId="313"/>
            <ac:spMk id="4121" creationId="{92092921-B3D8-BAE4-CFEB-DF6293EDC427}"/>
          </ac:spMkLst>
        </pc:spChg>
        <pc:spChg chg="mod">
          <ac:chgData name="(20102772) Malgorzata Victor" userId="7fb174c8-8e8e-4f34-9d71-e72d03f937b6" providerId="ADAL" clId="{BFEEA2DA-0537-4515-AD30-0C62517D2A04}" dt="2025-11-29T23:13:04.927" v="1181"/>
          <ac:spMkLst>
            <pc:docMk/>
            <pc:sldMk cId="3132476764" sldId="313"/>
            <ac:spMk id="4122" creationId="{6F72D6C4-7113-A3C5-65C3-6CC81C6A68A7}"/>
          </ac:spMkLst>
        </pc:spChg>
        <pc:grpChg chg="mod">
          <ac:chgData name="(20102772) Malgorzata Victor" userId="7fb174c8-8e8e-4f34-9d71-e72d03f937b6" providerId="ADAL" clId="{BFEEA2DA-0537-4515-AD30-0C62517D2A04}" dt="2025-11-29T23:12:55.167" v="1177" actId="1076"/>
          <ac:grpSpMkLst>
            <pc:docMk/>
            <pc:sldMk cId="3132476764" sldId="313"/>
            <ac:grpSpMk id="2" creationId="{1114C208-9516-81D9-CD45-CDDB8023D82E}"/>
          </ac:grpSpMkLst>
        </pc:grpChg>
        <pc:grpChg chg="del">
          <ac:chgData name="(20102772) Malgorzata Victor" userId="7fb174c8-8e8e-4f34-9d71-e72d03f937b6" providerId="ADAL" clId="{BFEEA2DA-0537-4515-AD30-0C62517D2A04}" dt="2025-11-29T23:12:58.201" v="1178" actId="478"/>
          <ac:grpSpMkLst>
            <pc:docMk/>
            <pc:sldMk cId="3132476764" sldId="313"/>
            <ac:grpSpMk id="3548" creationId="{72F8DBC7-2109-BEC3-49DE-22C447923350}"/>
          </ac:grpSpMkLst>
        </pc:grpChg>
        <pc:grpChg chg="mod">
          <ac:chgData name="(20102772) Malgorzata Victor" userId="7fb174c8-8e8e-4f34-9d71-e72d03f937b6" providerId="ADAL" clId="{BFEEA2DA-0537-4515-AD30-0C62517D2A04}" dt="2025-11-29T23:13:25.984" v="1184" actId="1076"/>
          <ac:grpSpMkLst>
            <pc:docMk/>
            <pc:sldMk cId="3132476764" sldId="313"/>
            <ac:grpSpMk id="3928" creationId="{91F38966-00F5-9990-CDA9-A3D5AF3B4218}"/>
          </ac:grpSpMkLst>
        </pc:grpChg>
      </pc:sldChg>
      <pc:sldChg chg="addSp delSp modSp add mod ord modTransition modClrScheme modAnim chgLayout">
        <pc:chgData name="(20102772) Malgorzata Victor" userId="7fb174c8-8e8e-4f34-9d71-e72d03f937b6" providerId="ADAL" clId="{BFEEA2DA-0537-4515-AD30-0C62517D2A04}" dt="2025-11-30T01:11:23.211" v="3829" actId="207"/>
        <pc:sldMkLst>
          <pc:docMk/>
          <pc:sldMk cId="4202519614" sldId="313"/>
        </pc:sldMkLst>
        <pc:spChg chg="add del mod">
          <ac:chgData name="(20102772) Malgorzata Victor" userId="7fb174c8-8e8e-4f34-9d71-e72d03f937b6" providerId="ADAL" clId="{BFEEA2DA-0537-4515-AD30-0C62517D2A04}" dt="2025-11-29T23:31:49.544" v="1678" actId="478"/>
          <ac:spMkLst>
            <pc:docMk/>
            <pc:sldMk cId="4202519614" sldId="313"/>
            <ac:spMk id="3" creationId="{A25B6418-7802-5310-6CA2-EC427216CC2D}"/>
          </ac:spMkLst>
        </pc:spChg>
        <pc:spChg chg="mod">
          <ac:chgData name="(20102772) Malgorzata Victor" userId="7fb174c8-8e8e-4f34-9d71-e72d03f937b6" providerId="ADAL" clId="{BFEEA2DA-0537-4515-AD30-0C62517D2A04}" dt="2025-11-29T23:31:50.375" v="1679"/>
          <ac:spMkLst>
            <pc:docMk/>
            <pc:sldMk cId="4202519614" sldId="313"/>
            <ac:spMk id="5" creationId="{AAD1368E-085F-FFED-32FC-444566CB6E8B}"/>
          </ac:spMkLst>
        </pc:spChg>
        <pc:spChg chg="mod">
          <ac:chgData name="(20102772) Malgorzata Victor" userId="7fb174c8-8e8e-4f34-9d71-e72d03f937b6" providerId="ADAL" clId="{BFEEA2DA-0537-4515-AD30-0C62517D2A04}" dt="2025-11-29T23:31:50.375" v="1679"/>
          <ac:spMkLst>
            <pc:docMk/>
            <pc:sldMk cId="4202519614" sldId="313"/>
            <ac:spMk id="6" creationId="{23E6CD4F-7023-017A-DFB5-EC7B53BC4226}"/>
          </ac:spMkLst>
        </pc:spChg>
        <pc:spChg chg="mod">
          <ac:chgData name="(20102772) Malgorzata Victor" userId="7fb174c8-8e8e-4f34-9d71-e72d03f937b6" providerId="ADAL" clId="{BFEEA2DA-0537-4515-AD30-0C62517D2A04}" dt="2025-11-29T23:31:50.375" v="1679"/>
          <ac:spMkLst>
            <pc:docMk/>
            <pc:sldMk cId="4202519614" sldId="313"/>
            <ac:spMk id="7" creationId="{F30730CC-9587-9B96-92B5-DED8E413E117}"/>
          </ac:spMkLst>
        </pc:spChg>
        <pc:spChg chg="mod">
          <ac:chgData name="(20102772) Malgorzata Victor" userId="7fb174c8-8e8e-4f34-9d71-e72d03f937b6" providerId="ADAL" clId="{BFEEA2DA-0537-4515-AD30-0C62517D2A04}" dt="2025-11-29T23:31:50.375" v="1679"/>
          <ac:spMkLst>
            <pc:docMk/>
            <pc:sldMk cId="4202519614" sldId="313"/>
            <ac:spMk id="8" creationId="{B32779EA-2900-D664-6C88-657D680CFDDC}"/>
          </ac:spMkLst>
        </pc:spChg>
        <pc:spChg chg="mod">
          <ac:chgData name="(20102772) Malgorzata Victor" userId="7fb174c8-8e8e-4f34-9d71-e72d03f937b6" providerId="ADAL" clId="{BFEEA2DA-0537-4515-AD30-0C62517D2A04}" dt="2025-11-30T01:11:23.211" v="3829" actId="207"/>
          <ac:spMkLst>
            <pc:docMk/>
            <pc:sldMk cId="4202519614" sldId="313"/>
            <ac:spMk id="9" creationId="{F019CCCD-1E1F-2406-0B2F-CD1312AC8A87}"/>
          </ac:spMkLst>
        </pc:spChg>
        <pc:spChg chg="mod">
          <ac:chgData name="(20102772) Malgorzata Victor" userId="7fb174c8-8e8e-4f34-9d71-e72d03f937b6" providerId="ADAL" clId="{BFEEA2DA-0537-4515-AD30-0C62517D2A04}" dt="2025-11-29T23:31:50.375" v="1679"/>
          <ac:spMkLst>
            <pc:docMk/>
            <pc:sldMk cId="4202519614" sldId="313"/>
            <ac:spMk id="10" creationId="{A64D21B6-AFF9-BA6E-F7AD-929840418CAD}"/>
          </ac:spMkLst>
        </pc:spChg>
        <pc:spChg chg="mod">
          <ac:chgData name="(20102772) Malgorzata Victor" userId="7fb174c8-8e8e-4f34-9d71-e72d03f937b6" providerId="ADAL" clId="{BFEEA2DA-0537-4515-AD30-0C62517D2A04}" dt="2025-11-29T23:31:50.375" v="1679"/>
          <ac:spMkLst>
            <pc:docMk/>
            <pc:sldMk cId="4202519614" sldId="313"/>
            <ac:spMk id="11" creationId="{E0FF47DA-65D0-1D5F-7FD4-4BFAA1974C55}"/>
          </ac:spMkLst>
        </pc:spChg>
        <pc:spChg chg="mod">
          <ac:chgData name="(20102772) Malgorzata Victor" userId="7fb174c8-8e8e-4f34-9d71-e72d03f937b6" providerId="ADAL" clId="{BFEEA2DA-0537-4515-AD30-0C62517D2A04}" dt="2025-11-29T23:31:50.375" v="1679"/>
          <ac:spMkLst>
            <pc:docMk/>
            <pc:sldMk cId="4202519614" sldId="313"/>
            <ac:spMk id="12" creationId="{0642CED7-43EF-2A6B-9215-A9B01A9B28C0}"/>
          </ac:spMkLst>
        </pc:spChg>
        <pc:spChg chg="mod">
          <ac:chgData name="(20102772) Malgorzata Victor" userId="7fb174c8-8e8e-4f34-9d71-e72d03f937b6" providerId="ADAL" clId="{BFEEA2DA-0537-4515-AD30-0C62517D2A04}" dt="2025-11-29T23:31:50.375" v="1679"/>
          <ac:spMkLst>
            <pc:docMk/>
            <pc:sldMk cId="4202519614" sldId="313"/>
            <ac:spMk id="13" creationId="{90F21B7F-D1E0-EFAB-4671-9AE10D57EF7C}"/>
          </ac:spMkLst>
        </pc:spChg>
        <pc:spChg chg="add mod">
          <ac:chgData name="(20102772) Malgorzata Victor" userId="7fb174c8-8e8e-4f34-9d71-e72d03f937b6" providerId="ADAL" clId="{BFEEA2DA-0537-4515-AD30-0C62517D2A04}" dt="2025-11-29T23:35:49.234" v="1742" actId="20577"/>
          <ac:spMkLst>
            <pc:docMk/>
            <pc:sldMk cId="4202519614" sldId="313"/>
            <ac:spMk id="14" creationId="{8623D2B9-5846-7F30-35B9-912C93B2EDDA}"/>
          </ac:spMkLst>
        </pc:spChg>
        <pc:spChg chg="add mod">
          <ac:chgData name="(20102772) Malgorzata Victor" userId="7fb174c8-8e8e-4f34-9d71-e72d03f937b6" providerId="ADAL" clId="{BFEEA2DA-0537-4515-AD30-0C62517D2A04}" dt="2025-11-29T23:50:31.198" v="2331" actId="404"/>
          <ac:spMkLst>
            <pc:docMk/>
            <pc:sldMk cId="4202519614" sldId="313"/>
            <ac:spMk id="15" creationId="{F4D71D53-9E16-9FF9-86D0-6B5E436C772B}"/>
          </ac:spMkLst>
        </pc:spChg>
        <pc:spChg chg="add mod">
          <ac:chgData name="(20102772) Malgorzata Victor" userId="7fb174c8-8e8e-4f34-9d71-e72d03f937b6" providerId="ADAL" clId="{BFEEA2DA-0537-4515-AD30-0C62517D2A04}" dt="2025-11-29T23:41:10.325" v="2016"/>
          <ac:spMkLst>
            <pc:docMk/>
            <pc:sldMk cId="4202519614" sldId="313"/>
            <ac:spMk id="16" creationId="{8C2CEFBE-27D7-255F-F6AA-DC21D6DEE209}"/>
          </ac:spMkLst>
        </pc:spChg>
        <pc:spChg chg="add mod">
          <ac:chgData name="(20102772) Malgorzata Victor" userId="7fb174c8-8e8e-4f34-9d71-e72d03f937b6" providerId="ADAL" clId="{BFEEA2DA-0537-4515-AD30-0C62517D2A04}" dt="2025-11-29T23:49:59.411" v="2322" actId="113"/>
          <ac:spMkLst>
            <pc:docMk/>
            <pc:sldMk cId="4202519614" sldId="313"/>
            <ac:spMk id="17" creationId="{FA7A31FC-DA5F-D2FB-D1A7-F31E3C620019}"/>
          </ac:spMkLst>
        </pc:spChg>
        <pc:spChg chg="add mod">
          <ac:chgData name="(20102772) Malgorzata Victor" userId="7fb174c8-8e8e-4f34-9d71-e72d03f937b6" providerId="ADAL" clId="{BFEEA2DA-0537-4515-AD30-0C62517D2A04}" dt="2025-11-29T23:49:58.220" v="2321" actId="113"/>
          <ac:spMkLst>
            <pc:docMk/>
            <pc:sldMk cId="4202519614" sldId="313"/>
            <ac:spMk id="18" creationId="{8CEDA81C-BA74-E772-DB14-B1CF103B4BEB}"/>
          </ac:spMkLst>
        </pc:spChg>
        <pc:spChg chg="add mod">
          <ac:chgData name="(20102772) Malgorzata Victor" userId="7fb174c8-8e8e-4f34-9d71-e72d03f937b6" providerId="ADAL" clId="{BFEEA2DA-0537-4515-AD30-0C62517D2A04}" dt="2025-11-29T23:50:02.365" v="2324" actId="207"/>
          <ac:spMkLst>
            <pc:docMk/>
            <pc:sldMk cId="4202519614" sldId="313"/>
            <ac:spMk id="19" creationId="{4CEECBB2-C840-797C-1099-98DBE8B13D97}"/>
          </ac:spMkLst>
        </pc:spChg>
        <pc:spChg chg="add mod">
          <ac:chgData name="(20102772) Malgorzata Victor" userId="7fb174c8-8e8e-4f34-9d71-e72d03f937b6" providerId="ADAL" clId="{BFEEA2DA-0537-4515-AD30-0C62517D2A04}" dt="2025-11-29T23:50:05.664" v="2326" actId="207"/>
          <ac:spMkLst>
            <pc:docMk/>
            <pc:sldMk cId="4202519614" sldId="313"/>
            <ac:spMk id="20" creationId="{81E4212F-F372-A7B8-81B4-59D7F75B4311}"/>
          </ac:spMkLst>
        </pc:spChg>
        <pc:spChg chg="add del mod">
          <ac:chgData name="(20102772) Malgorzata Victor" userId="7fb174c8-8e8e-4f34-9d71-e72d03f937b6" providerId="ADAL" clId="{BFEEA2DA-0537-4515-AD30-0C62517D2A04}" dt="2025-11-29T23:58:55.405" v="2492" actId="478"/>
          <ac:spMkLst>
            <pc:docMk/>
            <pc:sldMk cId="4202519614" sldId="313"/>
            <ac:spMk id="21" creationId="{4372DA9A-3A5C-435F-C276-16CB0ADE1554}"/>
          </ac:spMkLst>
        </pc:spChg>
        <pc:spChg chg="del mod ord">
          <ac:chgData name="(20102772) Malgorzata Victor" userId="7fb174c8-8e8e-4f34-9d71-e72d03f937b6" providerId="ADAL" clId="{BFEEA2DA-0537-4515-AD30-0C62517D2A04}" dt="2025-11-29T23:31:47.090" v="1677" actId="478"/>
          <ac:spMkLst>
            <pc:docMk/>
            <pc:sldMk cId="4202519614" sldId="313"/>
            <ac:spMk id="4336" creationId="{F8884508-5A6E-FF46-1394-F700374802CE}"/>
          </ac:spMkLst>
        </pc:spChg>
        <pc:spChg chg="del mod ord">
          <ac:chgData name="(20102772) Malgorzata Victor" userId="7fb174c8-8e8e-4f34-9d71-e72d03f937b6" providerId="ADAL" clId="{BFEEA2DA-0537-4515-AD30-0C62517D2A04}" dt="2025-11-29T23:31:47.090" v="1677" actId="478"/>
          <ac:spMkLst>
            <pc:docMk/>
            <pc:sldMk cId="4202519614" sldId="313"/>
            <ac:spMk id="4337" creationId="{8A5E6389-E09A-58AB-E31E-54A59D507E2A}"/>
          </ac:spMkLst>
        </pc:spChg>
        <pc:spChg chg="del mod ord">
          <ac:chgData name="(20102772) Malgorzata Victor" userId="7fb174c8-8e8e-4f34-9d71-e72d03f937b6" providerId="ADAL" clId="{BFEEA2DA-0537-4515-AD30-0C62517D2A04}" dt="2025-11-29T23:31:47.090" v="1677" actId="478"/>
          <ac:spMkLst>
            <pc:docMk/>
            <pc:sldMk cId="4202519614" sldId="313"/>
            <ac:spMk id="4338" creationId="{4F0BE433-B944-E88E-A7DA-DF66227EA701}"/>
          </ac:spMkLst>
        </pc:spChg>
        <pc:grpChg chg="add mod">
          <ac:chgData name="(20102772) Malgorzata Victor" userId="7fb174c8-8e8e-4f34-9d71-e72d03f937b6" providerId="ADAL" clId="{BFEEA2DA-0537-4515-AD30-0C62517D2A04}" dt="2025-11-29T23:49:51.876" v="2318" actId="14100"/>
          <ac:grpSpMkLst>
            <pc:docMk/>
            <pc:sldMk cId="4202519614" sldId="313"/>
            <ac:grpSpMk id="4" creationId="{B90FEBCE-706A-9D52-A771-93A99222B8A6}"/>
          </ac:grpSpMkLst>
        </pc:grpChg>
        <pc:grpChg chg="del">
          <ac:chgData name="(20102772) Malgorzata Victor" userId="7fb174c8-8e8e-4f34-9d71-e72d03f937b6" providerId="ADAL" clId="{BFEEA2DA-0537-4515-AD30-0C62517D2A04}" dt="2025-11-29T23:31:47.090" v="1677" actId="478"/>
          <ac:grpSpMkLst>
            <pc:docMk/>
            <pc:sldMk cId="4202519614" sldId="313"/>
            <ac:grpSpMk id="4339" creationId="{D171EA0C-2576-49C4-E481-9653A592722E}"/>
          </ac:grpSpMkLst>
        </pc:grpChg>
        <pc:picChg chg="add del mod">
          <ac:chgData name="(20102772) Malgorzata Victor" userId="7fb174c8-8e8e-4f34-9d71-e72d03f937b6" providerId="ADAL" clId="{BFEEA2DA-0537-4515-AD30-0C62517D2A04}" dt="2025-11-30T00:05:25.481" v="2613" actId="478"/>
          <ac:picMkLst>
            <pc:docMk/>
            <pc:sldMk cId="4202519614" sldId="313"/>
            <ac:picMk id="23" creationId="{187ABBCB-E329-5ADA-EB6B-08E6A91632E6}"/>
          </ac:picMkLst>
        </pc:picChg>
        <pc:picChg chg="add del mod">
          <ac:chgData name="(20102772) Malgorzata Victor" userId="7fb174c8-8e8e-4f34-9d71-e72d03f937b6" providerId="ADAL" clId="{BFEEA2DA-0537-4515-AD30-0C62517D2A04}" dt="2025-11-30T00:32:04.679" v="3129" actId="478"/>
          <ac:picMkLst>
            <pc:docMk/>
            <pc:sldMk cId="4202519614" sldId="313"/>
            <ac:picMk id="25" creationId="{68310DDC-98EA-B5A1-C467-BEB64AA5D9C4}"/>
          </ac:picMkLst>
        </pc:picChg>
      </pc:sldChg>
      <pc:sldChg chg="addSp delSp modSp add mod">
        <pc:chgData name="(20102772) Malgorzata Victor" userId="7fb174c8-8e8e-4f34-9d71-e72d03f937b6" providerId="ADAL" clId="{BFEEA2DA-0537-4515-AD30-0C62517D2A04}" dt="2025-11-30T00:32:50.669" v="3139" actId="1037"/>
        <pc:sldMkLst>
          <pc:docMk/>
          <pc:sldMk cId="1713200155" sldId="314"/>
        </pc:sldMkLst>
        <pc:spChg chg="add del mod ord">
          <ac:chgData name="(20102772) Malgorzata Victor" userId="7fb174c8-8e8e-4f34-9d71-e72d03f937b6" providerId="ADAL" clId="{BFEEA2DA-0537-4515-AD30-0C62517D2A04}" dt="2025-11-29T23:59:52.944" v="2503" actId="478"/>
          <ac:spMkLst>
            <pc:docMk/>
            <pc:sldMk cId="1713200155" sldId="314"/>
            <ac:spMk id="2" creationId="{2B45A959-DF78-5AD6-6EA0-D01635CB96C5}"/>
          </ac:spMkLst>
        </pc:spChg>
        <pc:spChg chg="add del mod topLvl">
          <ac:chgData name="(20102772) Malgorzata Victor" userId="7fb174c8-8e8e-4f34-9d71-e72d03f937b6" providerId="ADAL" clId="{BFEEA2DA-0537-4515-AD30-0C62517D2A04}" dt="2025-11-30T00:02:40.782" v="2557"/>
          <ac:spMkLst>
            <pc:docMk/>
            <pc:sldMk cId="1713200155" sldId="314"/>
            <ac:spMk id="3" creationId="{A314EEC7-3F10-0EB5-BD68-153A2E09ABF1}"/>
          </ac:spMkLst>
        </pc:spChg>
        <pc:spChg chg="mod topLvl">
          <ac:chgData name="(20102772) Malgorzata Victor" userId="7fb174c8-8e8e-4f34-9d71-e72d03f937b6" providerId="ADAL" clId="{BFEEA2DA-0537-4515-AD30-0C62517D2A04}" dt="2025-11-30T00:02:40.782" v="2557"/>
          <ac:spMkLst>
            <pc:docMk/>
            <pc:sldMk cId="1713200155" sldId="314"/>
            <ac:spMk id="5" creationId="{788E4E26-3EF5-61D9-81FA-B767A8D6A86A}"/>
          </ac:spMkLst>
        </pc:spChg>
        <pc:spChg chg="mod topLvl">
          <ac:chgData name="(20102772) Malgorzata Victor" userId="7fb174c8-8e8e-4f34-9d71-e72d03f937b6" providerId="ADAL" clId="{BFEEA2DA-0537-4515-AD30-0C62517D2A04}" dt="2025-11-30T00:02:40.782" v="2557"/>
          <ac:spMkLst>
            <pc:docMk/>
            <pc:sldMk cId="1713200155" sldId="314"/>
            <ac:spMk id="6" creationId="{9CAB0155-B722-B268-CE49-A529C1FD8AB7}"/>
          </ac:spMkLst>
        </pc:spChg>
        <pc:spChg chg="mod topLvl">
          <ac:chgData name="(20102772) Malgorzata Victor" userId="7fb174c8-8e8e-4f34-9d71-e72d03f937b6" providerId="ADAL" clId="{BFEEA2DA-0537-4515-AD30-0C62517D2A04}" dt="2025-11-30T00:02:40.782" v="2557"/>
          <ac:spMkLst>
            <pc:docMk/>
            <pc:sldMk cId="1713200155" sldId="314"/>
            <ac:spMk id="7" creationId="{FE7DB2F7-2531-0028-49A1-FFF3A95184AF}"/>
          </ac:spMkLst>
        </pc:spChg>
        <pc:spChg chg="mod topLvl">
          <ac:chgData name="(20102772) Malgorzata Victor" userId="7fb174c8-8e8e-4f34-9d71-e72d03f937b6" providerId="ADAL" clId="{BFEEA2DA-0537-4515-AD30-0C62517D2A04}" dt="2025-11-30T00:02:40.782" v="2557"/>
          <ac:spMkLst>
            <pc:docMk/>
            <pc:sldMk cId="1713200155" sldId="314"/>
            <ac:spMk id="8" creationId="{32173D55-05AD-BD4E-1CB8-A2223E8D24A4}"/>
          </ac:spMkLst>
        </pc:spChg>
        <pc:spChg chg="mod topLvl">
          <ac:chgData name="(20102772) Malgorzata Victor" userId="7fb174c8-8e8e-4f34-9d71-e72d03f937b6" providerId="ADAL" clId="{BFEEA2DA-0537-4515-AD30-0C62517D2A04}" dt="2025-11-30T00:02:40.782" v="2557"/>
          <ac:spMkLst>
            <pc:docMk/>
            <pc:sldMk cId="1713200155" sldId="314"/>
            <ac:spMk id="9" creationId="{6F16C1C4-7AB7-8E3B-9FF8-CD069B2DE0A9}"/>
          </ac:spMkLst>
        </pc:spChg>
        <pc:spChg chg="mod topLvl">
          <ac:chgData name="(20102772) Malgorzata Victor" userId="7fb174c8-8e8e-4f34-9d71-e72d03f937b6" providerId="ADAL" clId="{BFEEA2DA-0537-4515-AD30-0C62517D2A04}" dt="2025-11-30T00:02:40.782" v="2557"/>
          <ac:spMkLst>
            <pc:docMk/>
            <pc:sldMk cId="1713200155" sldId="314"/>
            <ac:spMk id="10" creationId="{9EA7A128-C162-2177-48F4-920F1D2C4F9E}"/>
          </ac:spMkLst>
        </pc:spChg>
        <pc:spChg chg="mod topLvl">
          <ac:chgData name="(20102772) Malgorzata Victor" userId="7fb174c8-8e8e-4f34-9d71-e72d03f937b6" providerId="ADAL" clId="{BFEEA2DA-0537-4515-AD30-0C62517D2A04}" dt="2025-11-30T00:02:40.782" v="2557"/>
          <ac:spMkLst>
            <pc:docMk/>
            <pc:sldMk cId="1713200155" sldId="314"/>
            <ac:spMk id="11" creationId="{1D5F4A9A-09AA-93FF-E540-AEC3F1FC0AD2}"/>
          </ac:spMkLst>
        </pc:spChg>
        <pc:spChg chg="mod topLvl">
          <ac:chgData name="(20102772) Malgorzata Victor" userId="7fb174c8-8e8e-4f34-9d71-e72d03f937b6" providerId="ADAL" clId="{BFEEA2DA-0537-4515-AD30-0C62517D2A04}" dt="2025-11-30T00:02:40.782" v="2557"/>
          <ac:spMkLst>
            <pc:docMk/>
            <pc:sldMk cId="1713200155" sldId="314"/>
            <ac:spMk id="12" creationId="{4B1A4C66-C94A-3F11-A715-6D901B1082C1}"/>
          </ac:spMkLst>
        </pc:spChg>
        <pc:spChg chg="mod topLvl">
          <ac:chgData name="(20102772) Malgorzata Victor" userId="7fb174c8-8e8e-4f34-9d71-e72d03f937b6" providerId="ADAL" clId="{BFEEA2DA-0537-4515-AD30-0C62517D2A04}" dt="2025-11-30T00:02:40.782" v="2557"/>
          <ac:spMkLst>
            <pc:docMk/>
            <pc:sldMk cId="1713200155" sldId="314"/>
            <ac:spMk id="13" creationId="{05EB379B-6004-DBF6-A993-22C318917FB1}"/>
          </ac:spMkLst>
        </pc:spChg>
        <pc:spChg chg="del mod">
          <ac:chgData name="(20102772) Malgorzata Victor" userId="7fb174c8-8e8e-4f34-9d71-e72d03f937b6" providerId="ADAL" clId="{BFEEA2DA-0537-4515-AD30-0C62517D2A04}" dt="2025-11-30T00:14:59.621" v="2695" actId="478"/>
          <ac:spMkLst>
            <pc:docMk/>
            <pc:sldMk cId="1713200155" sldId="314"/>
            <ac:spMk id="14" creationId="{F780B65E-0DD2-6D98-F6EA-4463AA6C9E0E}"/>
          </ac:spMkLst>
        </pc:spChg>
        <pc:spChg chg="del">
          <ac:chgData name="(20102772) Malgorzata Victor" userId="7fb174c8-8e8e-4f34-9d71-e72d03f937b6" providerId="ADAL" clId="{BFEEA2DA-0537-4515-AD30-0C62517D2A04}" dt="2025-11-29T23:56:52.075" v="2476" actId="478"/>
          <ac:spMkLst>
            <pc:docMk/>
            <pc:sldMk cId="1713200155" sldId="314"/>
            <ac:spMk id="15" creationId="{A866F2E8-1DB1-FF08-9C55-7C196D672B80}"/>
          </ac:spMkLst>
        </pc:spChg>
        <pc:spChg chg="del mod">
          <ac:chgData name="(20102772) Malgorzata Victor" userId="7fb174c8-8e8e-4f34-9d71-e72d03f937b6" providerId="ADAL" clId="{BFEEA2DA-0537-4515-AD30-0C62517D2A04}" dt="2025-11-30T00:15:00.626" v="2696" actId="478"/>
          <ac:spMkLst>
            <pc:docMk/>
            <pc:sldMk cId="1713200155" sldId="314"/>
            <ac:spMk id="16" creationId="{60314DCE-3172-06E5-8EE2-07105E56F29A}"/>
          </ac:spMkLst>
        </pc:spChg>
        <pc:spChg chg="del">
          <ac:chgData name="(20102772) Malgorzata Victor" userId="7fb174c8-8e8e-4f34-9d71-e72d03f937b6" providerId="ADAL" clId="{BFEEA2DA-0537-4515-AD30-0C62517D2A04}" dt="2025-11-29T23:56:49.243" v="2474" actId="478"/>
          <ac:spMkLst>
            <pc:docMk/>
            <pc:sldMk cId="1713200155" sldId="314"/>
            <ac:spMk id="17" creationId="{788D53B7-DA07-7296-DF05-3DE54EB9E11B}"/>
          </ac:spMkLst>
        </pc:spChg>
        <pc:spChg chg="del">
          <ac:chgData name="(20102772) Malgorzata Victor" userId="7fb174c8-8e8e-4f34-9d71-e72d03f937b6" providerId="ADAL" clId="{BFEEA2DA-0537-4515-AD30-0C62517D2A04}" dt="2025-11-29T23:56:49.243" v="2474" actId="478"/>
          <ac:spMkLst>
            <pc:docMk/>
            <pc:sldMk cId="1713200155" sldId="314"/>
            <ac:spMk id="18" creationId="{0EE6B88A-B1CF-9749-3EC6-06A9D75CF39F}"/>
          </ac:spMkLst>
        </pc:spChg>
        <pc:spChg chg="del">
          <ac:chgData name="(20102772) Malgorzata Victor" userId="7fb174c8-8e8e-4f34-9d71-e72d03f937b6" providerId="ADAL" clId="{BFEEA2DA-0537-4515-AD30-0C62517D2A04}" dt="2025-11-29T23:56:50.670" v="2475" actId="478"/>
          <ac:spMkLst>
            <pc:docMk/>
            <pc:sldMk cId="1713200155" sldId="314"/>
            <ac:spMk id="19" creationId="{91596285-7319-D8D2-2999-8F6E1CBEBEF5}"/>
          </ac:spMkLst>
        </pc:spChg>
        <pc:spChg chg="del">
          <ac:chgData name="(20102772) Malgorzata Victor" userId="7fb174c8-8e8e-4f34-9d71-e72d03f937b6" providerId="ADAL" clId="{BFEEA2DA-0537-4515-AD30-0C62517D2A04}" dt="2025-11-29T23:56:50.670" v="2475" actId="478"/>
          <ac:spMkLst>
            <pc:docMk/>
            <pc:sldMk cId="1713200155" sldId="314"/>
            <ac:spMk id="20" creationId="{D0180562-C7D3-C0F7-E733-96E47B4DC604}"/>
          </ac:spMkLst>
        </pc:spChg>
        <pc:spChg chg="mod">
          <ac:chgData name="(20102772) Malgorzata Victor" userId="7fb174c8-8e8e-4f34-9d71-e72d03f937b6" providerId="ADAL" clId="{BFEEA2DA-0537-4515-AD30-0C62517D2A04}" dt="2025-11-30T00:02:59.626" v="2572"/>
          <ac:spMkLst>
            <pc:docMk/>
            <pc:sldMk cId="1713200155" sldId="314"/>
            <ac:spMk id="22" creationId="{48C8C8A6-4877-4118-AA32-3A07A807915E}"/>
          </ac:spMkLst>
        </pc:spChg>
        <pc:spChg chg="mod">
          <ac:chgData name="(20102772) Malgorzata Victor" userId="7fb174c8-8e8e-4f34-9d71-e72d03f937b6" providerId="ADAL" clId="{BFEEA2DA-0537-4515-AD30-0C62517D2A04}" dt="2025-11-30T00:02:59.626" v="2572"/>
          <ac:spMkLst>
            <pc:docMk/>
            <pc:sldMk cId="1713200155" sldId="314"/>
            <ac:spMk id="23" creationId="{5EFC5892-D308-6C87-4E46-CE3DBE5C1E40}"/>
          </ac:spMkLst>
        </pc:spChg>
        <pc:spChg chg="mod">
          <ac:chgData name="(20102772) Malgorzata Victor" userId="7fb174c8-8e8e-4f34-9d71-e72d03f937b6" providerId="ADAL" clId="{BFEEA2DA-0537-4515-AD30-0C62517D2A04}" dt="2025-11-30T00:02:59.626" v="2572"/>
          <ac:spMkLst>
            <pc:docMk/>
            <pc:sldMk cId="1713200155" sldId="314"/>
            <ac:spMk id="24" creationId="{CA62A450-725B-FCB2-83FB-D1A660BE43AF}"/>
          </ac:spMkLst>
        </pc:spChg>
        <pc:spChg chg="mod">
          <ac:chgData name="(20102772) Malgorzata Victor" userId="7fb174c8-8e8e-4f34-9d71-e72d03f937b6" providerId="ADAL" clId="{BFEEA2DA-0537-4515-AD30-0C62517D2A04}" dt="2025-11-30T00:02:59.626" v="2572"/>
          <ac:spMkLst>
            <pc:docMk/>
            <pc:sldMk cId="1713200155" sldId="314"/>
            <ac:spMk id="25" creationId="{8035CCA2-9252-60CF-84C7-479210A8F28B}"/>
          </ac:spMkLst>
        </pc:spChg>
        <pc:spChg chg="mod">
          <ac:chgData name="(20102772) Malgorzata Victor" userId="7fb174c8-8e8e-4f34-9d71-e72d03f937b6" providerId="ADAL" clId="{BFEEA2DA-0537-4515-AD30-0C62517D2A04}" dt="2025-11-30T00:02:59.626" v="2572"/>
          <ac:spMkLst>
            <pc:docMk/>
            <pc:sldMk cId="1713200155" sldId="314"/>
            <ac:spMk id="26" creationId="{4FEC0CE8-9629-CFEB-D976-03141A5077C3}"/>
          </ac:spMkLst>
        </pc:spChg>
        <pc:spChg chg="mod">
          <ac:chgData name="(20102772) Malgorzata Victor" userId="7fb174c8-8e8e-4f34-9d71-e72d03f937b6" providerId="ADAL" clId="{BFEEA2DA-0537-4515-AD30-0C62517D2A04}" dt="2025-11-30T00:02:59.626" v="2572"/>
          <ac:spMkLst>
            <pc:docMk/>
            <pc:sldMk cId="1713200155" sldId="314"/>
            <ac:spMk id="27" creationId="{A1DE1132-D8FD-E8A1-D085-EF1BFA36DE0A}"/>
          </ac:spMkLst>
        </pc:spChg>
        <pc:spChg chg="mod">
          <ac:chgData name="(20102772) Malgorzata Victor" userId="7fb174c8-8e8e-4f34-9d71-e72d03f937b6" providerId="ADAL" clId="{BFEEA2DA-0537-4515-AD30-0C62517D2A04}" dt="2025-11-30T00:02:59.626" v="2572"/>
          <ac:spMkLst>
            <pc:docMk/>
            <pc:sldMk cId="1713200155" sldId="314"/>
            <ac:spMk id="28" creationId="{89203A5D-F28B-CC7E-F2EF-99C8892F1FA7}"/>
          </ac:spMkLst>
        </pc:spChg>
        <pc:spChg chg="mod">
          <ac:chgData name="(20102772) Malgorzata Victor" userId="7fb174c8-8e8e-4f34-9d71-e72d03f937b6" providerId="ADAL" clId="{BFEEA2DA-0537-4515-AD30-0C62517D2A04}" dt="2025-11-30T00:02:59.626" v="2572"/>
          <ac:spMkLst>
            <pc:docMk/>
            <pc:sldMk cId="1713200155" sldId="314"/>
            <ac:spMk id="29" creationId="{4DCE69A8-644C-44A0-B1B1-C84906314B62}"/>
          </ac:spMkLst>
        </pc:spChg>
        <pc:spChg chg="mod">
          <ac:chgData name="(20102772) Malgorzata Victor" userId="7fb174c8-8e8e-4f34-9d71-e72d03f937b6" providerId="ADAL" clId="{BFEEA2DA-0537-4515-AD30-0C62517D2A04}" dt="2025-11-30T00:02:59.626" v="2572"/>
          <ac:spMkLst>
            <pc:docMk/>
            <pc:sldMk cId="1713200155" sldId="314"/>
            <ac:spMk id="30" creationId="{B4F4854D-64DA-772E-8D73-768D34B69005}"/>
          </ac:spMkLst>
        </pc:spChg>
        <pc:spChg chg="add mod ord">
          <ac:chgData name="(20102772) Malgorzata Victor" userId="7fb174c8-8e8e-4f34-9d71-e72d03f937b6" providerId="ADAL" clId="{BFEEA2DA-0537-4515-AD30-0C62517D2A04}" dt="2025-11-30T00:27:25.688" v="2933" actId="14100"/>
          <ac:spMkLst>
            <pc:docMk/>
            <pc:sldMk cId="1713200155" sldId="314"/>
            <ac:spMk id="31" creationId="{420F65F6-89F5-02D5-87E9-9E0166F5A329}"/>
          </ac:spMkLst>
        </pc:spChg>
        <pc:spChg chg="add del mod">
          <ac:chgData name="(20102772) Malgorzata Victor" userId="7fb174c8-8e8e-4f34-9d71-e72d03f937b6" providerId="ADAL" clId="{BFEEA2DA-0537-4515-AD30-0C62517D2A04}" dt="2025-11-30T00:14:58.153" v="2694" actId="478"/>
          <ac:spMkLst>
            <pc:docMk/>
            <pc:sldMk cId="1713200155" sldId="314"/>
            <ac:spMk id="46" creationId="{F5351974-B61B-F457-08BE-7554512D13A2}"/>
          </ac:spMkLst>
        </pc:spChg>
        <pc:spChg chg="add mod">
          <ac:chgData name="(20102772) Malgorzata Victor" userId="7fb174c8-8e8e-4f34-9d71-e72d03f937b6" providerId="ADAL" clId="{BFEEA2DA-0537-4515-AD30-0C62517D2A04}" dt="2025-11-30T00:17:54.932" v="2748" actId="14100"/>
          <ac:spMkLst>
            <pc:docMk/>
            <pc:sldMk cId="1713200155" sldId="314"/>
            <ac:spMk id="47" creationId="{164AF81F-3FC2-EFA2-024E-B397C4B0E0AE}"/>
          </ac:spMkLst>
        </pc:spChg>
        <pc:spChg chg="add mod">
          <ac:chgData name="(20102772) Malgorzata Victor" userId="7fb174c8-8e8e-4f34-9d71-e72d03f937b6" providerId="ADAL" clId="{BFEEA2DA-0537-4515-AD30-0C62517D2A04}" dt="2025-11-30T00:17:52.177" v="2747" actId="14100"/>
          <ac:spMkLst>
            <pc:docMk/>
            <pc:sldMk cId="1713200155" sldId="314"/>
            <ac:spMk id="48" creationId="{09D739B4-6928-0A20-7378-458FD3AAD491}"/>
          </ac:spMkLst>
        </pc:spChg>
        <pc:spChg chg="add mod ord">
          <ac:chgData name="(20102772) Malgorzata Victor" userId="7fb174c8-8e8e-4f34-9d71-e72d03f937b6" providerId="ADAL" clId="{BFEEA2DA-0537-4515-AD30-0C62517D2A04}" dt="2025-11-30T00:29:55.075" v="2999" actId="170"/>
          <ac:spMkLst>
            <pc:docMk/>
            <pc:sldMk cId="1713200155" sldId="314"/>
            <ac:spMk id="50" creationId="{9570796D-F1E0-40EB-F8C6-251D1C0A4293}"/>
          </ac:spMkLst>
        </pc:spChg>
        <pc:spChg chg="add mod">
          <ac:chgData name="(20102772) Malgorzata Victor" userId="7fb174c8-8e8e-4f34-9d71-e72d03f937b6" providerId="ADAL" clId="{BFEEA2DA-0537-4515-AD30-0C62517D2A04}" dt="2025-11-30T00:27:53.351" v="2980" actId="1036"/>
          <ac:spMkLst>
            <pc:docMk/>
            <pc:sldMk cId="1713200155" sldId="314"/>
            <ac:spMk id="53" creationId="{F5F14B90-7524-6495-2D09-A83C9A7B748C}"/>
          </ac:spMkLst>
        </pc:spChg>
        <pc:spChg chg="add mod">
          <ac:chgData name="(20102772) Malgorzata Victor" userId="7fb174c8-8e8e-4f34-9d71-e72d03f937b6" providerId="ADAL" clId="{BFEEA2DA-0537-4515-AD30-0C62517D2A04}" dt="2025-11-30T00:20:39.278" v="2816" actId="113"/>
          <ac:spMkLst>
            <pc:docMk/>
            <pc:sldMk cId="1713200155" sldId="314"/>
            <ac:spMk id="54" creationId="{56C579A2-32C9-C7D3-5A55-F8674E0AEFC7}"/>
          </ac:spMkLst>
        </pc:spChg>
        <pc:spChg chg="add mod">
          <ac:chgData name="(20102772) Malgorzata Victor" userId="7fb174c8-8e8e-4f34-9d71-e72d03f937b6" providerId="ADAL" clId="{BFEEA2DA-0537-4515-AD30-0C62517D2A04}" dt="2025-11-30T00:32:50.669" v="3139" actId="1037"/>
          <ac:spMkLst>
            <pc:docMk/>
            <pc:sldMk cId="1713200155" sldId="314"/>
            <ac:spMk id="56" creationId="{07C5DC85-F361-F333-D8AC-005717342E71}"/>
          </ac:spMkLst>
        </pc:spChg>
        <pc:spChg chg="add mod ord">
          <ac:chgData name="(20102772) Malgorzata Victor" userId="7fb174c8-8e8e-4f34-9d71-e72d03f937b6" providerId="ADAL" clId="{BFEEA2DA-0537-4515-AD30-0C62517D2A04}" dt="2025-11-30T00:30:11.995" v="3012" actId="170"/>
          <ac:spMkLst>
            <pc:docMk/>
            <pc:sldMk cId="1713200155" sldId="314"/>
            <ac:spMk id="59" creationId="{EA37944D-FB48-79FA-88AB-6C931748FB33}"/>
          </ac:spMkLst>
        </pc:spChg>
        <pc:grpChg chg="del mod">
          <ac:chgData name="(20102772) Malgorzata Victor" userId="7fb174c8-8e8e-4f34-9d71-e72d03f937b6" providerId="ADAL" clId="{BFEEA2DA-0537-4515-AD30-0C62517D2A04}" dt="2025-11-30T00:02:59.233" v="2571" actId="478"/>
          <ac:grpSpMkLst>
            <pc:docMk/>
            <pc:sldMk cId="1713200155" sldId="314"/>
            <ac:grpSpMk id="4" creationId="{84564165-FCCE-0BA8-F555-822C7E4E4483}"/>
          </ac:grpSpMkLst>
        </pc:grpChg>
        <pc:grpChg chg="add mod ord">
          <ac:chgData name="(20102772) Malgorzata Victor" userId="7fb174c8-8e8e-4f34-9d71-e72d03f937b6" providerId="ADAL" clId="{BFEEA2DA-0537-4515-AD30-0C62517D2A04}" dt="2025-11-30T00:03:19.125" v="2582" actId="171"/>
          <ac:grpSpMkLst>
            <pc:docMk/>
            <pc:sldMk cId="1713200155" sldId="314"/>
            <ac:grpSpMk id="21" creationId="{F480C4E2-E3B3-709A-08BF-642449E6716A}"/>
          </ac:grpSpMkLst>
        </pc:grpChg>
        <pc:grpChg chg="add mod ord">
          <ac:chgData name="(20102772) Malgorzata Victor" userId="7fb174c8-8e8e-4f34-9d71-e72d03f937b6" providerId="ADAL" clId="{BFEEA2DA-0537-4515-AD30-0C62517D2A04}" dt="2025-11-30T00:04:43.473" v="2599" actId="164"/>
          <ac:grpSpMkLst>
            <pc:docMk/>
            <pc:sldMk cId="1713200155" sldId="314"/>
            <ac:grpSpMk id="38" creationId="{41C4B75F-3316-DED7-0CF9-43C786B75BBF}"/>
          </ac:grpSpMkLst>
        </pc:grpChg>
        <pc:graphicFrameChg chg="add mod modGraphic">
          <ac:chgData name="(20102772) Malgorzata Victor" userId="7fb174c8-8e8e-4f34-9d71-e72d03f937b6" providerId="ADAL" clId="{BFEEA2DA-0537-4515-AD30-0C62517D2A04}" dt="2025-11-30T00:27:53.351" v="2980" actId="1036"/>
          <ac:graphicFrameMkLst>
            <pc:docMk/>
            <pc:sldMk cId="1713200155" sldId="314"/>
            <ac:graphicFrameMk id="55" creationId="{451C9458-FF66-3457-AF31-E0A8DE93B7EC}"/>
          </ac:graphicFrameMkLst>
        </pc:graphicFrameChg>
        <pc:picChg chg="add del mod">
          <ac:chgData name="(20102772) Malgorzata Victor" userId="7fb174c8-8e8e-4f34-9d71-e72d03f937b6" providerId="ADAL" clId="{BFEEA2DA-0537-4515-AD30-0C62517D2A04}" dt="2025-11-30T00:28:40.279" v="2982" actId="478"/>
          <ac:picMkLst>
            <pc:docMk/>
            <pc:sldMk cId="1713200155" sldId="314"/>
            <ac:picMk id="33" creationId="{1A20E106-2EA9-4794-A2D8-7ABE0B8F22C4}"/>
          </ac:picMkLst>
        </pc:picChg>
        <pc:picChg chg="add del mod">
          <ac:chgData name="(20102772) Malgorzata Victor" userId="7fb174c8-8e8e-4f34-9d71-e72d03f937b6" providerId="ADAL" clId="{BFEEA2DA-0537-4515-AD30-0C62517D2A04}" dt="2025-11-30T00:05:04.254" v="2605" actId="478"/>
          <ac:picMkLst>
            <pc:docMk/>
            <pc:sldMk cId="1713200155" sldId="314"/>
            <ac:picMk id="35" creationId="{09A5E84C-F079-BEB6-A341-2279EFCEE5FC}"/>
          </ac:picMkLst>
        </pc:picChg>
        <pc:picChg chg="add del mod">
          <ac:chgData name="(20102772) Malgorzata Victor" userId="7fb174c8-8e8e-4f34-9d71-e72d03f937b6" providerId="ADAL" clId="{BFEEA2DA-0537-4515-AD30-0C62517D2A04}" dt="2025-11-30T00:04:45.220" v="2601" actId="478"/>
          <ac:picMkLst>
            <pc:docMk/>
            <pc:sldMk cId="1713200155" sldId="314"/>
            <ac:picMk id="37" creationId="{08EDFE8F-B540-A622-361E-A05A48450715}"/>
          </ac:picMkLst>
        </pc:picChg>
        <pc:picChg chg="add del mod">
          <ac:chgData name="(20102772) Malgorzata Victor" userId="7fb174c8-8e8e-4f34-9d71-e72d03f937b6" providerId="ADAL" clId="{BFEEA2DA-0537-4515-AD30-0C62517D2A04}" dt="2025-11-30T00:15:54.841" v="2707" actId="478"/>
          <ac:picMkLst>
            <pc:docMk/>
            <pc:sldMk cId="1713200155" sldId="314"/>
            <ac:picMk id="39" creationId="{127D053C-47E2-A227-ED96-FF6129857FF6}"/>
          </ac:picMkLst>
        </pc:picChg>
        <pc:picChg chg="add del mod">
          <ac:chgData name="(20102772) Malgorzata Victor" userId="7fb174c8-8e8e-4f34-9d71-e72d03f937b6" providerId="ADAL" clId="{BFEEA2DA-0537-4515-AD30-0C62517D2A04}" dt="2025-11-30T00:08:40.869" v="2622" actId="478"/>
          <ac:picMkLst>
            <pc:docMk/>
            <pc:sldMk cId="1713200155" sldId="314"/>
            <ac:picMk id="40" creationId="{6D1D8060-88AF-34C0-C676-B49B9B5482D3}"/>
          </ac:picMkLst>
        </pc:picChg>
        <pc:picChg chg="add del mod">
          <ac:chgData name="(20102772) Malgorzata Victor" userId="7fb174c8-8e8e-4f34-9d71-e72d03f937b6" providerId="ADAL" clId="{BFEEA2DA-0537-4515-AD30-0C62517D2A04}" dt="2025-11-30T00:08:41.910" v="2623" actId="478"/>
          <ac:picMkLst>
            <pc:docMk/>
            <pc:sldMk cId="1713200155" sldId="314"/>
            <ac:picMk id="41" creationId="{702C8CC0-740E-F6D9-5D5D-8D7C2EF86293}"/>
          </ac:picMkLst>
        </pc:picChg>
        <pc:picChg chg="add del mod">
          <ac:chgData name="(20102772) Malgorzata Victor" userId="7fb174c8-8e8e-4f34-9d71-e72d03f937b6" providerId="ADAL" clId="{BFEEA2DA-0537-4515-AD30-0C62517D2A04}" dt="2025-11-30T00:09:05.815" v="2635" actId="478"/>
          <ac:picMkLst>
            <pc:docMk/>
            <pc:sldMk cId="1713200155" sldId="314"/>
            <ac:picMk id="42" creationId="{DE418FB4-2A78-C9E7-2F10-97E3DF976BF6}"/>
          </ac:picMkLst>
        </pc:picChg>
        <pc:picChg chg="add del mod">
          <ac:chgData name="(20102772) Malgorzata Victor" userId="7fb174c8-8e8e-4f34-9d71-e72d03f937b6" providerId="ADAL" clId="{BFEEA2DA-0537-4515-AD30-0C62517D2A04}" dt="2025-11-30T00:12:39.606" v="2639" actId="478"/>
          <ac:picMkLst>
            <pc:docMk/>
            <pc:sldMk cId="1713200155" sldId="314"/>
            <ac:picMk id="43" creationId="{39C54539-B50F-D19B-A991-87059B9052E5}"/>
          </ac:picMkLst>
        </pc:picChg>
        <pc:picChg chg="add del mod">
          <ac:chgData name="(20102772) Malgorzata Victor" userId="7fb174c8-8e8e-4f34-9d71-e72d03f937b6" providerId="ADAL" clId="{BFEEA2DA-0537-4515-AD30-0C62517D2A04}" dt="2025-11-30T00:15:46.766" v="2706" actId="478"/>
          <ac:picMkLst>
            <pc:docMk/>
            <pc:sldMk cId="1713200155" sldId="314"/>
            <ac:picMk id="45" creationId="{3D8039F9-0A1A-6383-A46E-53F1702A26AE}"/>
          </ac:picMkLst>
        </pc:picChg>
        <pc:picChg chg="add del mod">
          <ac:chgData name="(20102772) Malgorzata Victor" userId="7fb174c8-8e8e-4f34-9d71-e72d03f937b6" providerId="ADAL" clId="{BFEEA2DA-0537-4515-AD30-0C62517D2A04}" dt="2025-11-30T00:16:04.908" v="2713" actId="478"/>
          <ac:picMkLst>
            <pc:docMk/>
            <pc:sldMk cId="1713200155" sldId="314"/>
            <ac:picMk id="49" creationId="{4F9EE501-617B-022C-05B5-0E0A00E2B476}"/>
          </ac:picMkLst>
        </pc:picChg>
        <pc:picChg chg="add mod">
          <ac:chgData name="(20102772) Malgorzata Victor" userId="7fb174c8-8e8e-4f34-9d71-e72d03f937b6" providerId="ADAL" clId="{BFEEA2DA-0537-4515-AD30-0C62517D2A04}" dt="2025-11-30T00:27:39.984" v="2953" actId="1035"/>
          <ac:picMkLst>
            <pc:docMk/>
            <pc:sldMk cId="1713200155" sldId="314"/>
            <ac:picMk id="52" creationId="{48317E5E-D35D-5056-865E-30744273ECB4}"/>
          </ac:picMkLst>
        </pc:picChg>
        <pc:picChg chg="add del mod">
          <ac:chgData name="(20102772) Malgorzata Victor" userId="7fb174c8-8e8e-4f34-9d71-e72d03f937b6" providerId="ADAL" clId="{BFEEA2DA-0537-4515-AD30-0C62517D2A04}" dt="2025-11-30T00:31:59.570" v="3127" actId="478"/>
          <ac:picMkLst>
            <pc:docMk/>
            <pc:sldMk cId="1713200155" sldId="314"/>
            <ac:picMk id="58" creationId="{36329CC8-559F-A2D7-4878-87119DA29CFB}"/>
          </ac:picMkLst>
        </pc:picChg>
        <pc:picChg chg="add mod modCrop">
          <ac:chgData name="(20102772) Malgorzata Victor" userId="7fb174c8-8e8e-4f34-9d71-e72d03f937b6" providerId="ADAL" clId="{BFEEA2DA-0537-4515-AD30-0C62517D2A04}" dt="2025-11-30T00:32:34.693" v="3131" actId="732"/>
          <ac:picMkLst>
            <pc:docMk/>
            <pc:sldMk cId="1713200155" sldId="314"/>
            <ac:picMk id="60" creationId="{4CB5E560-218E-047A-8EF5-E18B2315BE01}"/>
          </ac:picMkLst>
        </pc:picChg>
      </pc:sldChg>
      <pc:sldChg chg="addSp modSp add del">
        <pc:chgData name="(20102772) Malgorzata Victor" userId="7fb174c8-8e8e-4f34-9d71-e72d03f937b6" providerId="ADAL" clId="{BFEEA2DA-0537-4515-AD30-0C62517D2A04}" dt="2025-11-30T02:01:28.309" v="4729" actId="47"/>
        <pc:sldMkLst>
          <pc:docMk/>
          <pc:sldMk cId="2280462340" sldId="315"/>
        </pc:sldMkLst>
        <pc:spChg chg="mod">
          <ac:chgData name="(20102772) Malgorzata Victor" userId="7fb174c8-8e8e-4f34-9d71-e72d03f937b6" providerId="ADAL" clId="{BFEEA2DA-0537-4515-AD30-0C62517D2A04}" dt="2025-11-30T01:47:31.585" v="4487"/>
          <ac:spMkLst>
            <pc:docMk/>
            <pc:sldMk cId="2280462340" sldId="315"/>
            <ac:spMk id="4" creationId="{38BA4239-C34F-FEF5-2F69-D51481FC6D6B}"/>
          </ac:spMkLst>
        </pc:spChg>
        <pc:spChg chg="mod">
          <ac:chgData name="(20102772) Malgorzata Victor" userId="7fb174c8-8e8e-4f34-9d71-e72d03f937b6" providerId="ADAL" clId="{BFEEA2DA-0537-4515-AD30-0C62517D2A04}" dt="2025-11-30T01:47:31.585" v="4487"/>
          <ac:spMkLst>
            <pc:docMk/>
            <pc:sldMk cId="2280462340" sldId="315"/>
            <ac:spMk id="6" creationId="{119ED770-F86F-4B33-E7CA-BC139B9EDA41}"/>
          </ac:spMkLst>
        </pc:spChg>
        <pc:spChg chg="mod">
          <ac:chgData name="(20102772) Malgorzata Victor" userId="7fb174c8-8e8e-4f34-9d71-e72d03f937b6" providerId="ADAL" clId="{BFEEA2DA-0537-4515-AD30-0C62517D2A04}" dt="2025-11-30T01:47:31.585" v="4487"/>
          <ac:spMkLst>
            <pc:docMk/>
            <pc:sldMk cId="2280462340" sldId="315"/>
            <ac:spMk id="13" creationId="{A693BC4F-C8D3-DD64-9CCB-988E7477AEA8}"/>
          </ac:spMkLst>
        </pc:spChg>
        <pc:spChg chg="mod">
          <ac:chgData name="(20102772) Malgorzata Victor" userId="7fb174c8-8e8e-4f34-9d71-e72d03f937b6" providerId="ADAL" clId="{BFEEA2DA-0537-4515-AD30-0C62517D2A04}" dt="2025-11-30T01:47:31.585" v="4487"/>
          <ac:spMkLst>
            <pc:docMk/>
            <pc:sldMk cId="2280462340" sldId="315"/>
            <ac:spMk id="17" creationId="{7B00DBA2-4E58-3D9A-A43D-398750A48E2B}"/>
          </ac:spMkLst>
        </pc:spChg>
        <pc:spChg chg="mod">
          <ac:chgData name="(20102772) Malgorzata Victor" userId="7fb174c8-8e8e-4f34-9d71-e72d03f937b6" providerId="ADAL" clId="{BFEEA2DA-0537-4515-AD30-0C62517D2A04}" dt="2025-11-30T01:47:31.585" v="4487"/>
          <ac:spMkLst>
            <pc:docMk/>
            <pc:sldMk cId="2280462340" sldId="315"/>
            <ac:spMk id="19" creationId="{622B9DE9-5255-4DAA-9ECC-8003A95A57FC}"/>
          </ac:spMkLst>
        </pc:spChg>
        <pc:spChg chg="mod">
          <ac:chgData name="(20102772) Malgorzata Victor" userId="7fb174c8-8e8e-4f34-9d71-e72d03f937b6" providerId="ADAL" clId="{BFEEA2DA-0537-4515-AD30-0C62517D2A04}" dt="2025-11-30T01:47:31.585" v="4487"/>
          <ac:spMkLst>
            <pc:docMk/>
            <pc:sldMk cId="2280462340" sldId="315"/>
            <ac:spMk id="20" creationId="{F331AC07-71C3-4A2B-F218-7717923ADFC2}"/>
          </ac:spMkLst>
        </pc:spChg>
        <pc:spChg chg="mod">
          <ac:chgData name="(20102772) Malgorzata Victor" userId="7fb174c8-8e8e-4f34-9d71-e72d03f937b6" providerId="ADAL" clId="{BFEEA2DA-0537-4515-AD30-0C62517D2A04}" dt="2025-11-30T01:47:31.585" v="4487"/>
          <ac:spMkLst>
            <pc:docMk/>
            <pc:sldMk cId="2280462340" sldId="315"/>
            <ac:spMk id="21" creationId="{9E9309E2-7126-AA9F-7BE1-B7531585BAB7}"/>
          </ac:spMkLst>
        </pc:spChg>
        <pc:spChg chg="mod">
          <ac:chgData name="(20102772) Malgorzata Victor" userId="7fb174c8-8e8e-4f34-9d71-e72d03f937b6" providerId="ADAL" clId="{BFEEA2DA-0537-4515-AD30-0C62517D2A04}" dt="2025-11-30T01:47:31.585" v="4487"/>
          <ac:spMkLst>
            <pc:docMk/>
            <pc:sldMk cId="2280462340" sldId="315"/>
            <ac:spMk id="25" creationId="{0A891827-BAE8-6F5E-C1F9-39080356B200}"/>
          </ac:spMkLst>
        </pc:spChg>
        <pc:spChg chg="mod">
          <ac:chgData name="(20102772) Malgorzata Victor" userId="7fb174c8-8e8e-4f34-9d71-e72d03f937b6" providerId="ADAL" clId="{BFEEA2DA-0537-4515-AD30-0C62517D2A04}" dt="2025-11-30T01:47:31.585" v="4487"/>
          <ac:spMkLst>
            <pc:docMk/>
            <pc:sldMk cId="2280462340" sldId="315"/>
            <ac:spMk id="29" creationId="{B0604A56-E889-C3A8-A16D-AF1507B7F5EC}"/>
          </ac:spMkLst>
        </pc:spChg>
        <pc:spChg chg="mod">
          <ac:chgData name="(20102772) Malgorzata Victor" userId="7fb174c8-8e8e-4f34-9d71-e72d03f937b6" providerId="ADAL" clId="{BFEEA2DA-0537-4515-AD30-0C62517D2A04}" dt="2025-11-30T01:47:31.585" v="4487"/>
          <ac:spMkLst>
            <pc:docMk/>
            <pc:sldMk cId="2280462340" sldId="315"/>
            <ac:spMk id="31" creationId="{D728B2B7-1872-03C4-2A02-A7436E1DECD6}"/>
          </ac:spMkLst>
        </pc:spChg>
      </pc:sldChg>
      <pc:sldChg chg="addSp delSp modSp add mod">
        <pc:chgData name="(20102772) Malgorzata Victor" userId="7fb174c8-8e8e-4f34-9d71-e72d03f937b6" providerId="ADAL" clId="{BFEEA2DA-0537-4515-AD30-0C62517D2A04}" dt="2025-11-30T02:08:31.726" v="4826" actId="1076"/>
        <pc:sldMkLst>
          <pc:docMk/>
          <pc:sldMk cId="4185164705" sldId="316"/>
        </pc:sldMkLst>
        <pc:spChg chg="mod">
          <ac:chgData name="(20102772) Malgorzata Victor" userId="7fb174c8-8e8e-4f34-9d71-e72d03f937b6" providerId="ADAL" clId="{BFEEA2DA-0537-4515-AD30-0C62517D2A04}" dt="2025-11-30T01:22:39.714" v="4037"/>
          <ac:spMkLst>
            <pc:docMk/>
            <pc:sldMk cId="4185164705" sldId="316"/>
            <ac:spMk id="5" creationId="{35CD57A5-DCA8-1653-B0EF-5F15968F681E}"/>
          </ac:spMkLst>
        </pc:spChg>
        <pc:spChg chg="mod">
          <ac:chgData name="(20102772) Malgorzata Victor" userId="7fb174c8-8e8e-4f34-9d71-e72d03f937b6" providerId="ADAL" clId="{BFEEA2DA-0537-4515-AD30-0C62517D2A04}" dt="2025-11-30T01:22:39.714" v="4037"/>
          <ac:spMkLst>
            <pc:docMk/>
            <pc:sldMk cId="4185164705" sldId="316"/>
            <ac:spMk id="10" creationId="{17B82295-82A6-7D32-92CE-2AC5CB3CE38D}"/>
          </ac:spMkLst>
        </pc:spChg>
        <pc:spChg chg="mod">
          <ac:chgData name="(20102772) Malgorzata Victor" userId="7fb174c8-8e8e-4f34-9d71-e72d03f937b6" providerId="ADAL" clId="{BFEEA2DA-0537-4515-AD30-0C62517D2A04}" dt="2025-11-30T01:22:39.714" v="4037"/>
          <ac:spMkLst>
            <pc:docMk/>
            <pc:sldMk cId="4185164705" sldId="316"/>
            <ac:spMk id="12" creationId="{F328A367-1DF5-39AC-D6A8-2D4BA753C67C}"/>
          </ac:spMkLst>
        </pc:spChg>
        <pc:spChg chg="del">
          <ac:chgData name="(20102772) Malgorzata Victor" userId="7fb174c8-8e8e-4f34-9d71-e72d03f937b6" providerId="ADAL" clId="{BFEEA2DA-0537-4515-AD30-0C62517D2A04}" dt="2025-11-30T01:19:25.056" v="3956" actId="478"/>
          <ac:spMkLst>
            <pc:docMk/>
            <pc:sldMk cId="4185164705" sldId="316"/>
            <ac:spMk id="21" creationId="{E63F5878-9951-911A-6D39-434EAB83C0CF}"/>
          </ac:spMkLst>
        </pc:spChg>
        <pc:spChg chg="del">
          <ac:chgData name="(20102772) Malgorzata Victor" userId="7fb174c8-8e8e-4f34-9d71-e72d03f937b6" providerId="ADAL" clId="{BFEEA2DA-0537-4515-AD30-0C62517D2A04}" dt="2025-11-30T01:19:23.889" v="3955" actId="478"/>
          <ac:spMkLst>
            <pc:docMk/>
            <pc:sldMk cId="4185164705" sldId="316"/>
            <ac:spMk id="22" creationId="{31278AD5-9864-137F-BB43-60130D1B46FD}"/>
          </ac:spMkLst>
        </pc:spChg>
        <pc:spChg chg="del">
          <ac:chgData name="(20102772) Malgorzata Victor" userId="7fb174c8-8e8e-4f34-9d71-e72d03f937b6" providerId="ADAL" clId="{BFEEA2DA-0537-4515-AD30-0C62517D2A04}" dt="2025-11-30T01:19:25.056" v="3956" actId="478"/>
          <ac:spMkLst>
            <pc:docMk/>
            <pc:sldMk cId="4185164705" sldId="316"/>
            <ac:spMk id="23" creationId="{ADF0B7F2-D88A-1337-13A9-B94249A12FF6}"/>
          </ac:spMkLst>
        </pc:spChg>
        <pc:spChg chg="del">
          <ac:chgData name="(20102772) Malgorzata Victor" userId="7fb174c8-8e8e-4f34-9d71-e72d03f937b6" providerId="ADAL" clId="{BFEEA2DA-0537-4515-AD30-0C62517D2A04}" dt="2025-11-30T01:19:23.889" v="3955" actId="478"/>
          <ac:spMkLst>
            <pc:docMk/>
            <pc:sldMk cId="4185164705" sldId="316"/>
            <ac:spMk id="24" creationId="{44B30F55-1076-3AA1-FBAF-8394106A1DFC}"/>
          </ac:spMkLst>
        </pc:spChg>
        <pc:spChg chg="mod">
          <ac:chgData name="(20102772) Malgorzata Victor" userId="7fb174c8-8e8e-4f34-9d71-e72d03f937b6" providerId="ADAL" clId="{BFEEA2DA-0537-4515-AD30-0C62517D2A04}" dt="2025-11-30T01:45:47.170" v="4427" actId="14100"/>
          <ac:spMkLst>
            <pc:docMk/>
            <pc:sldMk cId="4185164705" sldId="316"/>
            <ac:spMk id="25" creationId="{4F14C666-DF5F-88C2-78AE-D5D80717A191}"/>
          </ac:spMkLst>
        </pc:spChg>
        <pc:spChg chg="mod">
          <ac:chgData name="(20102772) Malgorzata Victor" userId="7fb174c8-8e8e-4f34-9d71-e72d03f937b6" providerId="ADAL" clId="{BFEEA2DA-0537-4515-AD30-0C62517D2A04}" dt="2025-11-30T01:19:43.888" v="3963"/>
          <ac:spMkLst>
            <pc:docMk/>
            <pc:sldMk cId="4185164705" sldId="316"/>
            <ac:spMk id="26" creationId="{FA2741CD-95D3-CCA9-8FB9-3B2564468DE7}"/>
          </ac:spMkLst>
        </pc:spChg>
        <pc:spChg chg="mod">
          <ac:chgData name="(20102772) Malgorzata Victor" userId="7fb174c8-8e8e-4f34-9d71-e72d03f937b6" providerId="ADAL" clId="{BFEEA2DA-0537-4515-AD30-0C62517D2A04}" dt="2025-11-30T01:22:39.714" v="4037"/>
          <ac:spMkLst>
            <pc:docMk/>
            <pc:sldMk cId="4185164705" sldId="316"/>
            <ac:spMk id="29" creationId="{2ED08D84-4D39-A8C0-2900-0ECFB4D46375}"/>
          </ac:spMkLst>
        </pc:spChg>
        <pc:spChg chg="mod">
          <ac:chgData name="(20102772) Malgorzata Victor" userId="7fb174c8-8e8e-4f34-9d71-e72d03f937b6" providerId="ADAL" clId="{BFEEA2DA-0537-4515-AD30-0C62517D2A04}" dt="2025-11-30T01:22:39.714" v="4037"/>
          <ac:spMkLst>
            <pc:docMk/>
            <pc:sldMk cId="4185164705" sldId="316"/>
            <ac:spMk id="31" creationId="{9D3E06BE-2C45-9517-26BB-00BC756C4EC2}"/>
          </ac:spMkLst>
        </pc:spChg>
        <pc:spChg chg="mod">
          <ac:chgData name="(20102772) Malgorzata Victor" userId="7fb174c8-8e8e-4f34-9d71-e72d03f937b6" providerId="ADAL" clId="{BFEEA2DA-0537-4515-AD30-0C62517D2A04}" dt="2025-11-30T01:22:39.714" v="4037"/>
          <ac:spMkLst>
            <pc:docMk/>
            <pc:sldMk cId="4185164705" sldId="316"/>
            <ac:spMk id="32" creationId="{D1DA3723-3FE6-1D92-C3A6-EB8DDBC04615}"/>
          </ac:spMkLst>
        </pc:spChg>
        <pc:spChg chg="mod">
          <ac:chgData name="(20102772) Malgorzata Victor" userId="7fb174c8-8e8e-4f34-9d71-e72d03f937b6" providerId="ADAL" clId="{BFEEA2DA-0537-4515-AD30-0C62517D2A04}" dt="2025-11-30T01:22:39.714" v="4037"/>
          <ac:spMkLst>
            <pc:docMk/>
            <pc:sldMk cId="4185164705" sldId="316"/>
            <ac:spMk id="33" creationId="{8F7A126E-F298-15B9-A3AF-99E9DE74B9F9}"/>
          </ac:spMkLst>
        </pc:spChg>
        <pc:spChg chg="mod">
          <ac:chgData name="(20102772) Malgorzata Victor" userId="7fb174c8-8e8e-4f34-9d71-e72d03f937b6" providerId="ADAL" clId="{BFEEA2DA-0537-4515-AD30-0C62517D2A04}" dt="2025-11-30T01:22:39.714" v="4037"/>
          <ac:spMkLst>
            <pc:docMk/>
            <pc:sldMk cId="4185164705" sldId="316"/>
            <ac:spMk id="37" creationId="{E350849F-257A-0B9A-6607-67FF7BB7DD5D}"/>
          </ac:spMkLst>
        </pc:spChg>
        <pc:spChg chg="mod">
          <ac:chgData name="(20102772) Malgorzata Victor" userId="7fb174c8-8e8e-4f34-9d71-e72d03f937b6" providerId="ADAL" clId="{BFEEA2DA-0537-4515-AD30-0C62517D2A04}" dt="2025-11-30T01:22:39.714" v="4037"/>
          <ac:spMkLst>
            <pc:docMk/>
            <pc:sldMk cId="4185164705" sldId="316"/>
            <ac:spMk id="47" creationId="{33F3820F-3D83-4BBF-C37C-E9F26061EBDF}"/>
          </ac:spMkLst>
        </pc:spChg>
        <pc:spChg chg="mod">
          <ac:chgData name="(20102772) Malgorzata Victor" userId="7fb174c8-8e8e-4f34-9d71-e72d03f937b6" providerId="ADAL" clId="{BFEEA2DA-0537-4515-AD30-0C62517D2A04}" dt="2025-11-30T01:22:39.714" v="4037"/>
          <ac:spMkLst>
            <pc:docMk/>
            <pc:sldMk cId="4185164705" sldId="316"/>
            <ac:spMk id="50" creationId="{4ABF117D-4666-1728-10D0-CB59BB650B3B}"/>
          </ac:spMkLst>
        </pc:spChg>
        <pc:spChg chg="mod">
          <ac:chgData name="(20102772) Malgorzata Victor" userId="7fb174c8-8e8e-4f34-9d71-e72d03f937b6" providerId="ADAL" clId="{BFEEA2DA-0537-4515-AD30-0C62517D2A04}" dt="2025-11-30T01:46:33.414" v="4430"/>
          <ac:spMkLst>
            <pc:docMk/>
            <pc:sldMk cId="4185164705" sldId="316"/>
            <ac:spMk id="57" creationId="{DEFD9F7B-DEED-EE92-1039-F593A5BA08A9}"/>
          </ac:spMkLst>
        </pc:spChg>
        <pc:spChg chg="mod">
          <ac:chgData name="(20102772) Malgorzata Victor" userId="7fb174c8-8e8e-4f34-9d71-e72d03f937b6" providerId="ADAL" clId="{BFEEA2DA-0537-4515-AD30-0C62517D2A04}" dt="2025-11-30T01:46:33.414" v="4430"/>
          <ac:spMkLst>
            <pc:docMk/>
            <pc:sldMk cId="4185164705" sldId="316"/>
            <ac:spMk id="59" creationId="{0395CA23-B1AF-1D12-DF58-322DA9D9BE6F}"/>
          </ac:spMkLst>
        </pc:spChg>
        <pc:spChg chg="mod">
          <ac:chgData name="(20102772) Malgorzata Victor" userId="7fb174c8-8e8e-4f34-9d71-e72d03f937b6" providerId="ADAL" clId="{BFEEA2DA-0537-4515-AD30-0C62517D2A04}" dt="2025-11-30T01:46:33.414" v="4430"/>
          <ac:spMkLst>
            <pc:docMk/>
            <pc:sldMk cId="4185164705" sldId="316"/>
            <ac:spMk id="60" creationId="{BC1264B8-3389-9747-1055-7EB8FC306D3A}"/>
          </ac:spMkLst>
        </pc:spChg>
        <pc:spChg chg="mod">
          <ac:chgData name="(20102772) Malgorzata Victor" userId="7fb174c8-8e8e-4f34-9d71-e72d03f937b6" providerId="ADAL" clId="{BFEEA2DA-0537-4515-AD30-0C62517D2A04}" dt="2025-11-30T01:46:33.414" v="4430"/>
          <ac:spMkLst>
            <pc:docMk/>
            <pc:sldMk cId="4185164705" sldId="316"/>
            <ac:spMk id="62" creationId="{AD057101-CF91-2DA0-2503-7AEE56E64372}"/>
          </ac:spMkLst>
        </pc:spChg>
        <pc:spChg chg="mod">
          <ac:chgData name="(20102772) Malgorzata Victor" userId="7fb174c8-8e8e-4f34-9d71-e72d03f937b6" providerId="ADAL" clId="{BFEEA2DA-0537-4515-AD30-0C62517D2A04}" dt="2025-11-30T01:46:33.414" v="4430"/>
          <ac:spMkLst>
            <pc:docMk/>
            <pc:sldMk cId="4185164705" sldId="316"/>
            <ac:spMk id="63" creationId="{EB82ED55-2D26-863B-B197-16BF59D7E716}"/>
          </ac:spMkLst>
        </pc:spChg>
        <pc:spChg chg="mod">
          <ac:chgData name="(20102772) Malgorzata Victor" userId="7fb174c8-8e8e-4f34-9d71-e72d03f937b6" providerId="ADAL" clId="{BFEEA2DA-0537-4515-AD30-0C62517D2A04}" dt="2025-11-30T01:46:33.414" v="4430"/>
          <ac:spMkLst>
            <pc:docMk/>
            <pc:sldMk cId="4185164705" sldId="316"/>
            <ac:spMk id="4572" creationId="{AB22A41B-FC0E-F843-948E-5D76A82DDF25}"/>
          </ac:spMkLst>
        </pc:spChg>
        <pc:spChg chg="mod">
          <ac:chgData name="(20102772) Malgorzata Victor" userId="7fb174c8-8e8e-4f34-9d71-e72d03f937b6" providerId="ADAL" clId="{BFEEA2DA-0537-4515-AD30-0C62517D2A04}" dt="2025-11-30T01:46:33.414" v="4430"/>
          <ac:spMkLst>
            <pc:docMk/>
            <pc:sldMk cId="4185164705" sldId="316"/>
            <ac:spMk id="4578" creationId="{94BEF0B9-31F5-2DE5-4870-B28C15F6FF89}"/>
          </ac:spMkLst>
        </pc:spChg>
        <pc:spChg chg="mod">
          <ac:chgData name="(20102772) Malgorzata Victor" userId="7fb174c8-8e8e-4f34-9d71-e72d03f937b6" providerId="ADAL" clId="{BFEEA2DA-0537-4515-AD30-0C62517D2A04}" dt="2025-11-30T01:46:33.414" v="4430"/>
          <ac:spMkLst>
            <pc:docMk/>
            <pc:sldMk cId="4185164705" sldId="316"/>
            <ac:spMk id="4580" creationId="{EA3F2871-DDBD-1C9A-BD92-E81DF3EB9D15}"/>
          </ac:spMkLst>
        </pc:spChg>
        <pc:spChg chg="mod">
          <ac:chgData name="(20102772) Malgorzata Victor" userId="7fb174c8-8e8e-4f34-9d71-e72d03f937b6" providerId="ADAL" clId="{BFEEA2DA-0537-4515-AD30-0C62517D2A04}" dt="2025-11-30T01:46:33.414" v="4430"/>
          <ac:spMkLst>
            <pc:docMk/>
            <pc:sldMk cId="4185164705" sldId="316"/>
            <ac:spMk id="4581" creationId="{2C0E6BEE-A321-EAD9-B672-669CE8BFAC48}"/>
          </ac:spMkLst>
        </pc:spChg>
        <pc:spChg chg="mod">
          <ac:chgData name="(20102772) Malgorzata Victor" userId="7fb174c8-8e8e-4f34-9d71-e72d03f937b6" providerId="ADAL" clId="{BFEEA2DA-0537-4515-AD30-0C62517D2A04}" dt="2025-11-30T01:46:33.414" v="4430"/>
          <ac:spMkLst>
            <pc:docMk/>
            <pc:sldMk cId="4185164705" sldId="316"/>
            <ac:spMk id="4591" creationId="{3A520B4C-2C5E-0F24-818A-738A0793CAD4}"/>
          </ac:spMkLst>
        </pc:spChg>
        <pc:grpChg chg="add del">
          <ac:chgData name="(20102772) Malgorzata Victor" userId="7fb174c8-8e8e-4f34-9d71-e72d03f937b6" providerId="ADAL" clId="{BFEEA2DA-0537-4515-AD30-0C62517D2A04}" dt="2025-11-30T01:47:22.342" v="4484" actId="478"/>
          <ac:grpSpMkLst>
            <pc:docMk/>
            <pc:sldMk cId="4185164705" sldId="316"/>
            <ac:grpSpMk id="4" creationId="{1E8BA06D-ED11-CC14-73FC-AED564706E43}"/>
          </ac:grpSpMkLst>
        </pc:grpChg>
        <pc:grpChg chg="del">
          <ac:chgData name="(20102772) Malgorzata Victor" userId="7fb174c8-8e8e-4f34-9d71-e72d03f937b6" providerId="ADAL" clId="{BFEEA2DA-0537-4515-AD30-0C62517D2A04}" dt="2025-11-30T01:19:30.637" v="3958" actId="478"/>
          <ac:grpSpMkLst>
            <pc:docMk/>
            <pc:sldMk cId="4185164705" sldId="316"/>
            <ac:grpSpMk id="45" creationId="{ABF889AE-ACE4-2732-8143-95D7DC795DF0}"/>
          </ac:grpSpMkLst>
        </pc:grpChg>
        <pc:grpChg chg="mod">
          <ac:chgData name="(20102772) Malgorzata Victor" userId="7fb174c8-8e8e-4f34-9d71-e72d03f937b6" providerId="ADAL" clId="{BFEEA2DA-0537-4515-AD30-0C62517D2A04}" dt="2025-11-30T02:08:31.726" v="4826" actId="1076"/>
          <ac:grpSpMkLst>
            <pc:docMk/>
            <pc:sldMk cId="4185164705" sldId="316"/>
            <ac:grpSpMk id="4339" creationId="{975C077D-B22F-AC5A-EAF8-DC7523CFA8A9}"/>
          </ac:grpSpMkLst>
        </pc:grpChg>
        <pc:picChg chg="add mod">
          <ac:chgData name="(20102772) Malgorzata Victor" userId="7fb174c8-8e8e-4f34-9d71-e72d03f937b6" providerId="ADAL" clId="{BFEEA2DA-0537-4515-AD30-0C62517D2A04}" dt="2025-11-30T01:19:48.952" v="3966" actId="12788"/>
          <ac:picMkLst>
            <pc:docMk/>
            <pc:sldMk cId="4185164705" sldId="316"/>
            <ac:picMk id="2" creationId="{5773046A-D261-F963-F347-3885B07A4804}"/>
          </ac:picMkLst>
        </pc:picChg>
      </pc:sldChg>
      <pc:sldChg chg="addSp delSp modSp add mod modClrScheme chgLayout">
        <pc:chgData name="(20102772) Malgorzata Victor" userId="7fb174c8-8e8e-4f34-9d71-e72d03f937b6" providerId="ADAL" clId="{BFEEA2DA-0537-4515-AD30-0C62517D2A04}" dt="2025-11-30T01:47:28.127" v="4486" actId="478"/>
        <pc:sldMkLst>
          <pc:docMk/>
          <pc:sldMk cId="1090695970" sldId="317"/>
        </pc:sldMkLst>
        <pc:spChg chg="add del mod ord">
          <ac:chgData name="(20102772) Malgorzata Victor" userId="7fb174c8-8e8e-4f34-9d71-e72d03f937b6" providerId="ADAL" clId="{BFEEA2DA-0537-4515-AD30-0C62517D2A04}" dt="2025-11-30T01:21:36.415" v="3971" actId="700"/>
          <ac:spMkLst>
            <pc:docMk/>
            <pc:sldMk cId="1090695970" sldId="317"/>
            <ac:spMk id="3" creationId="{7EEF85ED-AE8D-F540-16B4-1DDF7C44C7B9}"/>
          </ac:spMkLst>
        </pc:spChg>
        <pc:spChg chg="add del mod ord">
          <ac:chgData name="(20102772) Malgorzata Victor" userId="7fb174c8-8e8e-4f34-9d71-e72d03f937b6" providerId="ADAL" clId="{BFEEA2DA-0537-4515-AD30-0C62517D2A04}" dt="2025-11-30T01:21:36.415" v="3971" actId="700"/>
          <ac:spMkLst>
            <pc:docMk/>
            <pc:sldMk cId="1090695970" sldId="317"/>
            <ac:spMk id="4" creationId="{F5A43677-60BD-6DBB-8D1A-EC69680B3099}"/>
          </ac:spMkLst>
        </pc:spChg>
        <pc:spChg chg="add mod ord">
          <ac:chgData name="(20102772) Malgorzata Victor" userId="7fb174c8-8e8e-4f34-9d71-e72d03f937b6" providerId="ADAL" clId="{BFEEA2DA-0537-4515-AD30-0C62517D2A04}" dt="2025-11-30T01:21:30.630" v="3970" actId="700"/>
          <ac:spMkLst>
            <pc:docMk/>
            <pc:sldMk cId="1090695970" sldId="317"/>
            <ac:spMk id="5" creationId="{A4E4127C-7145-CAF3-6487-6D26A7B1032A}"/>
          </ac:spMkLst>
        </pc:spChg>
        <pc:spChg chg="add del mod ord">
          <ac:chgData name="(20102772) Malgorzata Victor" userId="7fb174c8-8e8e-4f34-9d71-e72d03f937b6" providerId="ADAL" clId="{BFEEA2DA-0537-4515-AD30-0C62517D2A04}" dt="2025-11-30T01:21:36.415" v="3971" actId="700"/>
          <ac:spMkLst>
            <pc:docMk/>
            <pc:sldMk cId="1090695970" sldId="317"/>
            <ac:spMk id="6" creationId="{36638CCC-6882-22E7-DCD1-5783A13EB0DA}"/>
          </ac:spMkLst>
        </pc:spChg>
        <pc:spChg chg="add del mod ord">
          <ac:chgData name="(20102772) Malgorzata Victor" userId="7fb174c8-8e8e-4f34-9d71-e72d03f937b6" providerId="ADAL" clId="{BFEEA2DA-0537-4515-AD30-0C62517D2A04}" dt="2025-11-30T01:21:36.415" v="3971" actId="700"/>
          <ac:spMkLst>
            <pc:docMk/>
            <pc:sldMk cId="1090695970" sldId="317"/>
            <ac:spMk id="7" creationId="{749B7768-E0CE-C237-233C-D2907FC86B07}"/>
          </ac:spMkLst>
        </pc:spChg>
        <pc:spChg chg="add del mod ord">
          <ac:chgData name="(20102772) Malgorzata Victor" userId="7fb174c8-8e8e-4f34-9d71-e72d03f937b6" providerId="ADAL" clId="{BFEEA2DA-0537-4515-AD30-0C62517D2A04}" dt="2025-11-30T01:21:36.415" v="3971" actId="700"/>
          <ac:spMkLst>
            <pc:docMk/>
            <pc:sldMk cId="1090695970" sldId="317"/>
            <ac:spMk id="8" creationId="{E32DBE22-29C9-7B96-3DE5-30D5E1C24019}"/>
          </ac:spMkLst>
        </pc:spChg>
        <pc:spChg chg="add del mod ord">
          <ac:chgData name="(20102772) Malgorzata Victor" userId="7fb174c8-8e8e-4f34-9d71-e72d03f937b6" providerId="ADAL" clId="{BFEEA2DA-0537-4515-AD30-0C62517D2A04}" dt="2025-11-30T01:21:36.415" v="3971" actId="700"/>
          <ac:spMkLst>
            <pc:docMk/>
            <pc:sldMk cId="1090695970" sldId="317"/>
            <ac:spMk id="9" creationId="{ACAA32E1-C637-A224-7ADE-06B3B9A8A2D9}"/>
          </ac:spMkLst>
        </pc:spChg>
        <pc:spChg chg="add del mod ord">
          <ac:chgData name="(20102772) Malgorzata Victor" userId="7fb174c8-8e8e-4f34-9d71-e72d03f937b6" providerId="ADAL" clId="{BFEEA2DA-0537-4515-AD30-0C62517D2A04}" dt="2025-11-30T01:21:36.415" v="3971" actId="700"/>
          <ac:spMkLst>
            <pc:docMk/>
            <pc:sldMk cId="1090695970" sldId="317"/>
            <ac:spMk id="10" creationId="{5DB1EB08-1273-6EFB-8454-B8A846FBCAE2}"/>
          </ac:spMkLst>
        </pc:spChg>
        <pc:spChg chg="add del mod ord">
          <ac:chgData name="(20102772) Malgorzata Victor" userId="7fb174c8-8e8e-4f34-9d71-e72d03f937b6" providerId="ADAL" clId="{BFEEA2DA-0537-4515-AD30-0C62517D2A04}" dt="2025-11-30T01:21:36.415" v="3971" actId="700"/>
          <ac:spMkLst>
            <pc:docMk/>
            <pc:sldMk cId="1090695970" sldId="317"/>
            <ac:spMk id="11" creationId="{B72198A3-647E-AFB2-73C0-B49A900221B6}"/>
          </ac:spMkLst>
        </pc:spChg>
        <pc:spChg chg="add del mod ord">
          <ac:chgData name="(20102772) Malgorzata Victor" userId="7fb174c8-8e8e-4f34-9d71-e72d03f937b6" providerId="ADAL" clId="{BFEEA2DA-0537-4515-AD30-0C62517D2A04}" dt="2025-11-30T01:21:36.415" v="3971" actId="700"/>
          <ac:spMkLst>
            <pc:docMk/>
            <pc:sldMk cId="1090695970" sldId="317"/>
            <ac:spMk id="12" creationId="{B5224CD7-405C-E938-F10A-E6309E076575}"/>
          </ac:spMkLst>
        </pc:spChg>
        <pc:spChg chg="add del mod ord">
          <ac:chgData name="(20102772) Malgorzata Victor" userId="7fb174c8-8e8e-4f34-9d71-e72d03f937b6" providerId="ADAL" clId="{BFEEA2DA-0537-4515-AD30-0C62517D2A04}" dt="2025-11-30T01:21:42.442" v="3972" actId="478"/>
          <ac:spMkLst>
            <pc:docMk/>
            <pc:sldMk cId="1090695970" sldId="317"/>
            <ac:spMk id="14" creationId="{03C3EEA7-3A1E-E381-E134-9B8F4CB21939}"/>
          </ac:spMkLst>
        </pc:spChg>
        <pc:spChg chg="mod">
          <ac:chgData name="(20102772) Malgorzata Victor" userId="7fb174c8-8e8e-4f34-9d71-e72d03f937b6" providerId="ADAL" clId="{BFEEA2DA-0537-4515-AD30-0C62517D2A04}" dt="2025-11-30T01:21:59.573" v="3974"/>
          <ac:spMkLst>
            <pc:docMk/>
            <pc:sldMk cId="1090695970" sldId="317"/>
            <ac:spMk id="16" creationId="{9DB6FA94-D70E-4E03-32C0-EE356C372718}"/>
          </ac:spMkLst>
        </pc:spChg>
        <pc:spChg chg="mod">
          <ac:chgData name="(20102772) Malgorzata Victor" userId="7fb174c8-8e8e-4f34-9d71-e72d03f937b6" providerId="ADAL" clId="{BFEEA2DA-0537-4515-AD30-0C62517D2A04}" dt="2025-11-30T01:21:59.573" v="3974"/>
          <ac:spMkLst>
            <pc:docMk/>
            <pc:sldMk cId="1090695970" sldId="317"/>
            <ac:spMk id="20" creationId="{168664E5-903C-A812-4281-9460B9C3A3AD}"/>
          </ac:spMkLst>
        </pc:spChg>
        <pc:spChg chg="mod">
          <ac:chgData name="(20102772) Malgorzata Victor" userId="7fb174c8-8e8e-4f34-9d71-e72d03f937b6" providerId="ADAL" clId="{BFEEA2DA-0537-4515-AD30-0C62517D2A04}" dt="2025-11-30T01:21:59.573" v="3974"/>
          <ac:spMkLst>
            <pc:docMk/>
            <pc:sldMk cId="1090695970" sldId="317"/>
            <ac:spMk id="21" creationId="{917AAB6D-3160-2E8C-03D2-363AD90F3C38}"/>
          </ac:spMkLst>
        </pc:spChg>
        <pc:spChg chg="mod">
          <ac:chgData name="(20102772) Malgorzata Victor" userId="7fb174c8-8e8e-4f34-9d71-e72d03f937b6" providerId="ADAL" clId="{BFEEA2DA-0537-4515-AD30-0C62517D2A04}" dt="2025-11-30T01:22:06.514" v="4002" actId="1036"/>
          <ac:spMkLst>
            <pc:docMk/>
            <pc:sldMk cId="1090695970" sldId="317"/>
            <ac:spMk id="22" creationId="{37738104-1C0D-697F-4B6C-847DCA7F0293}"/>
          </ac:spMkLst>
        </pc:spChg>
        <pc:spChg chg="mod">
          <ac:chgData name="(20102772) Malgorzata Victor" userId="7fb174c8-8e8e-4f34-9d71-e72d03f937b6" providerId="ADAL" clId="{BFEEA2DA-0537-4515-AD30-0C62517D2A04}" dt="2025-11-30T01:24:19.554" v="4053" actId="20577"/>
          <ac:spMkLst>
            <pc:docMk/>
            <pc:sldMk cId="1090695970" sldId="317"/>
            <ac:spMk id="25" creationId="{250513E7-C6B4-84B6-EB7A-9437865DECFD}"/>
          </ac:spMkLst>
        </pc:spChg>
        <pc:spChg chg="mod">
          <ac:chgData name="(20102772) Malgorzata Victor" userId="7fb174c8-8e8e-4f34-9d71-e72d03f937b6" providerId="ADAL" clId="{BFEEA2DA-0537-4515-AD30-0C62517D2A04}" dt="2025-11-30T01:43:01.919" v="4376" actId="20578"/>
          <ac:spMkLst>
            <pc:docMk/>
            <pc:sldMk cId="1090695970" sldId="317"/>
            <ac:spMk id="26" creationId="{8A166D34-4D0E-2960-4891-13F73C07AD21}"/>
          </ac:spMkLst>
        </pc:spChg>
        <pc:spChg chg="mod">
          <ac:chgData name="(20102772) Malgorzata Victor" userId="7fb174c8-8e8e-4f34-9d71-e72d03f937b6" providerId="ADAL" clId="{BFEEA2DA-0537-4515-AD30-0C62517D2A04}" dt="2025-11-30T01:21:59.573" v="3974"/>
          <ac:spMkLst>
            <pc:docMk/>
            <pc:sldMk cId="1090695970" sldId="317"/>
            <ac:spMk id="27" creationId="{0F2D121B-89DD-EE0B-D859-3E79888075DB}"/>
          </ac:spMkLst>
        </pc:spChg>
        <pc:spChg chg="mod">
          <ac:chgData name="(20102772) Malgorzata Victor" userId="7fb174c8-8e8e-4f34-9d71-e72d03f937b6" providerId="ADAL" clId="{BFEEA2DA-0537-4515-AD30-0C62517D2A04}" dt="2025-11-30T01:21:59.573" v="3974"/>
          <ac:spMkLst>
            <pc:docMk/>
            <pc:sldMk cId="1090695970" sldId="317"/>
            <ac:spMk id="28" creationId="{77C6AC53-1CDB-C6B1-74F3-2F9D4D34E9ED}"/>
          </ac:spMkLst>
        </pc:spChg>
        <pc:spChg chg="mod">
          <ac:chgData name="(20102772) Malgorzata Victor" userId="7fb174c8-8e8e-4f34-9d71-e72d03f937b6" providerId="ADAL" clId="{BFEEA2DA-0537-4515-AD30-0C62517D2A04}" dt="2025-11-30T01:21:59.573" v="3974"/>
          <ac:spMkLst>
            <pc:docMk/>
            <pc:sldMk cId="1090695970" sldId="317"/>
            <ac:spMk id="29" creationId="{4D8646F8-8487-59C1-9744-FDDA863D3378}"/>
          </ac:spMkLst>
        </pc:spChg>
        <pc:spChg chg="mod">
          <ac:chgData name="(20102772) Malgorzata Victor" userId="7fb174c8-8e8e-4f34-9d71-e72d03f937b6" providerId="ADAL" clId="{BFEEA2DA-0537-4515-AD30-0C62517D2A04}" dt="2025-11-30T01:21:59.573" v="3974"/>
          <ac:spMkLst>
            <pc:docMk/>
            <pc:sldMk cId="1090695970" sldId="317"/>
            <ac:spMk id="33" creationId="{FB7B40A1-61A3-CBDD-EF61-BF15F9A3EFAE}"/>
          </ac:spMkLst>
        </pc:spChg>
        <pc:spChg chg="mod">
          <ac:chgData name="(20102772) Malgorzata Victor" userId="7fb174c8-8e8e-4f34-9d71-e72d03f937b6" providerId="ADAL" clId="{BFEEA2DA-0537-4515-AD30-0C62517D2A04}" dt="2025-11-30T01:21:59.573" v="3974"/>
          <ac:spMkLst>
            <pc:docMk/>
            <pc:sldMk cId="1090695970" sldId="317"/>
            <ac:spMk id="36" creationId="{44C4442C-61AB-F4A6-A549-891C06CA1D03}"/>
          </ac:spMkLst>
        </pc:spChg>
        <pc:spChg chg="mod">
          <ac:chgData name="(20102772) Malgorzata Victor" userId="7fb174c8-8e8e-4f34-9d71-e72d03f937b6" providerId="ADAL" clId="{BFEEA2DA-0537-4515-AD30-0C62517D2A04}" dt="2025-11-30T01:21:59.573" v="3974"/>
          <ac:spMkLst>
            <pc:docMk/>
            <pc:sldMk cId="1090695970" sldId="317"/>
            <ac:spMk id="43" creationId="{FB471C0A-58F8-6079-3118-6B5FFB878533}"/>
          </ac:spMkLst>
        </pc:spChg>
        <pc:spChg chg="mod">
          <ac:chgData name="(20102772) Malgorzata Victor" userId="7fb174c8-8e8e-4f34-9d71-e72d03f937b6" providerId="ADAL" clId="{BFEEA2DA-0537-4515-AD30-0C62517D2A04}" dt="2025-11-30T01:21:59.573" v="3974"/>
          <ac:spMkLst>
            <pc:docMk/>
            <pc:sldMk cId="1090695970" sldId="317"/>
            <ac:spMk id="44" creationId="{BE77710E-C52C-D844-7C68-3AE83BF46011}"/>
          </ac:spMkLst>
        </pc:spChg>
        <pc:spChg chg="mod">
          <ac:chgData name="(20102772) Malgorzata Victor" userId="7fb174c8-8e8e-4f34-9d71-e72d03f937b6" providerId="ADAL" clId="{BFEEA2DA-0537-4515-AD30-0C62517D2A04}" dt="2025-11-30T01:23:07.601" v="4039"/>
          <ac:spMkLst>
            <pc:docMk/>
            <pc:sldMk cId="1090695970" sldId="317"/>
            <ac:spMk id="54" creationId="{EAEC43A7-FA7F-C08A-E676-A51B81DF0E38}"/>
          </ac:spMkLst>
        </pc:spChg>
        <pc:spChg chg="mod">
          <ac:chgData name="(20102772) Malgorzata Victor" userId="7fb174c8-8e8e-4f34-9d71-e72d03f937b6" providerId="ADAL" clId="{BFEEA2DA-0537-4515-AD30-0C62517D2A04}" dt="2025-11-30T01:23:07.601" v="4039"/>
          <ac:spMkLst>
            <pc:docMk/>
            <pc:sldMk cId="1090695970" sldId="317"/>
            <ac:spMk id="56" creationId="{DDFB4DEB-A634-C74F-8D77-B273831E4EB7}"/>
          </ac:spMkLst>
        </pc:spChg>
        <pc:spChg chg="mod">
          <ac:chgData name="(20102772) Malgorzata Victor" userId="7fb174c8-8e8e-4f34-9d71-e72d03f937b6" providerId="ADAL" clId="{BFEEA2DA-0537-4515-AD30-0C62517D2A04}" dt="2025-11-30T01:23:07.601" v="4039"/>
          <ac:spMkLst>
            <pc:docMk/>
            <pc:sldMk cId="1090695970" sldId="317"/>
            <ac:spMk id="58" creationId="{A4A7F3D9-10E9-F5F0-F683-C6D07EAEAEB6}"/>
          </ac:spMkLst>
        </pc:spChg>
        <pc:spChg chg="mod">
          <ac:chgData name="(20102772) Malgorzata Victor" userId="7fb174c8-8e8e-4f34-9d71-e72d03f937b6" providerId="ADAL" clId="{BFEEA2DA-0537-4515-AD30-0C62517D2A04}" dt="2025-11-30T01:23:07.601" v="4039"/>
          <ac:spMkLst>
            <pc:docMk/>
            <pc:sldMk cId="1090695970" sldId="317"/>
            <ac:spMk id="60" creationId="{B5FCB501-2472-4BAE-5DBB-59EC8C0D426D}"/>
          </ac:spMkLst>
        </pc:spChg>
        <pc:spChg chg="add del mod topLvl">
          <ac:chgData name="(20102772) Malgorzata Victor" userId="7fb174c8-8e8e-4f34-9d71-e72d03f937b6" providerId="ADAL" clId="{BFEEA2DA-0537-4515-AD30-0C62517D2A04}" dt="2025-11-30T01:39:03.477" v="4308" actId="478"/>
          <ac:spMkLst>
            <pc:docMk/>
            <pc:sldMk cId="1090695970" sldId="317"/>
            <ac:spMk id="4288" creationId="{D7C80386-7443-6251-1C09-5FBC40F3C9BE}"/>
          </ac:spMkLst>
        </pc:spChg>
        <pc:spChg chg="add del mod">
          <ac:chgData name="(20102772) Malgorzata Victor" userId="7fb174c8-8e8e-4f34-9d71-e72d03f937b6" providerId="ADAL" clId="{BFEEA2DA-0537-4515-AD30-0C62517D2A04}" dt="2025-11-30T01:35:23.541" v="4253" actId="478"/>
          <ac:spMkLst>
            <pc:docMk/>
            <pc:sldMk cId="1090695970" sldId="317"/>
            <ac:spMk id="4289" creationId="{F138C194-EED2-FD8A-3196-220E84939E12}"/>
          </ac:spMkLst>
        </pc:spChg>
        <pc:spChg chg="add del mod ord">
          <ac:chgData name="(20102772) Malgorzata Victor" userId="7fb174c8-8e8e-4f34-9d71-e72d03f937b6" providerId="ADAL" clId="{BFEEA2DA-0537-4515-AD30-0C62517D2A04}" dt="2025-11-30T01:35:58.632" v="4259" actId="700"/>
          <ac:spMkLst>
            <pc:docMk/>
            <pc:sldMk cId="1090695970" sldId="317"/>
            <ac:spMk id="4290" creationId="{69BB04A8-A78B-C3CC-A165-7558D91E0EAA}"/>
          </ac:spMkLst>
        </pc:spChg>
        <pc:spChg chg="add del mod ord">
          <ac:chgData name="(20102772) Malgorzata Victor" userId="7fb174c8-8e8e-4f34-9d71-e72d03f937b6" providerId="ADAL" clId="{BFEEA2DA-0537-4515-AD30-0C62517D2A04}" dt="2025-11-30T01:41:57.047" v="4364" actId="478"/>
          <ac:spMkLst>
            <pc:docMk/>
            <pc:sldMk cId="1090695970" sldId="317"/>
            <ac:spMk id="4294" creationId="{A9E00070-47EA-A250-EB78-668CD0675C57}"/>
          </ac:spMkLst>
        </pc:spChg>
        <pc:spChg chg="add del mod ord">
          <ac:chgData name="(20102772) Malgorzata Victor" userId="7fb174c8-8e8e-4f34-9d71-e72d03f937b6" providerId="ADAL" clId="{BFEEA2DA-0537-4515-AD30-0C62517D2A04}" dt="2025-11-30T01:43:50.656" v="4392" actId="478"/>
          <ac:spMkLst>
            <pc:docMk/>
            <pc:sldMk cId="1090695970" sldId="317"/>
            <ac:spMk id="4295" creationId="{2F1A06C3-9A39-2C18-2354-2353075E1871}"/>
          </ac:spMkLst>
        </pc:spChg>
        <pc:spChg chg="mod">
          <ac:chgData name="(20102772) Malgorzata Victor" userId="7fb174c8-8e8e-4f34-9d71-e72d03f937b6" providerId="ADAL" clId="{BFEEA2DA-0537-4515-AD30-0C62517D2A04}" dt="2025-11-30T01:23:07.601" v="4039"/>
          <ac:spMkLst>
            <pc:docMk/>
            <pc:sldMk cId="1090695970" sldId="317"/>
            <ac:spMk id="4579" creationId="{58DE9293-8DE1-DE58-77B1-3E6DB5D42958}"/>
          </ac:spMkLst>
        </pc:spChg>
        <pc:spChg chg="mod">
          <ac:chgData name="(20102772) Malgorzata Victor" userId="7fb174c8-8e8e-4f34-9d71-e72d03f937b6" providerId="ADAL" clId="{BFEEA2DA-0537-4515-AD30-0C62517D2A04}" dt="2025-11-30T01:23:07.601" v="4039"/>
          <ac:spMkLst>
            <pc:docMk/>
            <pc:sldMk cId="1090695970" sldId="317"/>
            <ac:spMk id="4581" creationId="{8F02E584-835F-E26A-68EA-45A57114B246}"/>
          </ac:spMkLst>
        </pc:spChg>
        <pc:spChg chg="mod">
          <ac:chgData name="(20102772) Malgorzata Victor" userId="7fb174c8-8e8e-4f34-9d71-e72d03f937b6" providerId="ADAL" clId="{BFEEA2DA-0537-4515-AD30-0C62517D2A04}" dt="2025-11-30T01:23:07.601" v="4039"/>
          <ac:spMkLst>
            <pc:docMk/>
            <pc:sldMk cId="1090695970" sldId="317"/>
            <ac:spMk id="4583" creationId="{ADF4AC88-0C6E-BC0E-DF43-48C31D2595E9}"/>
          </ac:spMkLst>
        </pc:spChg>
        <pc:spChg chg="mod">
          <ac:chgData name="(20102772) Malgorzata Victor" userId="7fb174c8-8e8e-4f34-9d71-e72d03f937b6" providerId="ADAL" clId="{BFEEA2DA-0537-4515-AD30-0C62517D2A04}" dt="2025-11-30T01:23:07.601" v="4039"/>
          <ac:spMkLst>
            <pc:docMk/>
            <pc:sldMk cId="1090695970" sldId="317"/>
            <ac:spMk id="4586" creationId="{E2B8C54B-8E8C-9074-EA53-7E669596CD16}"/>
          </ac:spMkLst>
        </pc:spChg>
        <pc:spChg chg="mod">
          <ac:chgData name="(20102772) Malgorzata Victor" userId="7fb174c8-8e8e-4f34-9d71-e72d03f937b6" providerId="ADAL" clId="{BFEEA2DA-0537-4515-AD30-0C62517D2A04}" dt="2025-11-30T01:23:07.601" v="4039"/>
          <ac:spMkLst>
            <pc:docMk/>
            <pc:sldMk cId="1090695970" sldId="317"/>
            <ac:spMk id="4587" creationId="{FE256BBB-6E18-6465-94FE-6C03430894EB}"/>
          </ac:spMkLst>
        </pc:spChg>
        <pc:spChg chg="mod">
          <ac:chgData name="(20102772) Malgorzata Victor" userId="7fb174c8-8e8e-4f34-9d71-e72d03f937b6" providerId="ADAL" clId="{BFEEA2DA-0537-4515-AD30-0C62517D2A04}" dt="2025-11-30T01:23:07.601" v="4039"/>
          <ac:spMkLst>
            <pc:docMk/>
            <pc:sldMk cId="1090695970" sldId="317"/>
            <ac:spMk id="4592" creationId="{43F6BBCD-5BCA-F0E9-F59F-2816E709223B}"/>
          </ac:spMkLst>
        </pc:spChg>
        <pc:spChg chg="add del mod topLvl">
          <ac:chgData name="(20102772) Malgorzata Victor" userId="7fb174c8-8e8e-4f34-9d71-e72d03f937b6" providerId="ADAL" clId="{BFEEA2DA-0537-4515-AD30-0C62517D2A04}" dt="2025-11-30T01:39:05.521" v="4309" actId="478"/>
          <ac:spMkLst>
            <pc:docMk/>
            <pc:sldMk cId="1090695970" sldId="317"/>
            <ac:spMk id="4595" creationId="{48BA731B-25DB-0ED1-244A-532474683627}"/>
          </ac:spMkLst>
        </pc:spChg>
        <pc:spChg chg="add del mod">
          <ac:chgData name="(20102772) Malgorzata Victor" userId="7fb174c8-8e8e-4f34-9d71-e72d03f937b6" providerId="ADAL" clId="{BFEEA2DA-0537-4515-AD30-0C62517D2A04}" dt="2025-11-30T01:32:59.834" v="4209" actId="478"/>
          <ac:spMkLst>
            <pc:docMk/>
            <pc:sldMk cId="1090695970" sldId="317"/>
            <ac:spMk id="4596" creationId="{12C9860A-0354-496E-A22A-8EAEDB51B8BF}"/>
          </ac:spMkLst>
        </pc:spChg>
        <pc:spChg chg="add del mod">
          <ac:chgData name="(20102772) Malgorzata Victor" userId="7fb174c8-8e8e-4f34-9d71-e72d03f937b6" providerId="ADAL" clId="{BFEEA2DA-0537-4515-AD30-0C62517D2A04}" dt="2025-11-30T01:33:02.170" v="4211" actId="478"/>
          <ac:spMkLst>
            <pc:docMk/>
            <pc:sldMk cId="1090695970" sldId="317"/>
            <ac:spMk id="4597" creationId="{657E822E-ADF0-7BFD-628A-46EC5DD75B6F}"/>
          </ac:spMkLst>
        </pc:spChg>
        <pc:spChg chg="add del mod topLvl">
          <ac:chgData name="(20102772) Malgorzata Victor" userId="7fb174c8-8e8e-4f34-9d71-e72d03f937b6" providerId="ADAL" clId="{BFEEA2DA-0537-4515-AD30-0C62517D2A04}" dt="2025-11-30T01:39:03.477" v="4308" actId="478"/>
          <ac:spMkLst>
            <pc:docMk/>
            <pc:sldMk cId="1090695970" sldId="317"/>
            <ac:spMk id="4598" creationId="{16C3AA2F-1AC0-0901-F001-95603BE046C5}"/>
          </ac:spMkLst>
        </pc:spChg>
        <pc:spChg chg="add del mod">
          <ac:chgData name="(20102772) Malgorzata Victor" userId="7fb174c8-8e8e-4f34-9d71-e72d03f937b6" providerId="ADAL" clId="{BFEEA2DA-0537-4515-AD30-0C62517D2A04}" dt="2025-11-30T01:33:04.242" v="4213" actId="478"/>
          <ac:spMkLst>
            <pc:docMk/>
            <pc:sldMk cId="1090695970" sldId="317"/>
            <ac:spMk id="4599" creationId="{C0B36C86-B8D9-DE41-E455-70D6DF76F6D2}"/>
          </ac:spMkLst>
        </pc:spChg>
        <pc:spChg chg="add del mod">
          <ac:chgData name="(20102772) Malgorzata Victor" userId="7fb174c8-8e8e-4f34-9d71-e72d03f937b6" providerId="ADAL" clId="{BFEEA2DA-0537-4515-AD30-0C62517D2A04}" dt="2025-11-30T01:33:03.259" v="4212" actId="478"/>
          <ac:spMkLst>
            <pc:docMk/>
            <pc:sldMk cId="1090695970" sldId="317"/>
            <ac:spMk id="4600" creationId="{48EA21F3-12EC-85D6-8E1A-2650D79F421C}"/>
          </ac:spMkLst>
        </pc:spChg>
        <pc:spChg chg="add del mod">
          <ac:chgData name="(20102772) Malgorzata Victor" userId="7fb174c8-8e8e-4f34-9d71-e72d03f937b6" providerId="ADAL" clId="{BFEEA2DA-0537-4515-AD30-0C62517D2A04}" dt="2025-11-30T01:35:02.296" v="4244" actId="478"/>
          <ac:spMkLst>
            <pc:docMk/>
            <pc:sldMk cId="1090695970" sldId="317"/>
            <ac:spMk id="4601" creationId="{0A72C245-3D11-D62F-4E81-84372F84DEA7}"/>
          </ac:spMkLst>
        </pc:spChg>
        <pc:spChg chg="add del mod">
          <ac:chgData name="(20102772) Malgorzata Victor" userId="7fb174c8-8e8e-4f34-9d71-e72d03f937b6" providerId="ADAL" clId="{BFEEA2DA-0537-4515-AD30-0C62517D2A04}" dt="2025-11-30T01:32:59.834" v="4209" actId="478"/>
          <ac:spMkLst>
            <pc:docMk/>
            <pc:sldMk cId="1090695970" sldId="317"/>
            <ac:spMk id="4602" creationId="{06A002B6-883A-F2B1-80AB-9366E0A1CC2F}"/>
          </ac:spMkLst>
        </pc:spChg>
        <pc:spChg chg="add del mod">
          <ac:chgData name="(20102772) Malgorzata Victor" userId="7fb174c8-8e8e-4f34-9d71-e72d03f937b6" providerId="ADAL" clId="{BFEEA2DA-0537-4515-AD30-0C62517D2A04}" dt="2025-11-30T01:33:01.631" v="4210" actId="478"/>
          <ac:spMkLst>
            <pc:docMk/>
            <pc:sldMk cId="1090695970" sldId="317"/>
            <ac:spMk id="4603" creationId="{C868A132-D8D4-C725-503F-1C2B0A3EF5AE}"/>
          </ac:spMkLst>
        </pc:spChg>
        <pc:spChg chg="add del mod topLvl">
          <ac:chgData name="(20102772) Malgorzata Victor" userId="7fb174c8-8e8e-4f34-9d71-e72d03f937b6" providerId="ADAL" clId="{BFEEA2DA-0537-4515-AD30-0C62517D2A04}" dt="2025-11-30T01:39:05.521" v="4309" actId="478"/>
          <ac:spMkLst>
            <pc:docMk/>
            <pc:sldMk cId="1090695970" sldId="317"/>
            <ac:spMk id="4604" creationId="{72FFDBB9-246E-69C6-24D1-C0F0FA10607D}"/>
          </ac:spMkLst>
        </pc:spChg>
        <pc:spChg chg="add del mod topLvl">
          <ac:chgData name="(20102772) Malgorzata Victor" userId="7fb174c8-8e8e-4f34-9d71-e72d03f937b6" providerId="ADAL" clId="{BFEEA2DA-0537-4515-AD30-0C62517D2A04}" dt="2025-11-30T01:39:03.477" v="4308" actId="478"/>
          <ac:spMkLst>
            <pc:docMk/>
            <pc:sldMk cId="1090695970" sldId="317"/>
            <ac:spMk id="4605" creationId="{253AF771-7C2B-9DB3-DFAB-03ABD7140FAF}"/>
          </ac:spMkLst>
        </pc:spChg>
        <pc:spChg chg="add del mod">
          <ac:chgData name="(20102772) Malgorzata Victor" userId="7fb174c8-8e8e-4f34-9d71-e72d03f937b6" providerId="ADAL" clId="{BFEEA2DA-0537-4515-AD30-0C62517D2A04}" dt="2025-11-30T01:35:10.654" v="4246" actId="478"/>
          <ac:spMkLst>
            <pc:docMk/>
            <pc:sldMk cId="1090695970" sldId="317"/>
            <ac:spMk id="4606" creationId="{23D60032-52A8-1A6D-75C0-6024E27D4A90}"/>
          </ac:spMkLst>
        </pc:spChg>
        <pc:spChg chg="add del mod topLvl">
          <ac:chgData name="(20102772) Malgorzata Victor" userId="7fb174c8-8e8e-4f34-9d71-e72d03f937b6" providerId="ADAL" clId="{BFEEA2DA-0537-4515-AD30-0C62517D2A04}" dt="2025-11-30T01:39:03.477" v="4308" actId="478"/>
          <ac:spMkLst>
            <pc:docMk/>
            <pc:sldMk cId="1090695970" sldId="317"/>
            <ac:spMk id="4607" creationId="{33BE63FD-C352-624C-4ED4-6193251684C8}"/>
          </ac:spMkLst>
        </pc:spChg>
        <pc:spChg chg="mod">
          <ac:chgData name="(20102772) Malgorzata Victor" userId="7fb174c8-8e8e-4f34-9d71-e72d03f937b6" providerId="ADAL" clId="{BFEEA2DA-0537-4515-AD30-0C62517D2A04}" dt="2025-11-30T01:45:49.016" v="4428"/>
          <ac:spMkLst>
            <pc:docMk/>
            <pc:sldMk cId="1090695970" sldId="317"/>
            <ac:spMk id="4645" creationId="{16E0E344-2810-3355-A950-36C1AD63C6DB}"/>
          </ac:spMkLst>
        </pc:spChg>
        <pc:spChg chg="mod">
          <ac:chgData name="(20102772) Malgorzata Victor" userId="7fb174c8-8e8e-4f34-9d71-e72d03f937b6" providerId="ADAL" clId="{BFEEA2DA-0537-4515-AD30-0C62517D2A04}" dt="2025-11-30T01:45:49.016" v="4428"/>
          <ac:spMkLst>
            <pc:docMk/>
            <pc:sldMk cId="1090695970" sldId="317"/>
            <ac:spMk id="4653" creationId="{63565D6E-655D-8D3C-9D6B-433740A4E989}"/>
          </ac:spMkLst>
        </pc:spChg>
        <pc:spChg chg="mod">
          <ac:chgData name="(20102772) Malgorzata Victor" userId="7fb174c8-8e8e-4f34-9d71-e72d03f937b6" providerId="ADAL" clId="{BFEEA2DA-0537-4515-AD30-0C62517D2A04}" dt="2025-11-30T01:45:49.016" v="4428"/>
          <ac:spMkLst>
            <pc:docMk/>
            <pc:sldMk cId="1090695970" sldId="317"/>
            <ac:spMk id="4656" creationId="{C2BB387A-5A01-98FB-7F83-DA4A0B31F186}"/>
          </ac:spMkLst>
        </pc:spChg>
        <pc:spChg chg="mod">
          <ac:chgData name="(20102772) Malgorzata Victor" userId="7fb174c8-8e8e-4f34-9d71-e72d03f937b6" providerId="ADAL" clId="{BFEEA2DA-0537-4515-AD30-0C62517D2A04}" dt="2025-11-30T01:45:49.016" v="4428"/>
          <ac:spMkLst>
            <pc:docMk/>
            <pc:sldMk cId="1090695970" sldId="317"/>
            <ac:spMk id="4659" creationId="{1E2E1FB0-095D-85CE-5F5C-A7CDE690150F}"/>
          </ac:spMkLst>
        </pc:spChg>
        <pc:spChg chg="mod">
          <ac:chgData name="(20102772) Malgorzata Victor" userId="7fb174c8-8e8e-4f34-9d71-e72d03f937b6" providerId="ADAL" clId="{BFEEA2DA-0537-4515-AD30-0C62517D2A04}" dt="2025-11-30T01:45:49.016" v="4428"/>
          <ac:spMkLst>
            <pc:docMk/>
            <pc:sldMk cId="1090695970" sldId="317"/>
            <ac:spMk id="4675" creationId="{910F0ADF-71F9-3C54-6DFF-08BEEE6D3524}"/>
          </ac:spMkLst>
        </pc:spChg>
        <pc:spChg chg="mod">
          <ac:chgData name="(20102772) Malgorzata Victor" userId="7fb174c8-8e8e-4f34-9d71-e72d03f937b6" providerId="ADAL" clId="{BFEEA2DA-0537-4515-AD30-0C62517D2A04}" dt="2025-11-30T01:45:49.016" v="4428"/>
          <ac:spMkLst>
            <pc:docMk/>
            <pc:sldMk cId="1090695970" sldId="317"/>
            <ac:spMk id="4689" creationId="{080DCEAF-33F5-0AA3-6A3D-8AC831CB779D}"/>
          </ac:spMkLst>
        </pc:spChg>
        <pc:spChg chg="mod">
          <ac:chgData name="(20102772) Malgorzata Victor" userId="7fb174c8-8e8e-4f34-9d71-e72d03f937b6" providerId="ADAL" clId="{BFEEA2DA-0537-4515-AD30-0C62517D2A04}" dt="2025-11-30T01:45:49.016" v="4428"/>
          <ac:spMkLst>
            <pc:docMk/>
            <pc:sldMk cId="1090695970" sldId="317"/>
            <ac:spMk id="4713" creationId="{147929B4-B742-50C6-051F-CCD312885B57}"/>
          </ac:spMkLst>
        </pc:spChg>
        <pc:spChg chg="mod">
          <ac:chgData name="(20102772) Malgorzata Victor" userId="7fb174c8-8e8e-4f34-9d71-e72d03f937b6" providerId="ADAL" clId="{BFEEA2DA-0537-4515-AD30-0C62517D2A04}" dt="2025-11-30T01:45:49.016" v="4428"/>
          <ac:spMkLst>
            <pc:docMk/>
            <pc:sldMk cId="1090695970" sldId="317"/>
            <ac:spMk id="4728" creationId="{AAFD099E-B641-0A1E-3E09-BB25BFDF523B}"/>
          </ac:spMkLst>
        </pc:spChg>
        <pc:spChg chg="mod">
          <ac:chgData name="(20102772) Malgorzata Victor" userId="7fb174c8-8e8e-4f34-9d71-e72d03f937b6" providerId="ADAL" clId="{BFEEA2DA-0537-4515-AD30-0C62517D2A04}" dt="2025-11-30T01:45:49.016" v="4428"/>
          <ac:spMkLst>
            <pc:docMk/>
            <pc:sldMk cId="1090695970" sldId="317"/>
            <ac:spMk id="4744" creationId="{7ACA7711-0FCD-E495-F28F-4E10AAFE0114}"/>
          </ac:spMkLst>
        </pc:spChg>
        <pc:spChg chg="mod">
          <ac:chgData name="(20102772) Malgorzata Victor" userId="7fb174c8-8e8e-4f34-9d71-e72d03f937b6" providerId="ADAL" clId="{BFEEA2DA-0537-4515-AD30-0C62517D2A04}" dt="2025-11-30T01:45:49.016" v="4428"/>
          <ac:spMkLst>
            <pc:docMk/>
            <pc:sldMk cId="1090695970" sldId="317"/>
            <ac:spMk id="4777" creationId="{E33B1342-35B9-5F19-DD80-007C1F13242E}"/>
          </ac:spMkLst>
        </pc:spChg>
        <pc:spChg chg="add del mod">
          <ac:chgData name="(20102772) Malgorzata Victor" userId="7fb174c8-8e8e-4f34-9d71-e72d03f937b6" providerId="ADAL" clId="{BFEEA2DA-0537-4515-AD30-0C62517D2A04}" dt="2025-11-30T01:47:07.307" v="4480" actId="478"/>
          <ac:spMkLst>
            <pc:docMk/>
            <pc:sldMk cId="1090695970" sldId="317"/>
            <ac:spMk id="4798" creationId="{CBCFB0EA-64CC-E500-132A-1A318A5A1470}"/>
          </ac:spMkLst>
        </pc:spChg>
        <pc:spChg chg="mod">
          <ac:chgData name="(20102772) Malgorzata Victor" userId="7fb174c8-8e8e-4f34-9d71-e72d03f937b6" providerId="ADAL" clId="{BFEEA2DA-0537-4515-AD30-0C62517D2A04}" dt="2025-11-30T01:47:23.757" v="4485"/>
          <ac:spMkLst>
            <pc:docMk/>
            <pc:sldMk cId="1090695970" sldId="317"/>
            <ac:spMk id="4801" creationId="{85963DE5-3177-F25F-B39E-093CA3012E0C}"/>
          </ac:spMkLst>
        </pc:spChg>
        <pc:spChg chg="mod">
          <ac:chgData name="(20102772) Malgorzata Victor" userId="7fb174c8-8e8e-4f34-9d71-e72d03f937b6" providerId="ADAL" clId="{BFEEA2DA-0537-4515-AD30-0C62517D2A04}" dt="2025-11-30T01:47:23.757" v="4485"/>
          <ac:spMkLst>
            <pc:docMk/>
            <pc:sldMk cId="1090695970" sldId="317"/>
            <ac:spMk id="4804" creationId="{F1101D02-111A-0B96-EF52-024B4A58D4D4}"/>
          </ac:spMkLst>
        </pc:spChg>
        <pc:spChg chg="mod">
          <ac:chgData name="(20102772) Malgorzata Victor" userId="7fb174c8-8e8e-4f34-9d71-e72d03f937b6" providerId="ADAL" clId="{BFEEA2DA-0537-4515-AD30-0C62517D2A04}" dt="2025-11-30T01:47:23.757" v="4485"/>
          <ac:spMkLst>
            <pc:docMk/>
            <pc:sldMk cId="1090695970" sldId="317"/>
            <ac:spMk id="4808" creationId="{6A5C1093-D54B-FA11-E48B-B4FA0B5782C7}"/>
          </ac:spMkLst>
        </pc:spChg>
        <pc:spChg chg="mod">
          <ac:chgData name="(20102772) Malgorzata Victor" userId="7fb174c8-8e8e-4f34-9d71-e72d03f937b6" providerId="ADAL" clId="{BFEEA2DA-0537-4515-AD30-0C62517D2A04}" dt="2025-11-30T01:47:23.757" v="4485"/>
          <ac:spMkLst>
            <pc:docMk/>
            <pc:sldMk cId="1090695970" sldId="317"/>
            <ac:spMk id="4810" creationId="{30EA1B79-7946-0BE4-614F-CC0472E13760}"/>
          </ac:spMkLst>
        </pc:spChg>
        <pc:spChg chg="mod">
          <ac:chgData name="(20102772) Malgorzata Victor" userId="7fb174c8-8e8e-4f34-9d71-e72d03f937b6" providerId="ADAL" clId="{BFEEA2DA-0537-4515-AD30-0C62517D2A04}" dt="2025-11-30T01:47:23.757" v="4485"/>
          <ac:spMkLst>
            <pc:docMk/>
            <pc:sldMk cId="1090695970" sldId="317"/>
            <ac:spMk id="4812" creationId="{F68CDFCA-83B7-0FD3-08E3-3C64487BDE88}"/>
          </ac:spMkLst>
        </pc:spChg>
        <pc:spChg chg="mod">
          <ac:chgData name="(20102772) Malgorzata Victor" userId="7fb174c8-8e8e-4f34-9d71-e72d03f937b6" providerId="ADAL" clId="{BFEEA2DA-0537-4515-AD30-0C62517D2A04}" dt="2025-11-30T01:47:23.757" v="4485"/>
          <ac:spMkLst>
            <pc:docMk/>
            <pc:sldMk cId="1090695970" sldId="317"/>
            <ac:spMk id="4815" creationId="{56F596F1-C1F5-306D-DC0C-4F62E3256723}"/>
          </ac:spMkLst>
        </pc:spChg>
        <pc:spChg chg="mod">
          <ac:chgData name="(20102772) Malgorzata Victor" userId="7fb174c8-8e8e-4f34-9d71-e72d03f937b6" providerId="ADAL" clId="{BFEEA2DA-0537-4515-AD30-0C62517D2A04}" dt="2025-11-30T01:47:23.757" v="4485"/>
          <ac:spMkLst>
            <pc:docMk/>
            <pc:sldMk cId="1090695970" sldId="317"/>
            <ac:spMk id="4820" creationId="{3E4CD853-FC65-4AAF-5F4D-876132BBEC6C}"/>
          </ac:spMkLst>
        </pc:spChg>
        <pc:spChg chg="mod">
          <ac:chgData name="(20102772) Malgorzata Victor" userId="7fb174c8-8e8e-4f34-9d71-e72d03f937b6" providerId="ADAL" clId="{BFEEA2DA-0537-4515-AD30-0C62517D2A04}" dt="2025-11-30T01:47:23.757" v="4485"/>
          <ac:spMkLst>
            <pc:docMk/>
            <pc:sldMk cId="1090695970" sldId="317"/>
            <ac:spMk id="4825" creationId="{22B66E7A-145E-03EE-20B3-EC1727FBE08B}"/>
          </ac:spMkLst>
        </pc:spChg>
        <pc:spChg chg="mod">
          <ac:chgData name="(20102772) Malgorzata Victor" userId="7fb174c8-8e8e-4f34-9d71-e72d03f937b6" providerId="ADAL" clId="{BFEEA2DA-0537-4515-AD30-0C62517D2A04}" dt="2025-11-30T01:47:23.757" v="4485"/>
          <ac:spMkLst>
            <pc:docMk/>
            <pc:sldMk cId="1090695970" sldId="317"/>
            <ac:spMk id="4826" creationId="{74A61709-03DC-6CD4-FF06-7C3381EE640D}"/>
          </ac:spMkLst>
        </pc:spChg>
        <pc:spChg chg="mod">
          <ac:chgData name="(20102772) Malgorzata Victor" userId="7fb174c8-8e8e-4f34-9d71-e72d03f937b6" providerId="ADAL" clId="{BFEEA2DA-0537-4515-AD30-0C62517D2A04}" dt="2025-11-30T01:47:23.757" v="4485"/>
          <ac:spMkLst>
            <pc:docMk/>
            <pc:sldMk cId="1090695970" sldId="317"/>
            <ac:spMk id="4829" creationId="{B942F938-0868-A7D6-CC6A-E1BD29D8AA52}"/>
          </ac:spMkLst>
        </pc:spChg>
        <pc:grpChg chg="del mod">
          <ac:chgData name="(20102772) Malgorzata Victor" userId="7fb174c8-8e8e-4f34-9d71-e72d03f937b6" providerId="ADAL" clId="{BFEEA2DA-0537-4515-AD30-0C62517D2A04}" dt="2025-11-30T01:23:09.387" v="4040" actId="478"/>
          <ac:grpSpMkLst>
            <pc:docMk/>
            <pc:sldMk cId="1090695970" sldId="317"/>
            <ac:grpSpMk id="15" creationId="{C8D95882-730F-B867-F151-C49A02AD93B4}"/>
          </ac:grpSpMkLst>
        </pc:grpChg>
        <pc:grpChg chg="del mod">
          <ac:chgData name="(20102772) Malgorzata Victor" userId="7fb174c8-8e8e-4f34-9d71-e72d03f937b6" providerId="ADAL" clId="{BFEEA2DA-0537-4515-AD30-0C62517D2A04}" dt="2025-11-30T01:47:28.127" v="4486" actId="478"/>
          <ac:grpSpMkLst>
            <pc:docMk/>
            <pc:sldMk cId="1090695970" sldId="317"/>
            <ac:grpSpMk id="52" creationId="{620B5069-CC76-9B23-6995-B41941AD1B95}"/>
          </ac:grpSpMkLst>
        </pc:grpChg>
        <pc:grpChg chg="add del mod">
          <ac:chgData name="(20102772) Malgorzata Victor" userId="7fb174c8-8e8e-4f34-9d71-e72d03f937b6" providerId="ADAL" clId="{BFEEA2DA-0537-4515-AD30-0C62517D2A04}" dt="2025-11-30T01:37:02.118" v="4277" actId="165"/>
          <ac:grpSpMkLst>
            <pc:docMk/>
            <pc:sldMk cId="1090695970" sldId="317"/>
            <ac:grpSpMk id="4291" creationId="{87FDC65D-D74A-1B98-7CFD-919270594343}"/>
          </ac:grpSpMkLst>
        </pc:grpChg>
        <pc:grpChg chg="del">
          <ac:chgData name="(20102772) Malgorzata Victor" userId="7fb174c8-8e8e-4f34-9d71-e72d03f937b6" providerId="ADAL" clId="{BFEEA2DA-0537-4515-AD30-0C62517D2A04}" dt="2025-11-30T01:45:50.202" v="4429" actId="478"/>
          <ac:grpSpMkLst>
            <pc:docMk/>
            <pc:sldMk cId="1090695970" sldId="317"/>
            <ac:grpSpMk id="4296" creationId="{FFA1206C-03CC-7339-A91C-DB3E5D48FFCC}"/>
          </ac:grpSpMkLst>
        </pc:grpChg>
        <pc:grpChg chg="mod">
          <ac:chgData name="(20102772) Malgorzata Victor" userId="7fb174c8-8e8e-4f34-9d71-e72d03f937b6" providerId="ADAL" clId="{BFEEA2DA-0537-4515-AD30-0C62517D2A04}" dt="2025-11-30T01:22:29.531" v="4036" actId="1076"/>
          <ac:grpSpMkLst>
            <pc:docMk/>
            <pc:sldMk cId="1090695970" sldId="317"/>
            <ac:grpSpMk id="4339" creationId="{E34C7043-EF51-AA02-AE13-942E894D78C8}"/>
          </ac:grpSpMkLst>
        </pc:grpChg>
        <pc:graphicFrameChg chg="add del mod modGraphic">
          <ac:chgData name="(20102772) Malgorzata Victor" userId="7fb174c8-8e8e-4f34-9d71-e72d03f937b6" providerId="ADAL" clId="{BFEEA2DA-0537-4515-AD30-0C62517D2A04}" dt="2025-11-30T01:40:18.849" v="4324" actId="478"/>
          <ac:graphicFrameMkLst>
            <pc:docMk/>
            <pc:sldMk cId="1090695970" sldId="317"/>
            <ac:graphicFrameMk id="4292" creationId="{E4EA1976-F8E7-79F8-CD29-F87FB730AC0C}"/>
          </ac:graphicFrameMkLst>
        </pc:graphicFrameChg>
        <pc:graphicFrameChg chg="add mod modGraphic">
          <ac:chgData name="(20102772) Malgorzata Victor" userId="7fb174c8-8e8e-4f34-9d71-e72d03f937b6" providerId="ADAL" clId="{BFEEA2DA-0537-4515-AD30-0C62517D2A04}" dt="2025-11-30T01:43:57.832" v="4405" actId="1035"/>
          <ac:graphicFrameMkLst>
            <pc:docMk/>
            <pc:sldMk cId="1090695970" sldId="317"/>
            <ac:graphicFrameMk id="4293" creationId="{64F3ABD4-A573-6042-4C71-A8DE1A004440}"/>
          </ac:graphicFrameMkLst>
        </pc:graphicFrameChg>
        <pc:picChg chg="del">
          <ac:chgData name="(20102772) Malgorzata Victor" userId="7fb174c8-8e8e-4f34-9d71-e72d03f937b6" providerId="ADAL" clId="{BFEEA2DA-0537-4515-AD30-0C62517D2A04}" dt="2025-11-30T01:21:43.713" v="3973" actId="478"/>
          <ac:picMkLst>
            <pc:docMk/>
            <pc:sldMk cId="1090695970" sldId="317"/>
            <ac:picMk id="2" creationId="{2AFF3A41-35BD-4950-4FA4-002E56E69580}"/>
          </ac:picMkLst>
        </pc:picChg>
      </pc:sldChg>
      <pc:sldMasterChg chg="delSldLayout">
        <pc:chgData name="(20102772) Malgorzata Victor" userId="7fb174c8-8e8e-4f34-9d71-e72d03f937b6" providerId="ADAL" clId="{BFEEA2DA-0537-4515-AD30-0C62517D2A04}" dt="2025-11-30T02:01:35.350" v="4730" actId="2696"/>
        <pc:sldMasterMkLst>
          <pc:docMk/>
          <pc:sldMasterMk cId="0" sldId="2147483683"/>
        </pc:sldMasterMkLst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51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53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54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55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56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57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59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60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61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63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64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65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66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68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69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70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72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73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74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75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3"/>
            <pc:sldLayoutMk cId="0" sldId="2147483676"/>
          </pc:sldLayoutMkLst>
        </pc:sldLayoutChg>
      </pc:sldMasterChg>
      <pc:sldMasterChg chg="del delSldLayout">
        <pc:chgData name="(20102772) Malgorzata Victor" userId="7fb174c8-8e8e-4f34-9d71-e72d03f937b6" providerId="ADAL" clId="{BFEEA2DA-0537-4515-AD30-0C62517D2A04}" dt="2025-11-30T02:01:35.350" v="4730" actId="2696"/>
        <pc:sldMasterMkLst>
          <pc:docMk/>
          <pc:sldMasterMk cId="0" sldId="2147483684"/>
        </pc:sldMasterMkLst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4"/>
            <pc:sldLayoutMk cId="0" sldId="2147483681"/>
          </pc:sldLayoutMkLst>
        </pc:sldLayoutChg>
        <pc:sldLayoutChg chg="del">
          <pc:chgData name="(20102772) Malgorzata Victor" userId="7fb174c8-8e8e-4f34-9d71-e72d03f937b6" providerId="ADAL" clId="{BFEEA2DA-0537-4515-AD30-0C62517D2A04}" dt="2025-11-30T02:01:35.350" v="4730" actId="2696"/>
          <pc:sldLayoutMkLst>
            <pc:docMk/>
            <pc:sldMasterMk cId="0" sldId="2147483684"/>
            <pc:sldLayoutMk cId="0" sldId="214748368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1" name="Google Shape;3251;g13c2bc466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2" name="Google Shape;3252;g13c2bc466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0" name="Google Shape;3540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1" name="Google Shape;3541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2" name="Google Shape;4092;g22b33fc07b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3" name="Google Shape;4093;g22b33fc07b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2">
          <a:extLst>
            <a:ext uri="{FF2B5EF4-FFF2-40B4-BE49-F238E27FC236}">
              <a16:creationId xmlns:a16="http://schemas.microsoft.com/office/drawing/2014/main" id="{0FEF99A1-3714-8EB9-CF0B-662254436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3" name="Google Shape;4333;g22b33fc07b8_0_705:notes">
            <a:extLst>
              <a:ext uri="{FF2B5EF4-FFF2-40B4-BE49-F238E27FC236}">
                <a16:creationId xmlns:a16="http://schemas.microsoft.com/office/drawing/2014/main" id="{602BA70B-0BE6-74CF-9AFA-D3B89F5DEF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4" name="Google Shape;4334;g22b33fc07b8_0_705:notes">
            <a:extLst>
              <a:ext uri="{FF2B5EF4-FFF2-40B4-BE49-F238E27FC236}">
                <a16:creationId xmlns:a16="http://schemas.microsoft.com/office/drawing/2014/main" id="{41DB827D-E571-3CF8-5385-5018219EEC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3376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2">
          <a:extLst>
            <a:ext uri="{FF2B5EF4-FFF2-40B4-BE49-F238E27FC236}">
              <a16:creationId xmlns:a16="http://schemas.microsoft.com/office/drawing/2014/main" id="{8158BF55-CF16-465D-30F6-6A361C85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3" name="Google Shape;4333;g22b33fc07b8_0_705:notes">
            <a:extLst>
              <a:ext uri="{FF2B5EF4-FFF2-40B4-BE49-F238E27FC236}">
                <a16:creationId xmlns:a16="http://schemas.microsoft.com/office/drawing/2014/main" id="{344E477F-1CCC-AE1B-7237-00D3970638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4" name="Google Shape;4334;g22b33fc07b8_0_705:notes">
            <a:extLst>
              <a:ext uri="{FF2B5EF4-FFF2-40B4-BE49-F238E27FC236}">
                <a16:creationId xmlns:a16="http://schemas.microsoft.com/office/drawing/2014/main" id="{0B3AEED0-0E6C-6816-7E1E-72579AC38E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4717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7" name="Google Shape;7797;g22b33fc07b8_0_6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8" name="Google Shape;7798;g22b33fc07b8_0_6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1" name="Google Shape;6301;g22b33fc07b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2" name="Google Shape;6302;g22b33fc07b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3" name="Google Shape;4333;g22b33fc07b8_0_7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4" name="Google Shape;4334;g22b33fc07b8_0_7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2">
          <a:extLst>
            <a:ext uri="{FF2B5EF4-FFF2-40B4-BE49-F238E27FC236}">
              <a16:creationId xmlns:a16="http://schemas.microsoft.com/office/drawing/2014/main" id="{93F580E2-B4CD-D5DE-DDDC-87C9DCB32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3" name="Google Shape;4333;g22b33fc07b8_0_705:notes">
            <a:extLst>
              <a:ext uri="{FF2B5EF4-FFF2-40B4-BE49-F238E27FC236}">
                <a16:creationId xmlns:a16="http://schemas.microsoft.com/office/drawing/2014/main" id="{F8CC5B58-3DFA-D925-A32D-2C78A4720F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4" name="Google Shape;4334;g22b33fc07b8_0_705:notes">
            <a:extLst>
              <a:ext uri="{FF2B5EF4-FFF2-40B4-BE49-F238E27FC236}">
                <a16:creationId xmlns:a16="http://schemas.microsoft.com/office/drawing/2014/main" id="{959B32E1-1C7D-E23C-F41C-D697EB5C28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0106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2">
          <a:extLst>
            <a:ext uri="{FF2B5EF4-FFF2-40B4-BE49-F238E27FC236}">
              <a16:creationId xmlns:a16="http://schemas.microsoft.com/office/drawing/2014/main" id="{80D2F040-E15F-1369-1817-617FE212F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3" name="Google Shape;4333;g22b33fc07b8_0_705:notes">
            <a:extLst>
              <a:ext uri="{FF2B5EF4-FFF2-40B4-BE49-F238E27FC236}">
                <a16:creationId xmlns:a16="http://schemas.microsoft.com/office/drawing/2014/main" id="{A6AAA2AC-C0C5-47FE-07C5-8DFD5E4516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4" name="Google Shape;4334;g22b33fc07b8_0_705:notes">
            <a:extLst>
              <a:ext uri="{FF2B5EF4-FFF2-40B4-BE49-F238E27FC236}">
                <a16:creationId xmlns:a16="http://schemas.microsoft.com/office/drawing/2014/main" id="{6C47E24B-0879-3E82-CA4B-25D6B7B0CE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66406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4" name="Google Shape;8024;g22b33fc07b8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5" name="Google Shape;8025;g22b33fc07b8_0_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3" name="Google Shape;8283;g22b33fc07b8_0_7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4" name="Google Shape;8284;g22b33fc07b8_0_7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226883" y="4070300"/>
            <a:ext cx="11597767" cy="1073228"/>
            <a:chOff x="0" y="4070300"/>
            <a:chExt cx="11597767" cy="1073228"/>
          </a:xfrm>
        </p:grpSpPr>
        <p:sp>
          <p:nvSpPr>
            <p:cNvPr id="10" name="Google Shape;10;p2"/>
            <p:cNvSpPr/>
            <p:nvPr/>
          </p:nvSpPr>
          <p:spPr>
            <a:xfrm>
              <a:off x="0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0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fill="none" extrusionOk="0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865925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865925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fill="none" extrusionOk="0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flipH="1">
              <a:off x="7731838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 flipH="1">
            <a:off x="-295475" y="3197463"/>
            <a:ext cx="665236" cy="1946062"/>
            <a:chOff x="8991157" y="-2384450"/>
            <a:chExt cx="665236" cy="1946062"/>
          </a:xfrm>
        </p:grpSpPr>
        <p:sp>
          <p:nvSpPr>
            <p:cNvPr id="16" name="Google Shape;16;p2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44;p2"/>
          <p:cNvGrpSpPr/>
          <p:nvPr/>
        </p:nvGrpSpPr>
        <p:grpSpPr>
          <a:xfrm>
            <a:off x="8232137" y="3132754"/>
            <a:ext cx="764487" cy="2010759"/>
            <a:chOff x="9765662" y="-2191721"/>
            <a:chExt cx="764487" cy="2010759"/>
          </a:xfrm>
        </p:grpSpPr>
        <p:sp>
          <p:nvSpPr>
            <p:cNvPr id="45" name="Google Shape;45;p2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Google Shape;132;p2"/>
          <p:cNvSpPr txBox="1">
            <a:spLocks noGrp="1"/>
          </p:cNvSpPr>
          <p:nvPr>
            <p:ph type="ctrTitle"/>
          </p:nvPr>
        </p:nvSpPr>
        <p:spPr>
          <a:xfrm>
            <a:off x="744350" y="1319894"/>
            <a:ext cx="4655400" cy="197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"/>
          <p:cNvSpPr txBox="1">
            <a:spLocks noGrp="1"/>
          </p:cNvSpPr>
          <p:nvPr>
            <p:ph type="subTitle" idx="1"/>
          </p:nvPr>
        </p:nvSpPr>
        <p:spPr>
          <a:xfrm>
            <a:off x="744225" y="3449206"/>
            <a:ext cx="4655700" cy="37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" name="Google Shape;134;p2"/>
          <p:cNvGrpSpPr/>
          <p:nvPr/>
        </p:nvGrpSpPr>
        <p:grpSpPr>
          <a:xfrm>
            <a:off x="7553332" y="92995"/>
            <a:ext cx="965604" cy="239081"/>
            <a:chOff x="4036326" y="-955475"/>
            <a:chExt cx="1775987" cy="439811"/>
          </a:xfrm>
        </p:grpSpPr>
        <p:sp>
          <p:nvSpPr>
            <p:cNvPr id="135" name="Google Shape;135;p2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" name="Google Shape;137;p2"/>
          <p:cNvGrpSpPr/>
          <p:nvPr/>
        </p:nvGrpSpPr>
        <p:grpSpPr>
          <a:xfrm>
            <a:off x="3748807" y="138495"/>
            <a:ext cx="965604" cy="239081"/>
            <a:chOff x="4036326" y="-955475"/>
            <a:chExt cx="1775987" cy="439811"/>
          </a:xfrm>
        </p:grpSpPr>
        <p:sp>
          <p:nvSpPr>
            <p:cNvPr id="138" name="Google Shape;138;p2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" name="Google Shape;140;p2"/>
          <p:cNvGrpSpPr/>
          <p:nvPr/>
        </p:nvGrpSpPr>
        <p:grpSpPr>
          <a:xfrm>
            <a:off x="-851400" y="266738"/>
            <a:ext cx="1631075" cy="374250"/>
            <a:chOff x="1284050" y="-462000"/>
            <a:chExt cx="1631075" cy="374250"/>
          </a:xfrm>
        </p:grpSpPr>
        <p:sp>
          <p:nvSpPr>
            <p:cNvPr id="141" name="Google Shape;141;p2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extrusionOk="0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fill="none" extrusionOk="0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537750" y="-272950"/>
              <a:ext cx="1186375" cy="185200"/>
            </a:xfrm>
            <a:custGeom>
              <a:avLst/>
              <a:gdLst/>
              <a:ahLst/>
              <a:cxnLst/>
              <a:rect l="l" t="t" r="r" b="b"/>
              <a:pathLst>
                <a:path w="47455" h="7408" extrusionOk="0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44;p2"/>
          <p:cNvGrpSpPr/>
          <p:nvPr/>
        </p:nvGrpSpPr>
        <p:grpSpPr>
          <a:xfrm flipH="1">
            <a:off x="8232137" y="3132754"/>
            <a:ext cx="764487" cy="2010759"/>
            <a:chOff x="9765662" y="-2191721"/>
            <a:chExt cx="764487" cy="2010759"/>
          </a:xfrm>
        </p:grpSpPr>
        <p:sp>
          <p:nvSpPr>
            <p:cNvPr id="145" name="Google Shape;145;p2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3"/>
          <p:cNvGrpSpPr/>
          <p:nvPr/>
        </p:nvGrpSpPr>
        <p:grpSpPr>
          <a:xfrm>
            <a:off x="-1226883" y="4070300"/>
            <a:ext cx="11597767" cy="1073228"/>
            <a:chOff x="0" y="4070300"/>
            <a:chExt cx="11597767" cy="1073228"/>
          </a:xfrm>
        </p:grpSpPr>
        <p:sp>
          <p:nvSpPr>
            <p:cNvPr id="234" name="Google Shape;234;p3"/>
            <p:cNvSpPr/>
            <p:nvPr/>
          </p:nvSpPr>
          <p:spPr>
            <a:xfrm>
              <a:off x="0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0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fill="none" extrusionOk="0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3865925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3865925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fill="none" extrusionOk="0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 flipH="1">
              <a:off x="7731838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Google Shape;239;p3"/>
          <p:cNvSpPr txBox="1">
            <a:spLocks noGrp="1"/>
          </p:cNvSpPr>
          <p:nvPr>
            <p:ph type="title"/>
          </p:nvPr>
        </p:nvSpPr>
        <p:spPr>
          <a:xfrm>
            <a:off x="2260500" y="2325655"/>
            <a:ext cx="46230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3"/>
          <p:cNvSpPr txBox="1">
            <a:spLocks noGrp="1"/>
          </p:cNvSpPr>
          <p:nvPr>
            <p:ph type="title" idx="2" hasCustomPrompt="1"/>
          </p:nvPr>
        </p:nvSpPr>
        <p:spPr>
          <a:xfrm>
            <a:off x="4114800" y="1315297"/>
            <a:ext cx="914400" cy="69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1" name="Google Shape;241;p3"/>
          <p:cNvSpPr txBox="1">
            <a:spLocks noGrp="1"/>
          </p:cNvSpPr>
          <p:nvPr>
            <p:ph type="subTitle" idx="1"/>
          </p:nvPr>
        </p:nvSpPr>
        <p:spPr>
          <a:xfrm>
            <a:off x="2262300" y="3240504"/>
            <a:ext cx="46194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2" name="Google Shape;242;p3"/>
          <p:cNvGrpSpPr/>
          <p:nvPr/>
        </p:nvGrpSpPr>
        <p:grpSpPr>
          <a:xfrm flipH="1">
            <a:off x="7626093" y="266738"/>
            <a:ext cx="1631075" cy="374250"/>
            <a:chOff x="1284050" y="-462000"/>
            <a:chExt cx="1631075" cy="374250"/>
          </a:xfrm>
        </p:grpSpPr>
        <p:sp>
          <p:nvSpPr>
            <p:cNvPr id="243" name="Google Shape;243;p3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extrusionOk="0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fill="none" extrusionOk="0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1537750" y="-272950"/>
              <a:ext cx="1186375" cy="185200"/>
            </a:xfrm>
            <a:custGeom>
              <a:avLst/>
              <a:gdLst/>
              <a:ahLst/>
              <a:cxnLst/>
              <a:rect l="l" t="t" r="r" b="b"/>
              <a:pathLst>
                <a:path w="47455" h="7408" extrusionOk="0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" name="Google Shape;246;p3"/>
          <p:cNvGrpSpPr/>
          <p:nvPr/>
        </p:nvGrpSpPr>
        <p:grpSpPr>
          <a:xfrm flipH="1">
            <a:off x="3691357" y="138495"/>
            <a:ext cx="965604" cy="239081"/>
            <a:chOff x="4036326" y="-955475"/>
            <a:chExt cx="1775987" cy="439811"/>
          </a:xfrm>
        </p:grpSpPr>
        <p:sp>
          <p:nvSpPr>
            <p:cNvPr id="247" name="Google Shape;247;p3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3"/>
          <p:cNvGrpSpPr/>
          <p:nvPr/>
        </p:nvGrpSpPr>
        <p:grpSpPr>
          <a:xfrm flipH="1">
            <a:off x="-113168" y="92995"/>
            <a:ext cx="965604" cy="239081"/>
            <a:chOff x="4036326" y="-955475"/>
            <a:chExt cx="1775987" cy="439811"/>
          </a:xfrm>
        </p:grpSpPr>
        <p:sp>
          <p:nvSpPr>
            <p:cNvPr id="250" name="Google Shape;250;p3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252;p3"/>
          <p:cNvGrpSpPr/>
          <p:nvPr/>
        </p:nvGrpSpPr>
        <p:grpSpPr>
          <a:xfrm flipH="1">
            <a:off x="8059399" y="3132729"/>
            <a:ext cx="764487" cy="2010759"/>
            <a:chOff x="9765662" y="-2191721"/>
            <a:chExt cx="764487" cy="2010759"/>
          </a:xfrm>
        </p:grpSpPr>
        <p:sp>
          <p:nvSpPr>
            <p:cNvPr id="253" name="Google Shape;253;p3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" name="Google Shape;340;p3"/>
          <p:cNvGrpSpPr/>
          <p:nvPr/>
        </p:nvGrpSpPr>
        <p:grpSpPr>
          <a:xfrm flipH="1">
            <a:off x="330987" y="3132729"/>
            <a:ext cx="764487" cy="2010759"/>
            <a:chOff x="9765662" y="-2191721"/>
            <a:chExt cx="764487" cy="2010759"/>
          </a:xfrm>
        </p:grpSpPr>
        <p:sp>
          <p:nvSpPr>
            <p:cNvPr id="341" name="Google Shape;341;p3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4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430" name="Google Shape;430;p4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431" name="Google Shape;431;p4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4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3" name="Google Shape;433;p4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4" name="Google Shape;434;p4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5" name="Google Shape;435;p4"/>
          <p:cNvSpPr txBox="1">
            <a:spLocks noGrp="1"/>
          </p:cNvSpPr>
          <p:nvPr>
            <p:ph type="body" idx="1"/>
          </p:nvPr>
        </p:nvSpPr>
        <p:spPr>
          <a:xfrm>
            <a:off x="716900" y="1051849"/>
            <a:ext cx="7704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 SemiBold"/>
              <a:buAutoNum type="arabicPeriod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9pPr>
          </a:lstStyle>
          <a:p>
            <a:endParaRPr/>
          </a:p>
        </p:txBody>
      </p:sp>
      <p:grpSp>
        <p:nvGrpSpPr>
          <p:cNvPr id="436" name="Google Shape;436;p4"/>
          <p:cNvGrpSpPr/>
          <p:nvPr/>
        </p:nvGrpSpPr>
        <p:grpSpPr>
          <a:xfrm>
            <a:off x="1128982" y="182920"/>
            <a:ext cx="965604" cy="239081"/>
            <a:chOff x="4036326" y="-955475"/>
            <a:chExt cx="1775987" cy="439811"/>
          </a:xfrm>
        </p:grpSpPr>
        <p:sp>
          <p:nvSpPr>
            <p:cNvPr id="437" name="Google Shape;437;p4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" name="Google Shape;439;p4"/>
          <p:cNvGrpSpPr/>
          <p:nvPr/>
        </p:nvGrpSpPr>
        <p:grpSpPr>
          <a:xfrm>
            <a:off x="7553332" y="92995"/>
            <a:ext cx="965604" cy="239081"/>
            <a:chOff x="4036326" y="-955475"/>
            <a:chExt cx="1775987" cy="439811"/>
          </a:xfrm>
        </p:grpSpPr>
        <p:sp>
          <p:nvSpPr>
            <p:cNvPr id="440" name="Google Shape;440;p4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2" name="Google Shape;442;p4"/>
          <p:cNvGrpSpPr/>
          <p:nvPr/>
        </p:nvGrpSpPr>
        <p:grpSpPr>
          <a:xfrm flipH="1">
            <a:off x="8513925" y="3197463"/>
            <a:ext cx="665236" cy="1946062"/>
            <a:chOff x="8991157" y="-2384450"/>
            <a:chExt cx="665236" cy="1946062"/>
          </a:xfrm>
        </p:grpSpPr>
        <p:sp>
          <p:nvSpPr>
            <p:cNvPr id="443" name="Google Shape;443;p4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4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4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4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4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1" name="Google Shape;471;p4"/>
          <p:cNvGrpSpPr/>
          <p:nvPr/>
        </p:nvGrpSpPr>
        <p:grpSpPr>
          <a:xfrm flipH="1">
            <a:off x="-210613" y="3132729"/>
            <a:ext cx="764487" cy="2010759"/>
            <a:chOff x="9765662" y="-2191721"/>
            <a:chExt cx="764487" cy="2010759"/>
          </a:xfrm>
        </p:grpSpPr>
        <p:sp>
          <p:nvSpPr>
            <p:cNvPr id="472" name="Google Shape;472;p4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4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4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4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4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4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4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4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696" name="Google Shape;696;p6"/>
          <p:cNvGrpSpPr/>
          <p:nvPr/>
        </p:nvGrpSpPr>
        <p:grpSpPr>
          <a:xfrm>
            <a:off x="7949021" y="92988"/>
            <a:ext cx="1631075" cy="374250"/>
            <a:chOff x="1284050" y="-462000"/>
            <a:chExt cx="1631075" cy="374250"/>
          </a:xfrm>
        </p:grpSpPr>
        <p:sp>
          <p:nvSpPr>
            <p:cNvPr id="697" name="Google Shape;697;p6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extrusionOk="0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fill="none" extrusionOk="0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1537750" y="-272950"/>
              <a:ext cx="1186375" cy="185200"/>
            </a:xfrm>
            <a:custGeom>
              <a:avLst/>
              <a:gdLst/>
              <a:ahLst/>
              <a:cxnLst/>
              <a:rect l="l" t="t" r="r" b="b"/>
              <a:pathLst>
                <a:path w="47455" h="7408" extrusionOk="0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0" name="Google Shape;700;p6"/>
          <p:cNvGrpSpPr/>
          <p:nvPr/>
        </p:nvGrpSpPr>
        <p:grpSpPr>
          <a:xfrm>
            <a:off x="311729" y="160583"/>
            <a:ext cx="965604" cy="239081"/>
            <a:chOff x="4036326" y="-955475"/>
            <a:chExt cx="1775987" cy="439811"/>
          </a:xfrm>
        </p:grpSpPr>
        <p:sp>
          <p:nvSpPr>
            <p:cNvPr id="701" name="Google Shape;701;p6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3" name="Google Shape;703;p6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704" name="Google Shape;704;p6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705" name="Google Shape;705;p6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6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07" name="Google Shape;707;p6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8" name="Google Shape;708;p6"/>
          <p:cNvGrpSpPr/>
          <p:nvPr/>
        </p:nvGrpSpPr>
        <p:grpSpPr>
          <a:xfrm flipH="1">
            <a:off x="-98027" y="3938138"/>
            <a:ext cx="811246" cy="1205364"/>
            <a:chOff x="8044750" y="-1789024"/>
            <a:chExt cx="811246" cy="1205364"/>
          </a:xfrm>
        </p:grpSpPr>
        <p:sp>
          <p:nvSpPr>
            <p:cNvPr id="709" name="Google Shape;709;p6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6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6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6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6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6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6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6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6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6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6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6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6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9" name="Google Shape;729;p6"/>
          <p:cNvGrpSpPr/>
          <p:nvPr/>
        </p:nvGrpSpPr>
        <p:grpSpPr>
          <a:xfrm flipH="1">
            <a:off x="8430786" y="3938138"/>
            <a:ext cx="811246" cy="1205364"/>
            <a:chOff x="8044750" y="-1789024"/>
            <a:chExt cx="811246" cy="1205364"/>
          </a:xfrm>
        </p:grpSpPr>
        <p:sp>
          <p:nvSpPr>
            <p:cNvPr id="730" name="Google Shape;730;p6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6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6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6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6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6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6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6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6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6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6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6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6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6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6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6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2"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4" name="Google Shape;1524;p16"/>
          <p:cNvGrpSpPr/>
          <p:nvPr/>
        </p:nvGrpSpPr>
        <p:grpSpPr>
          <a:xfrm>
            <a:off x="-2069846" y="4070300"/>
            <a:ext cx="13131292" cy="1073228"/>
            <a:chOff x="-2069846" y="4070300"/>
            <a:chExt cx="13131292" cy="1073228"/>
          </a:xfrm>
        </p:grpSpPr>
        <p:sp>
          <p:nvSpPr>
            <p:cNvPr id="1525" name="Google Shape;1525;p16"/>
            <p:cNvSpPr/>
            <p:nvPr/>
          </p:nvSpPr>
          <p:spPr>
            <a:xfrm>
              <a:off x="-2069846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6"/>
            <p:cNvSpPr/>
            <p:nvPr/>
          </p:nvSpPr>
          <p:spPr>
            <a:xfrm flipH="1">
              <a:off x="7195517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6"/>
            <p:cNvSpPr/>
            <p:nvPr/>
          </p:nvSpPr>
          <p:spPr>
            <a:xfrm>
              <a:off x="1685600" y="4593900"/>
              <a:ext cx="55857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8" name="Google Shape;1528;p16"/>
          <p:cNvGrpSpPr/>
          <p:nvPr/>
        </p:nvGrpSpPr>
        <p:grpSpPr>
          <a:xfrm flipH="1">
            <a:off x="-66875" y="3197463"/>
            <a:ext cx="665236" cy="1946062"/>
            <a:chOff x="8991157" y="-2384450"/>
            <a:chExt cx="665236" cy="1946062"/>
          </a:xfrm>
        </p:grpSpPr>
        <p:sp>
          <p:nvSpPr>
            <p:cNvPr id="1529" name="Google Shape;1529;p16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6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6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6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6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6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6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6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6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6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6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6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6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6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6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16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16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6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6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6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6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6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6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6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6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6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6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6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7" name="Google Shape;1557;p16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558" name="Google Shape;1558;p16"/>
          <p:cNvGrpSpPr/>
          <p:nvPr/>
        </p:nvGrpSpPr>
        <p:grpSpPr>
          <a:xfrm>
            <a:off x="720007" y="126670"/>
            <a:ext cx="965604" cy="239081"/>
            <a:chOff x="4036326" y="-955475"/>
            <a:chExt cx="1775987" cy="439811"/>
          </a:xfrm>
        </p:grpSpPr>
        <p:sp>
          <p:nvSpPr>
            <p:cNvPr id="1559" name="Google Shape;1559;p16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6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1" name="Google Shape;1561;p16"/>
          <p:cNvGrpSpPr/>
          <p:nvPr/>
        </p:nvGrpSpPr>
        <p:grpSpPr>
          <a:xfrm>
            <a:off x="7553332" y="92995"/>
            <a:ext cx="965604" cy="239081"/>
            <a:chOff x="4036326" y="-955475"/>
            <a:chExt cx="1775987" cy="439811"/>
          </a:xfrm>
        </p:grpSpPr>
        <p:sp>
          <p:nvSpPr>
            <p:cNvPr id="1562" name="Google Shape;1562;p16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6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4" name="Google Shape;1564;p16"/>
          <p:cNvGrpSpPr/>
          <p:nvPr/>
        </p:nvGrpSpPr>
        <p:grpSpPr>
          <a:xfrm flipH="1">
            <a:off x="8384549" y="3132754"/>
            <a:ext cx="764487" cy="2010759"/>
            <a:chOff x="9765662" y="-2191721"/>
            <a:chExt cx="764487" cy="2010759"/>
          </a:xfrm>
        </p:grpSpPr>
        <p:sp>
          <p:nvSpPr>
            <p:cNvPr id="1565" name="Google Shape;1565;p16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6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6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6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6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6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6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6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6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6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6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6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6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6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6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6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6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6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6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6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6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6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6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6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6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6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6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6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6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6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6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6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6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6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6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6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6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6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6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6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6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6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6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6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16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16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16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16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16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6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6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16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16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16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16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16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16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16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16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16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16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16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16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16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16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16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16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16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16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16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16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16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16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16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16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16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16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16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16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16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16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16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16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16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16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16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16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4_2"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9" name="Google Shape;1879;p21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1880" name="Google Shape;1880;p21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1881" name="Google Shape;1881;p21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21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3" name="Google Shape;1883;p21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21"/>
          <p:cNvSpPr txBox="1">
            <a:spLocks noGrp="1"/>
          </p:cNvSpPr>
          <p:nvPr>
            <p:ph type="subTitle" idx="1"/>
          </p:nvPr>
        </p:nvSpPr>
        <p:spPr>
          <a:xfrm>
            <a:off x="4635900" y="1363650"/>
            <a:ext cx="3286200" cy="27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85" name="Google Shape;1885;p21"/>
          <p:cNvSpPr txBox="1">
            <a:spLocks noGrp="1"/>
          </p:cNvSpPr>
          <p:nvPr>
            <p:ph type="subTitle" idx="2"/>
          </p:nvPr>
        </p:nvSpPr>
        <p:spPr>
          <a:xfrm>
            <a:off x="1221900" y="1363650"/>
            <a:ext cx="3286800" cy="27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86" name="Google Shape;1886;p21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887" name="Google Shape;1887;p21"/>
          <p:cNvGrpSpPr/>
          <p:nvPr/>
        </p:nvGrpSpPr>
        <p:grpSpPr>
          <a:xfrm>
            <a:off x="8518032" y="202870"/>
            <a:ext cx="965604" cy="239081"/>
            <a:chOff x="4036326" y="-955475"/>
            <a:chExt cx="1775987" cy="439811"/>
          </a:xfrm>
        </p:grpSpPr>
        <p:sp>
          <p:nvSpPr>
            <p:cNvPr id="1888" name="Google Shape;1888;p21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1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0" name="Google Shape;1890;p21"/>
          <p:cNvGrpSpPr/>
          <p:nvPr/>
        </p:nvGrpSpPr>
        <p:grpSpPr>
          <a:xfrm>
            <a:off x="230432" y="202870"/>
            <a:ext cx="965604" cy="239081"/>
            <a:chOff x="4036326" y="-955475"/>
            <a:chExt cx="1775987" cy="439811"/>
          </a:xfrm>
        </p:grpSpPr>
        <p:sp>
          <p:nvSpPr>
            <p:cNvPr id="1891" name="Google Shape;1891;p21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1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3" name="Google Shape;1893;p21"/>
          <p:cNvGrpSpPr/>
          <p:nvPr/>
        </p:nvGrpSpPr>
        <p:grpSpPr>
          <a:xfrm>
            <a:off x="8483800" y="3197463"/>
            <a:ext cx="665236" cy="1946062"/>
            <a:chOff x="8991157" y="-2384450"/>
            <a:chExt cx="665236" cy="1946062"/>
          </a:xfrm>
        </p:grpSpPr>
        <p:sp>
          <p:nvSpPr>
            <p:cNvPr id="1894" name="Google Shape;1894;p21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21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21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21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1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1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1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21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21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21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21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1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1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1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1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1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1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1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1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1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1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1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1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1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1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1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1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1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2" name="Google Shape;1922;p21"/>
          <p:cNvGrpSpPr/>
          <p:nvPr/>
        </p:nvGrpSpPr>
        <p:grpSpPr>
          <a:xfrm flipH="1">
            <a:off x="-219276" y="3132754"/>
            <a:ext cx="764487" cy="2010759"/>
            <a:chOff x="9765662" y="-2191721"/>
            <a:chExt cx="764487" cy="2010759"/>
          </a:xfrm>
        </p:grpSpPr>
        <p:sp>
          <p:nvSpPr>
            <p:cNvPr id="1923" name="Google Shape;1923;p21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1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1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1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1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1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1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1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1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1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1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1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1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1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1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1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1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21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21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1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1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1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1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21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1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1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1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1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1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21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21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1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1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1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1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1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1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1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1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1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1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1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1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1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1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1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1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1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1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1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1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1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1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1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1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1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1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1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1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1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1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1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1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1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1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1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1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1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1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1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1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1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1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1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1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1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1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1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1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1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1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1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1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1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1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1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1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4_1_1">
    <p:spTree>
      <p:nvGrpSpPr>
        <p:cNvPr id="1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25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07" name="Google Shape;2307;p25"/>
          <p:cNvSpPr txBox="1">
            <a:spLocks noGrp="1"/>
          </p:cNvSpPr>
          <p:nvPr>
            <p:ph type="subTitle" idx="1"/>
          </p:nvPr>
        </p:nvSpPr>
        <p:spPr>
          <a:xfrm>
            <a:off x="3097202" y="1470924"/>
            <a:ext cx="3855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08" name="Google Shape;2308;p25"/>
          <p:cNvSpPr txBox="1">
            <a:spLocks noGrp="1"/>
          </p:cNvSpPr>
          <p:nvPr>
            <p:ph type="subTitle" idx="2"/>
          </p:nvPr>
        </p:nvSpPr>
        <p:spPr>
          <a:xfrm>
            <a:off x="3097202" y="2540874"/>
            <a:ext cx="3855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09" name="Google Shape;2309;p25"/>
          <p:cNvSpPr txBox="1">
            <a:spLocks noGrp="1"/>
          </p:cNvSpPr>
          <p:nvPr>
            <p:ph type="subTitle" idx="3"/>
          </p:nvPr>
        </p:nvSpPr>
        <p:spPr>
          <a:xfrm>
            <a:off x="3097202" y="3613818"/>
            <a:ext cx="3855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10" name="Google Shape;2310;p25"/>
          <p:cNvSpPr txBox="1">
            <a:spLocks noGrp="1"/>
          </p:cNvSpPr>
          <p:nvPr>
            <p:ph type="title" idx="4"/>
          </p:nvPr>
        </p:nvSpPr>
        <p:spPr>
          <a:xfrm>
            <a:off x="3097202" y="1257481"/>
            <a:ext cx="3861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11" name="Google Shape;2311;p25"/>
          <p:cNvSpPr txBox="1">
            <a:spLocks noGrp="1"/>
          </p:cNvSpPr>
          <p:nvPr>
            <p:ph type="title" idx="5"/>
          </p:nvPr>
        </p:nvSpPr>
        <p:spPr>
          <a:xfrm>
            <a:off x="3097202" y="2327431"/>
            <a:ext cx="3861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12" name="Google Shape;2312;p25"/>
          <p:cNvSpPr txBox="1">
            <a:spLocks noGrp="1"/>
          </p:cNvSpPr>
          <p:nvPr>
            <p:ph type="title" idx="6"/>
          </p:nvPr>
        </p:nvSpPr>
        <p:spPr>
          <a:xfrm>
            <a:off x="3097202" y="3400375"/>
            <a:ext cx="3861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313" name="Google Shape;2313;p25"/>
          <p:cNvGrpSpPr/>
          <p:nvPr/>
        </p:nvGrpSpPr>
        <p:grpSpPr>
          <a:xfrm>
            <a:off x="1294307" y="92995"/>
            <a:ext cx="965604" cy="239081"/>
            <a:chOff x="4036326" y="-955475"/>
            <a:chExt cx="1775987" cy="439811"/>
          </a:xfrm>
        </p:grpSpPr>
        <p:sp>
          <p:nvSpPr>
            <p:cNvPr id="2314" name="Google Shape;2314;p25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5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6" name="Google Shape;2316;p25"/>
          <p:cNvGrpSpPr/>
          <p:nvPr/>
        </p:nvGrpSpPr>
        <p:grpSpPr>
          <a:xfrm>
            <a:off x="5986607" y="115645"/>
            <a:ext cx="965604" cy="239081"/>
            <a:chOff x="4036326" y="-955475"/>
            <a:chExt cx="1775987" cy="439811"/>
          </a:xfrm>
        </p:grpSpPr>
        <p:sp>
          <p:nvSpPr>
            <p:cNvPr id="2317" name="Google Shape;2317;p25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5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9" name="Google Shape;2319;p25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2320" name="Google Shape;2320;p25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2321" name="Google Shape;2321;p25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25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23" name="Google Shape;2323;p25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4" name="Google Shape;2324;p25"/>
          <p:cNvGrpSpPr/>
          <p:nvPr/>
        </p:nvGrpSpPr>
        <p:grpSpPr>
          <a:xfrm flipH="1">
            <a:off x="8303873" y="3938113"/>
            <a:ext cx="811246" cy="1205364"/>
            <a:chOff x="8044750" y="-1789024"/>
            <a:chExt cx="811246" cy="1205364"/>
          </a:xfrm>
        </p:grpSpPr>
        <p:sp>
          <p:nvSpPr>
            <p:cNvPr id="2325" name="Google Shape;2325;p25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5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5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5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5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5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5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5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5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5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5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5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5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5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5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5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5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5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5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5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5" name="Google Shape;2345;p25"/>
          <p:cNvGrpSpPr/>
          <p:nvPr/>
        </p:nvGrpSpPr>
        <p:grpSpPr>
          <a:xfrm flipH="1">
            <a:off x="-228601" y="3089579"/>
            <a:ext cx="764487" cy="2010759"/>
            <a:chOff x="9765662" y="-2191721"/>
            <a:chExt cx="764487" cy="2010759"/>
          </a:xfrm>
        </p:grpSpPr>
        <p:sp>
          <p:nvSpPr>
            <p:cNvPr id="2346" name="Google Shape;2346;p25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25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25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25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5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5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25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25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5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5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5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5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5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5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5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5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5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5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5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5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25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25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5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5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5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5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25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25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5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5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5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5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5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25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25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25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25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25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25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25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25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25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25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25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25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25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25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25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25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25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25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25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25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25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5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5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5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5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5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5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5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5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5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5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5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5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5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5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5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25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25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25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25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25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25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25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25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25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25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25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25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25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25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25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25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25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25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2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Google Shape;2863;p31"/>
          <p:cNvSpPr txBox="1">
            <a:spLocks noGrp="1"/>
          </p:cNvSpPr>
          <p:nvPr>
            <p:ph type="title"/>
          </p:nvPr>
        </p:nvSpPr>
        <p:spPr>
          <a:xfrm>
            <a:off x="1369659" y="2611923"/>
            <a:ext cx="2866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64" name="Google Shape;2864;p31"/>
          <p:cNvSpPr txBox="1">
            <a:spLocks noGrp="1"/>
          </p:cNvSpPr>
          <p:nvPr>
            <p:ph type="title" idx="2"/>
          </p:nvPr>
        </p:nvSpPr>
        <p:spPr>
          <a:xfrm>
            <a:off x="4907841" y="2611923"/>
            <a:ext cx="2866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65" name="Google Shape;2865;p31"/>
          <p:cNvSpPr txBox="1">
            <a:spLocks noGrp="1"/>
          </p:cNvSpPr>
          <p:nvPr>
            <p:ph type="title" idx="3" hasCustomPrompt="1"/>
          </p:nvPr>
        </p:nvSpPr>
        <p:spPr>
          <a:xfrm>
            <a:off x="2423409" y="1888596"/>
            <a:ext cx="759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66" name="Google Shape;2866;p31"/>
          <p:cNvSpPr txBox="1">
            <a:spLocks noGrp="1"/>
          </p:cNvSpPr>
          <p:nvPr>
            <p:ph type="subTitle" idx="1"/>
          </p:nvPr>
        </p:nvSpPr>
        <p:spPr>
          <a:xfrm>
            <a:off x="1370709" y="2826231"/>
            <a:ext cx="2864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867" name="Google Shape;2867;p31"/>
          <p:cNvSpPr txBox="1">
            <a:spLocks noGrp="1"/>
          </p:cNvSpPr>
          <p:nvPr>
            <p:ph type="title" idx="4" hasCustomPrompt="1"/>
          </p:nvPr>
        </p:nvSpPr>
        <p:spPr>
          <a:xfrm>
            <a:off x="5961591" y="1888596"/>
            <a:ext cx="759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68" name="Google Shape;2868;p31"/>
          <p:cNvSpPr txBox="1">
            <a:spLocks noGrp="1"/>
          </p:cNvSpPr>
          <p:nvPr>
            <p:ph type="subTitle" idx="5"/>
          </p:nvPr>
        </p:nvSpPr>
        <p:spPr>
          <a:xfrm>
            <a:off x="4908891" y="2826231"/>
            <a:ext cx="2864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869" name="Google Shape;2869;p31"/>
          <p:cNvSpPr txBox="1">
            <a:spLocks noGrp="1"/>
          </p:cNvSpPr>
          <p:nvPr>
            <p:ph type="title" idx="6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870" name="Google Shape;2870;p31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2871" name="Google Shape;2871;p31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2872" name="Google Shape;2872;p31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31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74" name="Google Shape;2874;p31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5" name="Google Shape;2875;p31"/>
          <p:cNvGrpSpPr/>
          <p:nvPr/>
        </p:nvGrpSpPr>
        <p:grpSpPr>
          <a:xfrm>
            <a:off x="598232" y="150720"/>
            <a:ext cx="965604" cy="239081"/>
            <a:chOff x="4036326" y="-955475"/>
            <a:chExt cx="1775987" cy="439811"/>
          </a:xfrm>
        </p:grpSpPr>
        <p:sp>
          <p:nvSpPr>
            <p:cNvPr id="2876" name="Google Shape;2876;p31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1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8" name="Google Shape;2878;p31"/>
          <p:cNvGrpSpPr/>
          <p:nvPr/>
        </p:nvGrpSpPr>
        <p:grpSpPr>
          <a:xfrm>
            <a:off x="7699857" y="150720"/>
            <a:ext cx="965604" cy="239081"/>
            <a:chOff x="4036326" y="-955475"/>
            <a:chExt cx="1775987" cy="439811"/>
          </a:xfrm>
        </p:grpSpPr>
        <p:sp>
          <p:nvSpPr>
            <p:cNvPr id="2879" name="Google Shape;2879;p31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1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1" name="Google Shape;2881;p31"/>
          <p:cNvGrpSpPr/>
          <p:nvPr/>
        </p:nvGrpSpPr>
        <p:grpSpPr>
          <a:xfrm flipH="1">
            <a:off x="-98027" y="3938138"/>
            <a:ext cx="811246" cy="1205364"/>
            <a:chOff x="8044750" y="-1789024"/>
            <a:chExt cx="811246" cy="1205364"/>
          </a:xfrm>
        </p:grpSpPr>
        <p:sp>
          <p:nvSpPr>
            <p:cNvPr id="2882" name="Google Shape;2882;p31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1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1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1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1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1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1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1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1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1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1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31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1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1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1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1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1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1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1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1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2" name="Google Shape;2902;p31"/>
          <p:cNvGrpSpPr/>
          <p:nvPr/>
        </p:nvGrpSpPr>
        <p:grpSpPr>
          <a:xfrm flipH="1">
            <a:off x="8430773" y="3938138"/>
            <a:ext cx="811246" cy="1205364"/>
            <a:chOff x="8044750" y="-1789024"/>
            <a:chExt cx="811246" cy="1205364"/>
          </a:xfrm>
        </p:grpSpPr>
        <p:sp>
          <p:nvSpPr>
            <p:cNvPr id="2903" name="Google Shape;2903;p31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1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1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1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1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1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1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1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1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1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1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1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1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1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1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1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1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1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1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1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4" name="Google Shape;2924;p32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2925" name="Google Shape;2925;p32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2926" name="Google Shape;2926;p32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32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28" name="Google Shape;2928;p32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9" name="Google Shape;2929;p32"/>
          <p:cNvGrpSpPr/>
          <p:nvPr/>
        </p:nvGrpSpPr>
        <p:grpSpPr>
          <a:xfrm flipH="1">
            <a:off x="85525" y="3197463"/>
            <a:ext cx="665236" cy="1946062"/>
            <a:chOff x="8991157" y="-2384450"/>
            <a:chExt cx="665236" cy="1946062"/>
          </a:xfrm>
        </p:grpSpPr>
        <p:sp>
          <p:nvSpPr>
            <p:cNvPr id="2930" name="Google Shape;2930;p32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2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2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2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2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2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2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2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2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2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2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2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2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2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2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2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2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2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2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2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2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2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2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2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2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2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2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2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58" name="Google Shape;2958;p32"/>
          <p:cNvSpPr txBox="1">
            <a:spLocks noGrp="1"/>
          </p:cNvSpPr>
          <p:nvPr>
            <p:ph type="title"/>
          </p:nvPr>
        </p:nvSpPr>
        <p:spPr>
          <a:xfrm>
            <a:off x="3471450" y="576044"/>
            <a:ext cx="49479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59" name="Google Shape;2959;p32"/>
          <p:cNvSpPr txBox="1">
            <a:spLocks noGrp="1"/>
          </p:cNvSpPr>
          <p:nvPr>
            <p:ph type="subTitle" idx="1"/>
          </p:nvPr>
        </p:nvSpPr>
        <p:spPr>
          <a:xfrm>
            <a:off x="3467850" y="1674589"/>
            <a:ext cx="49515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0" name="Google Shape;2960;p32"/>
          <p:cNvSpPr txBox="1"/>
          <p:nvPr/>
        </p:nvSpPr>
        <p:spPr>
          <a:xfrm>
            <a:off x="3351325" y="3648500"/>
            <a:ext cx="5067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rPr>
              <a:t>CREDITS: This presentation template was created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M PLUS 1p"/>
                <a:ea typeface="M PLUS 1p"/>
                <a:cs typeface="M PLUS 1p"/>
                <a:sym typeface="M PLUS 1p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rPr>
              <a:t>, and includes icons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M PLUS 1p"/>
                <a:ea typeface="M PLUS 1p"/>
                <a:cs typeface="M PLUS 1p"/>
                <a:sym typeface="M PLUS 1p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rPr>
              <a:t>, and infographics &amp; images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M PLUS 1p"/>
                <a:ea typeface="M PLUS 1p"/>
                <a:cs typeface="M PLUS 1p"/>
                <a:sym typeface="M PLUS 1p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2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grpSp>
        <p:nvGrpSpPr>
          <p:cNvPr id="2961" name="Google Shape;2961;p32"/>
          <p:cNvGrpSpPr/>
          <p:nvPr/>
        </p:nvGrpSpPr>
        <p:grpSpPr>
          <a:xfrm>
            <a:off x="1569982" y="210358"/>
            <a:ext cx="965604" cy="239081"/>
            <a:chOff x="4036326" y="-955475"/>
            <a:chExt cx="1775987" cy="439811"/>
          </a:xfrm>
        </p:grpSpPr>
        <p:sp>
          <p:nvSpPr>
            <p:cNvPr id="2962" name="Google Shape;2962;p32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32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4" name="Google Shape;2964;p32"/>
          <p:cNvGrpSpPr/>
          <p:nvPr/>
        </p:nvGrpSpPr>
        <p:grpSpPr>
          <a:xfrm>
            <a:off x="-85487" y="210342"/>
            <a:ext cx="1477088" cy="365703"/>
            <a:chOff x="4036326" y="-955475"/>
            <a:chExt cx="1775987" cy="439811"/>
          </a:xfrm>
        </p:grpSpPr>
        <p:sp>
          <p:nvSpPr>
            <p:cNvPr id="2965" name="Google Shape;2965;p32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2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7" name="Google Shape;2967;p32"/>
          <p:cNvGrpSpPr/>
          <p:nvPr/>
        </p:nvGrpSpPr>
        <p:grpSpPr>
          <a:xfrm>
            <a:off x="8343238" y="147042"/>
            <a:ext cx="1477088" cy="365703"/>
            <a:chOff x="4036326" y="-955475"/>
            <a:chExt cx="1775987" cy="439811"/>
          </a:xfrm>
        </p:grpSpPr>
        <p:sp>
          <p:nvSpPr>
            <p:cNvPr id="2968" name="Google Shape;2968;p32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2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0" name="Google Shape;2970;p32"/>
          <p:cNvGrpSpPr/>
          <p:nvPr/>
        </p:nvGrpSpPr>
        <p:grpSpPr>
          <a:xfrm>
            <a:off x="6943057" y="147058"/>
            <a:ext cx="965604" cy="239081"/>
            <a:chOff x="4036326" y="-955475"/>
            <a:chExt cx="1775987" cy="439811"/>
          </a:xfrm>
        </p:grpSpPr>
        <p:sp>
          <p:nvSpPr>
            <p:cNvPr id="2971" name="Google Shape;2971;p32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2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4" name="Google Shape;2974;p33"/>
          <p:cNvGrpSpPr/>
          <p:nvPr/>
        </p:nvGrpSpPr>
        <p:grpSpPr>
          <a:xfrm>
            <a:off x="-2750883" y="4070300"/>
            <a:ext cx="14645767" cy="1073228"/>
            <a:chOff x="-2750883" y="4070300"/>
            <a:chExt cx="14645767" cy="1073228"/>
          </a:xfrm>
        </p:grpSpPr>
        <p:grpSp>
          <p:nvGrpSpPr>
            <p:cNvPr id="2975" name="Google Shape;2975;p33"/>
            <p:cNvGrpSpPr/>
            <p:nvPr/>
          </p:nvGrpSpPr>
          <p:grpSpPr>
            <a:xfrm>
              <a:off x="-2750883" y="4070300"/>
              <a:ext cx="14645767" cy="1073228"/>
              <a:chOff x="-1524000" y="4070300"/>
              <a:chExt cx="14645767" cy="1073228"/>
            </a:xfrm>
          </p:grpSpPr>
          <p:sp>
            <p:nvSpPr>
              <p:cNvPr id="2976" name="Google Shape;2976;p33"/>
              <p:cNvSpPr/>
              <p:nvPr/>
            </p:nvSpPr>
            <p:spPr>
              <a:xfrm>
                <a:off x="-1524000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33"/>
              <p:cNvSpPr/>
              <p:nvPr/>
            </p:nvSpPr>
            <p:spPr>
              <a:xfrm flipH="1">
                <a:off x="9255838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78" name="Google Shape;2978;p33"/>
            <p:cNvSpPr/>
            <p:nvPr/>
          </p:nvSpPr>
          <p:spPr>
            <a:xfrm>
              <a:off x="1031225" y="4717725"/>
              <a:ext cx="7101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9" name="Google Shape;2979;p33"/>
          <p:cNvGrpSpPr/>
          <p:nvPr/>
        </p:nvGrpSpPr>
        <p:grpSpPr>
          <a:xfrm>
            <a:off x="7699857" y="150720"/>
            <a:ext cx="965604" cy="239081"/>
            <a:chOff x="4036326" y="-955475"/>
            <a:chExt cx="1775987" cy="439811"/>
          </a:xfrm>
        </p:grpSpPr>
        <p:sp>
          <p:nvSpPr>
            <p:cNvPr id="2980" name="Google Shape;2980;p33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3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2" name="Google Shape;2982;p33"/>
          <p:cNvGrpSpPr/>
          <p:nvPr/>
        </p:nvGrpSpPr>
        <p:grpSpPr>
          <a:xfrm>
            <a:off x="598232" y="150720"/>
            <a:ext cx="965604" cy="239081"/>
            <a:chOff x="4036326" y="-955475"/>
            <a:chExt cx="1775987" cy="439811"/>
          </a:xfrm>
        </p:grpSpPr>
        <p:sp>
          <p:nvSpPr>
            <p:cNvPr id="2983" name="Google Shape;2983;p33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3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5" name="Google Shape;2985;p33"/>
          <p:cNvGrpSpPr/>
          <p:nvPr/>
        </p:nvGrpSpPr>
        <p:grpSpPr>
          <a:xfrm flipH="1">
            <a:off x="8308349" y="3132754"/>
            <a:ext cx="764487" cy="2010759"/>
            <a:chOff x="9765662" y="-2191721"/>
            <a:chExt cx="764487" cy="2010759"/>
          </a:xfrm>
        </p:grpSpPr>
        <p:sp>
          <p:nvSpPr>
            <p:cNvPr id="2986" name="Google Shape;2986;p33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3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3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3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3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3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3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3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3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33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33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33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33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33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33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33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33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33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33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33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33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33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33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33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33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33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33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33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3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3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3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3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3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3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3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3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3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3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3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3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3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3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3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3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3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3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33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33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3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3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3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3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3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3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3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3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3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3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3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3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3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3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3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3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3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3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3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3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3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3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3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3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3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3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3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3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3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3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3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3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3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3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3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33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33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33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33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3" name="Google Shape;3073;p33"/>
          <p:cNvGrpSpPr/>
          <p:nvPr/>
        </p:nvGrpSpPr>
        <p:grpSpPr>
          <a:xfrm flipH="1">
            <a:off x="122749" y="3132754"/>
            <a:ext cx="764487" cy="2010759"/>
            <a:chOff x="9765662" y="-2191721"/>
            <a:chExt cx="764487" cy="2010759"/>
          </a:xfrm>
        </p:grpSpPr>
        <p:sp>
          <p:nvSpPr>
            <p:cNvPr id="3074" name="Google Shape;3074;p33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33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33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33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33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33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33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33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33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33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33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33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33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33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33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33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33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33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3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33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33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3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3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3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3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3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3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3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3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3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3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3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3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3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3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3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3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3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3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3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3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3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3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3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3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3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3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33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33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33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33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33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33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33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33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33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33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33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33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33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33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33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33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33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33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33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33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33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33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33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33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33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33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33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33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33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33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33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33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33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33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33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33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33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33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33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33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2" name="Google Shape;3162;p34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3163" name="Google Shape;3163;p34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3164" name="Google Shape;3164;p34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Google Shape;3165;p34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66" name="Google Shape;3166;p34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7" name="Google Shape;3167;p34"/>
          <p:cNvGrpSpPr/>
          <p:nvPr/>
        </p:nvGrpSpPr>
        <p:grpSpPr>
          <a:xfrm flipH="1">
            <a:off x="85525" y="3197463"/>
            <a:ext cx="665236" cy="1946062"/>
            <a:chOff x="8991157" y="-2384450"/>
            <a:chExt cx="665236" cy="1946062"/>
          </a:xfrm>
        </p:grpSpPr>
        <p:sp>
          <p:nvSpPr>
            <p:cNvPr id="3168" name="Google Shape;3168;p34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34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34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34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34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34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34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34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34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34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34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34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34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34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34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34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34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34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34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34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34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34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34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34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34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34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34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34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6" name="Google Shape;3196;p34"/>
          <p:cNvGrpSpPr/>
          <p:nvPr/>
        </p:nvGrpSpPr>
        <p:grpSpPr>
          <a:xfrm>
            <a:off x="2729782" y="141845"/>
            <a:ext cx="965604" cy="239081"/>
            <a:chOff x="4036326" y="-955475"/>
            <a:chExt cx="1775987" cy="439811"/>
          </a:xfrm>
        </p:grpSpPr>
        <p:sp>
          <p:nvSpPr>
            <p:cNvPr id="3197" name="Google Shape;3197;p34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34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9" name="Google Shape;3199;p34"/>
          <p:cNvGrpSpPr/>
          <p:nvPr/>
        </p:nvGrpSpPr>
        <p:grpSpPr>
          <a:xfrm>
            <a:off x="5592732" y="141845"/>
            <a:ext cx="965604" cy="239081"/>
            <a:chOff x="4036326" y="-955475"/>
            <a:chExt cx="1775987" cy="439811"/>
          </a:xfrm>
        </p:grpSpPr>
        <p:sp>
          <p:nvSpPr>
            <p:cNvPr id="3200" name="Google Shape;3200;p34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34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2" name="Google Shape;3202;p34"/>
          <p:cNvGrpSpPr/>
          <p:nvPr/>
        </p:nvGrpSpPr>
        <p:grpSpPr>
          <a:xfrm flipH="1">
            <a:off x="8430773" y="3938138"/>
            <a:ext cx="811246" cy="1205364"/>
            <a:chOff x="8044750" y="-1789024"/>
            <a:chExt cx="811246" cy="1205364"/>
          </a:xfrm>
        </p:grpSpPr>
        <p:sp>
          <p:nvSpPr>
            <p:cNvPr id="3203" name="Google Shape;3203;p34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34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34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34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4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4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4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4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4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4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4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4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34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4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4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4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4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4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4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4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3" name="Google Shape;3223;p34"/>
          <p:cNvGrpSpPr/>
          <p:nvPr/>
        </p:nvGrpSpPr>
        <p:grpSpPr>
          <a:xfrm flipH="1">
            <a:off x="8430773" y="3938138"/>
            <a:ext cx="811246" cy="1205364"/>
            <a:chOff x="8044750" y="-1789024"/>
            <a:chExt cx="811246" cy="1205364"/>
          </a:xfrm>
        </p:grpSpPr>
        <p:sp>
          <p:nvSpPr>
            <p:cNvPr id="3224" name="Google Shape;3224;p34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4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34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34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34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4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4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4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4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4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4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4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4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4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34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34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34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34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34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34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7750" y="365760"/>
            <a:ext cx="7708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i="1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8" r:id="rId5"/>
    <p:sldLayoutId id="2147483662" r:id="rId6"/>
    <p:sldLayoutId id="2147483667" r:id="rId7"/>
    <p:sldLayoutId id="2147483671" r:id="rId8"/>
    <p:sldLayoutId id="2147483677" r:id="rId9"/>
    <p:sldLayoutId id="2147483678" r:id="rId10"/>
    <p:sldLayoutId id="2147483679" r:id="rId11"/>
    <p:sldLayoutId id="214748368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4" name="Google Shape;3254;p38"/>
          <p:cNvGrpSpPr/>
          <p:nvPr/>
        </p:nvGrpSpPr>
        <p:grpSpPr>
          <a:xfrm>
            <a:off x="7460020" y="3197463"/>
            <a:ext cx="665236" cy="1946062"/>
            <a:chOff x="8991157" y="-2384450"/>
            <a:chExt cx="665236" cy="1946062"/>
          </a:xfrm>
        </p:grpSpPr>
        <p:sp>
          <p:nvSpPr>
            <p:cNvPr id="3255" name="Google Shape;3255;p38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38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38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38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38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38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38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38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38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38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38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38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38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38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38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38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38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38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38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38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38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38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38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38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38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38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38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38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83" name="Google Shape;3283;p38"/>
          <p:cNvSpPr txBox="1">
            <a:spLocks noGrp="1"/>
          </p:cNvSpPr>
          <p:nvPr>
            <p:ph type="ctrTitle"/>
          </p:nvPr>
        </p:nvSpPr>
        <p:spPr>
          <a:xfrm>
            <a:off x="744350" y="1319894"/>
            <a:ext cx="4655400" cy="19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7100" dirty="0">
                <a:solidFill>
                  <a:srgbClr val="D14000"/>
                </a:solidFill>
              </a:rPr>
              <a:t>SkyLink</a:t>
            </a:r>
            <a:br>
              <a:rPr lang="pl-PL" sz="7100" dirty="0">
                <a:solidFill>
                  <a:schemeClr val="lt2"/>
                </a:solidFill>
              </a:rPr>
            </a:br>
            <a:r>
              <a:rPr lang="pl-PL" sz="7100" dirty="0">
                <a:solidFill>
                  <a:schemeClr val="lt2"/>
                </a:solidFill>
              </a:rPr>
              <a:t>Airlines</a:t>
            </a:r>
            <a:endParaRPr lang="pl-PL" sz="3600" dirty="0">
              <a:solidFill>
                <a:schemeClr val="lt2"/>
              </a:solidFill>
            </a:endParaRPr>
          </a:p>
        </p:txBody>
      </p:sp>
      <p:sp>
        <p:nvSpPr>
          <p:cNvPr id="3284" name="Google Shape;3284;p38"/>
          <p:cNvSpPr txBox="1">
            <a:spLocks noGrp="1"/>
          </p:cNvSpPr>
          <p:nvPr>
            <p:ph type="subTitle" idx="1"/>
          </p:nvPr>
        </p:nvSpPr>
        <p:spPr>
          <a:xfrm>
            <a:off x="744350" y="3403328"/>
            <a:ext cx="4986542" cy="367458"/>
          </a:xfrm>
          <a:prstGeom prst="rect">
            <a:avLst/>
          </a:prstGeom>
          <a:solidFill>
            <a:srgbClr val="4B94D8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pl-PL" sz="1400" b="1" dirty="0">
                <a:latin typeface="Arial Rounded MT Bold" panose="020F0704030504030204" pitchFamily="34" charset="0"/>
              </a:rPr>
              <a:t>Malgorzata Victor</a:t>
            </a:r>
            <a:r>
              <a:rPr lang="en-IE" sz="1400" b="1" dirty="0">
                <a:latin typeface="Arial Rounded MT Bold" panose="020F0704030504030204" pitchFamily="34" charset="0"/>
              </a:rPr>
              <a:t>, </a:t>
            </a:r>
            <a:r>
              <a:rPr lang="pl-PL" sz="1400" b="1" dirty="0">
                <a:latin typeface="Arial Rounded MT Bold" panose="020F0704030504030204" pitchFamily="34" charset="0"/>
              </a:rPr>
              <a:t>Raels Santers</a:t>
            </a:r>
            <a:r>
              <a:rPr lang="en-IE" sz="1400" b="1" dirty="0">
                <a:latin typeface="Arial Rounded MT Bold" panose="020F0704030504030204" pitchFamily="34" charset="0"/>
              </a:rPr>
              <a:t>,</a:t>
            </a:r>
            <a:r>
              <a:rPr lang="pl-PL" sz="1400" b="1" dirty="0">
                <a:latin typeface="Arial Rounded MT Bold" panose="020F0704030504030204" pitchFamily="34" charset="0"/>
              </a:rPr>
              <a:t> Tomás McGrat</a:t>
            </a:r>
            <a:r>
              <a:rPr lang="en-IE" sz="1400" b="1" dirty="0">
                <a:latin typeface="Arial Rounded MT Bold" panose="020F0704030504030204" pitchFamily="34" charset="0"/>
              </a:rPr>
              <a:t>h</a:t>
            </a:r>
            <a:endParaRPr sz="1400" b="1" dirty="0">
              <a:latin typeface="Arial Rounded MT Bold" panose="020F0704030504030204" pitchFamily="34" charset="0"/>
            </a:endParaRPr>
          </a:p>
        </p:txBody>
      </p:sp>
      <p:grpSp>
        <p:nvGrpSpPr>
          <p:cNvPr id="3285" name="Google Shape;3285;p38"/>
          <p:cNvGrpSpPr/>
          <p:nvPr/>
        </p:nvGrpSpPr>
        <p:grpSpPr>
          <a:xfrm>
            <a:off x="5516375" y="1285717"/>
            <a:ext cx="3480245" cy="1373835"/>
            <a:chOff x="4112050" y="-2536483"/>
            <a:chExt cx="3480245" cy="1373835"/>
          </a:xfrm>
        </p:grpSpPr>
        <p:sp>
          <p:nvSpPr>
            <p:cNvPr id="3286" name="Google Shape;3286;p38"/>
            <p:cNvSpPr/>
            <p:nvPr/>
          </p:nvSpPr>
          <p:spPr>
            <a:xfrm>
              <a:off x="5347543" y="-1715908"/>
              <a:ext cx="272000" cy="55326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38"/>
            <p:cNvSpPr/>
            <p:nvPr/>
          </p:nvSpPr>
          <p:spPr>
            <a:xfrm>
              <a:off x="5347543" y="-1715908"/>
              <a:ext cx="272000" cy="55326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38"/>
            <p:cNvSpPr/>
            <p:nvPr/>
          </p:nvSpPr>
          <p:spPr>
            <a:xfrm>
              <a:off x="5952274" y="-2294607"/>
              <a:ext cx="752333" cy="316579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38"/>
            <p:cNvSpPr/>
            <p:nvPr/>
          </p:nvSpPr>
          <p:spPr>
            <a:xfrm>
              <a:off x="5952274" y="-2294607"/>
              <a:ext cx="752333" cy="316579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38"/>
            <p:cNvSpPr/>
            <p:nvPr/>
          </p:nvSpPr>
          <p:spPr>
            <a:xfrm>
              <a:off x="5958062" y="-2441590"/>
              <a:ext cx="526636" cy="159743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rgbClr val="4B94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38"/>
            <p:cNvSpPr/>
            <p:nvPr/>
          </p:nvSpPr>
          <p:spPr>
            <a:xfrm>
              <a:off x="5382835" y="-2302118"/>
              <a:ext cx="526636" cy="159743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rgbClr val="4B94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38"/>
            <p:cNvSpPr/>
            <p:nvPr/>
          </p:nvSpPr>
          <p:spPr>
            <a:xfrm>
              <a:off x="5958062" y="-2396445"/>
              <a:ext cx="526636" cy="114598"/>
            </a:xfrm>
            <a:custGeom>
              <a:avLst/>
              <a:gdLst/>
              <a:ahLst/>
              <a:cxnLst/>
              <a:rect l="l" t="t" r="r" b="b"/>
              <a:pathLst>
                <a:path w="19563" h="4257" extrusionOk="0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38"/>
            <p:cNvSpPr/>
            <p:nvPr/>
          </p:nvSpPr>
          <p:spPr>
            <a:xfrm>
              <a:off x="5385150" y="-2270298"/>
              <a:ext cx="524321" cy="105930"/>
            </a:xfrm>
            <a:custGeom>
              <a:avLst/>
              <a:gdLst/>
              <a:ahLst/>
              <a:cxnLst/>
              <a:rect l="l" t="t" r="r" b="b"/>
              <a:pathLst>
                <a:path w="19477" h="3935" extrusionOk="0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38"/>
            <p:cNvSpPr/>
            <p:nvPr/>
          </p:nvSpPr>
          <p:spPr>
            <a:xfrm>
              <a:off x="4763648" y="-1801567"/>
              <a:ext cx="451987" cy="241338"/>
            </a:xfrm>
            <a:custGeom>
              <a:avLst/>
              <a:gdLst/>
              <a:ahLst/>
              <a:cxnLst/>
              <a:rect l="l" t="t" r="r" b="b"/>
              <a:pathLst>
                <a:path w="16790" h="8965" extrusionOk="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rgbClr val="4B94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5" name="Google Shape;3295;p38"/>
            <p:cNvSpPr/>
            <p:nvPr/>
          </p:nvSpPr>
          <p:spPr>
            <a:xfrm>
              <a:off x="4833667" y="-1546366"/>
              <a:ext cx="452552" cy="240772"/>
            </a:xfrm>
            <a:custGeom>
              <a:avLst/>
              <a:gdLst/>
              <a:ahLst/>
              <a:cxnLst/>
              <a:rect l="l" t="t" r="r" b="b"/>
              <a:pathLst>
                <a:path w="16811" h="8944" extrusionOk="0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rgbClr val="4B94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38"/>
            <p:cNvSpPr/>
            <p:nvPr/>
          </p:nvSpPr>
          <p:spPr>
            <a:xfrm>
              <a:off x="4902529" y="-1794622"/>
              <a:ext cx="313107" cy="234392"/>
            </a:xfrm>
            <a:custGeom>
              <a:avLst/>
              <a:gdLst/>
              <a:ahLst/>
              <a:cxnLst/>
              <a:rect l="l" t="t" r="r" b="b"/>
              <a:pathLst>
                <a:path w="11631" h="8707" extrusionOk="0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38"/>
            <p:cNvSpPr/>
            <p:nvPr/>
          </p:nvSpPr>
          <p:spPr>
            <a:xfrm>
              <a:off x="5020573" y="-1528410"/>
              <a:ext cx="265647" cy="222817"/>
            </a:xfrm>
            <a:custGeom>
              <a:avLst/>
              <a:gdLst/>
              <a:ahLst/>
              <a:cxnLst/>
              <a:rect l="l" t="t" r="r" b="b"/>
              <a:pathLst>
                <a:path w="9868" h="8277" extrusionOk="0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38"/>
            <p:cNvSpPr/>
            <p:nvPr/>
          </p:nvSpPr>
          <p:spPr>
            <a:xfrm>
              <a:off x="6835358" y="-1828756"/>
              <a:ext cx="756937" cy="277222"/>
            </a:xfrm>
            <a:custGeom>
              <a:avLst/>
              <a:gdLst/>
              <a:ahLst/>
              <a:cxnLst/>
              <a:rect l="l" t="t" r="r" b="b"/>
              <a:pathLst>
                <a:path w="28118" h="10298" extrusionOk="0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38"/>
            <p:cNvSpPr/>
            <p:nvPr/>
          </p:nvSpPr>
          <p:spPr>
            <a:xfrm>
              <a:off x="6835358" y="-1828756"/>
              <a:ext cx="756937" cy="277222"/>
            </a:xfrm>
            <a:custGeom>
              <a:avLst/>
              <a:gdLst/>
              <a:ahLst/>
              <a:cxnLst/>
              <a:rect l="l" t="t" r="r" b="b"/>
              <a:pathLst>
                <a:path w="28118" h="10298" fill="none" extrusionOk="0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38"/>
            <p:cNvSpPr/>
            <p:nvPr/>
          </p:nvSpPr>
          <p:spPr>
            <a:xfrm>
              <a:off x="4112050" y="-2490208"/>
              <a:ext cx="3054909" cy="1005220"/>
            </a:xfrm>
            <a:custGeom>
              <a:avLst/>
              <a:gdLst/>
              <a:ahLst/>
              <a:cxnLst/>
              <a:rect l="l" t="t" r="r" b="b"/>
              <a:pathLst>
                <a:path w="113481" h="37341" extrusionOk="0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38"/>
            <p:cNvSpPr/>
            <p:nvPr/>
          </p:nvSpPr>
          <p:spPr>
            <a:xfrm>
              <a:off x="4112050" y="-2490208"/>
              <a:ext cx="3054909" cy="1005220"/>
            </a:xfrm>
            <a:custGeom>
              <a:avLst/>
              <a:gdLst/>
              <a:ahLst/>
              <a:cxnLst/>
              <a:rect l="l" t="t" r="r" b="b"/>
              <a:pathLst>
                <a:path w="113481" h="37341" fill="none" extrusionOk="0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38"/>
            <p:cNvSpPr/>
            <p:nvPr/>
          </p:nvSpPr>
          <p:spPr>
            <a:xfrm>
              <a:off x="6440684" y="-2230376"/>
              <a:ext cx="899316" cy="600128"/>
            </a:xfrm>
            <a:custGeom>
              <a:avLst/>
              <a:gdLst/>
              <a:ahLst/>
              <a:cxnLst/>
              <a:rect l="l" t="t" r="r" b="b"/>
              <a:pathLst>
                <a:path w="33407" h="22293" extrusionOk="0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38"/>
            <p:cNvSpPr/>
            <p:nvPr/>
          </p:nvSpPr>
          <p:spPr>
            <a:xfrm>
              <a:off x="5422758" y="-2536483"/>
              <a:ext cx="1784150" cy="497105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38"/>
            <p:cNvSpPr/>
            <p:nvPr/>
          </p:nvSpPr>
          <p:spPr>
            <a:xfrm>
              <a:off x="4200563" y="-2424819"/>
              <a:ext cx="54432" cy="64285"/>
            </a:xfrm>
            <a:custGeom>
              <a:avLst/>
              <a:gdLst/>
              <a:ahLst/>
              <a:cxnLst/>
              <a:rect l="l" t="t" r="r" b="b"/>
              <a:pathLst>
                <a:path w="2022" h="2388" extrusionOk="0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38"/>
            <p:cNvSpPr/>
            <p:nvPr/>
          </p:nvSpPr>
          <p:spPr>
            <a:xfrm>
              <a:off x="4299521" y="-2320639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38"/>
            <p:cNvSpPr/>
            <p:nvPr/>
          </p:nvSpPr>
          <p:spPr>
            <a:xfrm>
              <a:off x="4299521" y="-2320639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38"/>
            <p:cNvSpPr/>
            <p:nvPr/>
          </p:nvSpPr>
          <p:spPr>
            <a:xfrm>
              <a:off x="4378235" y="-2261630"/>
              <a:ext cx="24901" cy="29558"/>
            </a:xfrm>
            <a:custGeom>
              <a:avLst/>
              <a:gdLst/>
              <a:ahLst/>
              <a:cxnLst/>
              <a:rect l="l" t="t" r="r" b="b"/>
              <a:pathLst>
                <a:path w="925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38"/>
            <p:cNvSpPr/>
            <p:nvPr/>
          </p:nvSpPr>
          <p:spPr>
            <a:xfrm>
              <a:off x="4378235" y="-2261630"/>
              <a:ext cx="24901" cy="29558"/>
            </a:xfrm>
            <a:custGeom>
              <a:avLst/>
              <a:gdLst/>
              <a:ahLst/>
              <a:cxnLst/>
              <a:rect l="l" t="t" r="r" b="b"/>
              <a:pathLst>
                <a:path w="925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38"/>
            <p:cNvSpPr/>
            <p:nvPr/>
          </p:nvSpPr>
          <p:spPr>
            <a:xfrm>
              <a:off x="4408897" y="-225005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38"/>
            <p:cNvSpPr/>
            <p:nvPr/>
          </p:nvSpPr>
          <p:spPr>
            <a:xfrm>
              <a:off x="4408897" y="-225005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38"/>
            <p:cNvSpPr/>
            <p:nvPr/>
          </p:nvSpPr>
          <p:spPr>
            <a:xfrm>
              <a:off x="4439585" y="-223788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38"/>
            <p:cNvSpPr/>
            <p:nvPr/>
          </p:nvSpPr>
          <p:spPr>
            <a:xfrm>
              <a:off x="4439585" y="-223788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38"/>
            <p:cNvSpPr/>
            <p:nvPr/>
          </p:nvSpPr>
          <p:spPr>
            <a:xfrm>
              <a:off x="4470247" y="-2226311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38"/>
            <p:cNvSpPr/>
            <p:nvPr/>
          </p:nvSpPr>
          <p:spPr>
            <a:xfrm>
              <a:off x="4470247" y="-2226311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38"/>
            <p:cNvSpPr/>
            <p:nvPr/>
          </p:nvSpPr>
          <p:spPr>
            <a:xfrm>
              <a:off x="4500909" y="-221417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38"/>
            <p:cNvSpPr/>
            <p:nvPr/>
          </p:nvSpPr>
          <p:spPr>
            <a:xfrm>
              <a:off x="4500909" y="-221417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38"/>
            <p:cNvSpPr/>
            <p:nvPr/>
          </p:nvSpPr>
          <p:spPr>
            <a:xfrm>
              <a:off x="4531598" y="-2202594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38"/>
            <p:cNvSpPr/>
            <p:nvPr/>
          </p:nvSpPr>
          <p:spPr>
            <a:xfrm>
              <a:off x="4531598" y="-2202594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38"/>
            <p:cNvSpPr/>
            <p:nvPr/>
          </p:nvSpPr>
          <p:spPr>
            <a:xfrm>
              <a:off x="4562260" y="-2190427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38"/>
            <p:cNvSpPr/>
            <p:nvPr/>
          </p:nvSpPr>
          <p:spPr>
            <a:xfrm>
              <a:off x="4562260" y="-2190427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38"/>
            <p:cNvSpPr/>
            <p:nvPr/>
          </p:nvSpPr>
          <p:spPr>
            <a:xfrm>
              <a:off x="4592922" y="-217887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38"/>
            <p:cNvSpPr/>
            <p:nvPr/>
          </p:nvSpPr>
          <p:spPr>
            <a:xfrm>
              <a:off x="4592922" y="-217887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38"/>
            <p:cNvSpPr/>
            <p:nvPr/>
          </p:nvSpPr>
          <p:spPr>
            <a:xfrm>
              <a:off x="4623611" y="-2167302"/>
              <a:ext cx="24309" cy="29558"/>
            </a:xfrm>
            <a:custGeom>
              <a:avLst/>
              <a:gdLst/>
              <a:ahLst/>
              <a:cxnLst/>
              <a:rect l="l" t="t" r="r" b="b"/>
              <a:pathLst>
                <a:path w="903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38"/>
            <p:cNvSpPr/>
            <p:nvPr/>
          </p:nvSpPr>
          <p:spPr>
            <a:xfrm>
              <a:off x="4623611" y="-2167302"/>
              <a:ext cx="24309" cy="29558"/>
            </a:xfrm>
            <a:custGeom>
              <a:avLst/>
              <a:gdLst/>
              <a:ahLst/>
              <a:cxnLst/>
              <a:rect l="l" t="t" r="r" b="b"/>
              <a:pathLst>
                <a:path w="903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38"/>
            <p:cNvSpPr/>
            <p:nvPr/>
          </p:nvSpPr>
          <p:spPr>
            <a:xfrm>
              <a:off x="4653680" y="-2155134"/>
              <a:ext cx="24928" cy="28966"/>
            </a:xfrm>
            <a:custGeom>
              <a:avLst/>
              <a:gdLst/>
              <a:ahLst/>
              <a:cxnLst/>
              <a:rect l="l" t="t" r="r" b="b"/>
              <a:pathLst>
                <a:path w="926" h="1076" extrusionOk="0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38"/>
            <p:cNvSpPr/>
            <p:nvPr/>
          </p:nvSpPr>
          <p:spPr>
            <a:xfrm>
              <a:off x="4653680" y="-2155134"/>
              <a:ext cx="24928" cy="28966"/>
            </a:xfrm>
            <a:custGeom>
              <a:avLst/>
              <a:gdLst/>
              <a:ahLst/>
              <a:cxnLst/>
              <a:rect l="l" t="t" r="r" b="b"/>
              <a:pathLst>
                <a:path w="926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38"/>
            <p:cNvSpPr/>
            <p:nvPr/>
          </p:nvSpPr>
          <p:spPr>
            <a:xfrm>
              <a:off x="4684369" y="-2143559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38"/>
            <p:cNvSpPr/>
            <p:nvPr/>
          </p:nvSpPr>
          <p:spPr>
            <a:xfrm>
              <a:off x="4684369" y="-2143559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38"/>
            <p:cNvSpPr/>
            <p:nvPr/>
          </p:nvSpPr>
          <p:spPr>
            <a:xfrm>
              <a:off x="4715031" y="-2131418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38"/>
            <p:cNvSpPr/>
            <p:nvPr/>
          </p:nvSpPr>
          <p:spPr>
            <a:xfrm>
              <a:off x="4715031" y="-2131418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38"/>
            <p:cNvSpPr/>
            <p:nvPr/>
          </p:nvSpPr>
          <p:spPr>
            <a:xfrm>
              <a:off x="4745693" y="-2119842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38"/>
            <p:cNvSpPr/>
            <p:nvPr/>
          </p:nvSpPr>
          <p:spPr>
            <a:xfrm>
              <a:off x="4745693" y="-2119842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38"/>
            <p:cNvSpPr/>
            <p:nvPr/>
          </p:nvSpPr>
          <p:spPr>
            <a:xfrm>
              <a:off x="4881127" y="-2088588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38"/>
            <p:cNvSpPr/>
            <p:nvPr/>
          </p:nvSpPr>
          <p:spPr>
            <a:xfrm>
              <a:off x="4881127" y="-2088588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38"/>
            <p:cNvSpPr/>
            <p:nvPr/>
          </p:nvSpPr>
          <p:spPr>
            <a:xfrm>
              <a:off x="4911789" y="-2077013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38"/>
            <p:cNvSpPr/>
            <p:nvPr/>
          </p:nvSpPr>
          <p:spPr>
            <a:xfrm>
              <a:off x="4911789" y="-2077013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38"/>
            <p:cNvSpPr/>
            <p:nvPr/>
          </p:nvSpPr>
          <p:spPr>
            <a:xfrm>
              <a:off x="4942451" y="-206487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38"/>
            <p:cNvSpPr/>
            <p:nvPr/>
          </p:nvSpPr>
          <p:spPr>
            <a:xfrm>
              <a:off x="4942451" y="-206487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38"/>
            <p:cNvSpPr/>
            <p:nvPr/>
          </p:nvSpPr>
          <p:spPr>
            <a:xfrm>
              <a:off x="4973140" y="-205329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38"/>
            <p:cNvSpPr/>
            <p:nvPr/>
          </p:nvSpPr>
          <p:spPr>
            <a:xfrm>
              <a:off x="4973140" y="-205329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38"/>
            <p:cNvSpPr/>
            <p:nvPr/>
          </p:nvSpPr>
          <p:spPr>
            <a:xfrm>
              <a:off x="5003209" y="-2041720"/>
              <a:ext cx="24928" cy="29558"/>
            </a:xfrm>
            <a:custGeom>
              <a:avLst/>
              <a:gdLst/>
              <a:ahLst/>
              <a:cxnLst/>
              <a:rect l="l" t="t" r="r" b="b"/>
              <a:pathLst>
                <a:path w="926" h="1098" extrusionOk="0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38"/>
            <p:cNvSpPr/>
            <p:nvPr/>
          </p:nvSpPr>
          <p:spPr>
            <a:xfrm>
              <a:off x="5003209" y="-2041720"/>
              <a:ext cx="24928" cy="29558"/>
            </a:xfrm>
            <a:custGeom>
              <a:avLst/>
              <a:gdLst/>
              <a:ahLst/>
              <a:cxnLst/>
              <a:rect l="l" t="t" r="r" b="b"/>
              <a:pathLst>
                <a:path w="926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38"/>
            <p:cNvSpPr/>
            <p:nvPr/>
          </p:nvSpPr>
          <p:spPr>
            <a:xfrm>
              <a:off x="5033898" y="-2029553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38"/>
            <p:cNvSpPr/>
            <p:nvPr/>
          </p:nvSpPr>
          <p:spPr>
            <a:xfrm>
              <a:off x="5033898" y="-2029553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38"/>
            <p:cNvSpPr/>
            <p:nvPr/>
          </p:nvSpPr>
          <p:spPr>
            <a:xfrm>
              <a:off x="5064560" y="-2017977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38"/>
            <p:cNvSpPr/>
            <p:nvPr/>
          </p:nvSpPr>
          <p:spPr>
            <a:xfrm>
              <a:off x="5064560" y="-2017977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38"/>
            <p:cNvSpPr/>
            <p:nvPr/>
          </p:nvSpPr>
          <p:spPr>
            <a:xfrm>
              <a:off x="5095222" y="-200583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38"/>
            <p:cNvSpPr/>
            <p:nvPr/>
          </p:nvSpPr>
          <p:spPr>
            <a:xfrm>
              <a:off x="5095222" y="-200583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38"/>
            <p:cNvSpPr/>
            <p:nvPr/>
          </p:nvSpPr>
          <p:spPr>
            <a:xfrm>
              <a:off x="5125911" y="-1994260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38"/>
            <p:cNvSpPr/>
            <p:nvPr/>
          </p:nvSpPr>
          <p:spPr>
            <a:xfrm>
              <a:off x="5125911" y="-1994260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38"/>
            <p:cNvSpPr/>
            <p:nvPr/>
          </p:nvSpPr>
          <p:spPr>
            <a:xfrm>
              <a:off x="5156573" y="-198212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38"/>
            <p:cNvSpPr/>
            <p:nvPr/>
          </p:nvSpPr>
          <p:spPr>
            <a:xfrm>
              <a:off x="5156573" y="-198212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38"/>
            <p:cNvSpPr/>
            <p:nvPr/>
          </p:nvSpPr>
          <p:spPr>
            <a:xfrm>
              <a:off x="5187235" y="-197054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38"/>
            <p:cNvSpPr/>
            <p:nvPr/>
          </p:nvSpPr>
          <p:spPr>
            <a:xfrm>
              <a:off x="5187235" y="-197054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38"/>
            <p:cNvSpPr/>
            <p:nvPr/>
          </p:nvSpPr>
          <p:spPr>
            <a:xfrm>
              <a:off x="5217923" y="-195896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38"/>
            <p:cNvSpPr/>
            <p:nvPr/>
          </p:nvSpPr>
          <p:spPr>
            <a:xfrm>
              <a:off x="5217923" y="-195896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38"/>
            <p:cNvSpPr/>
            <p:nvPr/>
          </p:nvSpPr>
          <p:spPr>
            <a:xfrm>
              <a:off x="5248585" y="-1946801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38"/>
            <p:cNvSpPr/>
            <p:nvPr/>
          </p:nvSpPr>
          <p:spPr>
            <a:xfrm>
              <a:off x="5248585" y="-1946801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38"/>
            <p:cNvSpPr/>
            <p:nvPr/>
          </p:nvSpPr>
          <p:spPr>
            <a:xfrm>
              <a:off x="5404264" y="-1894737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38"/>
            <p:cNvSpPr/>
            <p:nvPr/>
          </p:nvSpPr>
          <p:spPr>
            <a:xfrm>
              <a:off x="5404264" y="-1894737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38"/>
            <p:cNvSpPr/>
            <p:nvPr/>
          </p:nvSpPr>
          <p:spPr>
            <a:xfrm>
              <a:off x="5434925" y="-1883162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38"/>
            <p:cNvSpPr/>
            <p:nvPr/>
          </p:nvSpPr>
          <p:spPr>
            <a:xfrm>
              <a:off x="5434925" y="-1883162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38"/>
            <p:cNvSpPr/>
            <p:nvPr/>
          </p:nvSpPr>
          <p:spPr>
            <a:xfrm>
              <a:off x="5465587" y="-1871586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38"/>
            <p:cNvSpPr/>
            <p:nvPr/>
          </p:nvSpPr>
          <p:spPr>
            <a:xfrm>
              <a:off x="5465587" y="-1871586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38"/>
            <p:cNvSpPr/>
            <p:nvPr/>
          </p:nvSpPr>
          <p:spPr>
            <a:xfrm>
              <a:off x="5496276" y="-1859418"/>
              <a:ext cx="24309" cy="28939"/>
            </a:xfrm>
            <a:custGeom>
              <a:avLst/>
              <a:gdLst/>
              <a:ahLst/>
              <a:cxnLst/>
              <a:rect l="l" t="t" r="r" b="b"/>
              <a:pathLst>
                <a:path w="903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38"/>
            <p:cNvSpPr/>
            <p:nvPr/>
          </p:nvSpPr>
          <p:spPr>
            <a:xfrm>
              <a:off x="5496276" y="-1859418"/>
              <a:ext cx="24309" cy="28939"/>
            </a:xfrm>
            <a:custGeom>
              <a:avLst/>
              <a:gdLst/>
              <a:ahLst/>
              <a:cxnLst/>
              <a:rect l="l" t="t" r="r" b="b"/>
              <a:pathLst>
                <a:path w="903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38"/>
            <p:cNvSpPr/>
            <p:nvPr/>
          </p:nvSpPr>
          <p:spPr>
            <a:xfrm>
              <a:off x="5526346" y="-1847843"/>
              <a:ext cx="24928" cy="29531"/>
            </a:xfrm>
            <a:custGeom>
              <a:avLst/>
              <a:gdLst/>
              <a:ahLst/>
              <a:cxnLst/>
              <a:rect l="l" t="t" r="r" b="b"/>
              <a:pathLst>
                <a:path w="926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38"/>
            <p:cNvSpPr/>
            <p:nvPr/>
          </p:nvSpPr>
          <p:spPr>
            <a:xfrm>
              <a:off x="5526346" y="-1847843"/>
              <a:ext cx="24928" cy="29531"/>
            </a:xfrm>
            <a:custGeom>
              <a:avLst/>
              <a:gdLst/>
              <a:ahLst/>
              <a:cxnLst/>
              <a:rect l="l" t="t" r="r" b="b"/>
              <a:pathLst>
                <a:path w="926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38"/>
            <p:cNvSpPr/>
            <p:nvPr/>
          </p:nvSpPr>
          <p:spPr>
            <a:xfrm>
              <a:off x="5557035" y="-183570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38"/>
            <p:cNvSpPr/>
            <p:nvPr/>
          </p:nvSpPr>
          <p:spPr>
            <a:xfrm>
              <a:off x="5557035" y="-183570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38"/>
            <p:cNvSpPr/>
            <p:nvPr/>
          </p:nvSpPr>
          <p:spPr>
            <a:xfrm>
              <a:off x="5587696" y="-1824126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38"/>
            <p:cNvSpPr/>
            <p:nvPr/>
          </p:nvSpPr>
          <p:spPr>
            <a:xfrm>
              <a:off x="5587696" y="-1824126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38"/>
            <p:cNvSpPr/>
            <p:nvPr/>
          </p:nvSpPr>
          <p:spPr>
            <a:xfrm>
              <a:off x="5618358" y="-1811985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38"/>
            <p:cNvSpPr/>
            <p:nvPr/>
          </p:nvSpPr>
          <p:spPr>
            <a:xfrm>
              <a:off x="5618358" y="-1811985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38"/>
            <p:cNvSpPr/>
            <p:nvPr/>
          </p:nvSpPr>
          <p:spPr>
            <a:xfrm>
              <a:off x="5649047" y="-1800410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38"/>
            <p:cNvSpPr/>
            <p:nvPr/>
          </p:nvSpPr>
          <p:spPr>
            <a:xfrm>
              <a:off x="5649047" y="-1800410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38"/>
            <p:cNvSpPr/>
            <p:nvPr/>
          </p:nvSpPr>
          <p:spPr>
            <a:xfrm>
              <a:off x="5679709" y="-178883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38"/>
            <p:cNvSpPr/>
            <p:nvPr/>
          </p:nvSpPr>
          <p:spPr>
            <a:xfrm>
              <a:off x="5679709" y="-178883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38"/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38"/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38"/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38"/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38"/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38"/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38"/>
            <p:cNvSpPr/>
            <p:nvPr/>
          </p:nvSpPr>
          <p:spPr>
            <a:xfrm>
              <a:off x="4810516" y="-2192176"/>
              <a:ext cx="54998" cy="100142"/>
            </a:xfrm>
            <a:custGeom>
              <a:avLst/>
              <a:gdLst/>
              <a:ahLst/>
              <a:cxnLst/>
              <a:rect l="l" t="t" r="r" b="b"/>
              <a:pathLst>
                <a:path w="2043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38"/>
            <p:cNvSpPr/>
            <p:nvPr/>
          </p:nvSpPr>
          <p:spPr>
            <a:xfrm>
              <a:off x="5319762" y="-2002956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38"/>
            <p:cNvSpPr/>
            <p:nvPr/>
          </p:nvSpPr>
          <p:spPr>
            <a:xfrm>
              <a:off x="5319762" y="-2002956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38"/>
            <p:cNvSpPr/>
            <p:nvPr/>
          </p:nvSpPr>
          <p:spPr>
            <a:xfrm>
              <a:off x="6201123" y="-2203752"/>
              <a:ext cx="1138878" cy="693298"/>
            </a:xfrm>
            <a:custGeom>
              <a:avLst/>
              <a:gdLst/>
              <a:ahLst/>
              <a:cxnLst/>
              <a:rect l="l" t="t" r="r" b="b"/>
              <a:pathLst>
                <a:path w="42306" h="25754" fill="none" extrusionOk="0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38"/>
            <p:cNvSpPr/>
            <p:nvPr/>
          </p:nvSpPr>
          <p:spPr>
            <a:xfrm>
              <a:off x="4112615" y="-2335122"/>
              <a:ext cx="592" cy="4092"/>
            </a:xfrm>
            <a:custGeom>
              <a:avLst/>
              <a:gdLst/>
              <a:ahLst/>
              <a:cxnLst/>
              <a:rect l="l" t="t" r="r" b="b"/>
              <a:pathLst>
                <a:path w="22" h="152" extrusionOk="0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38"/>
            <p:cNvSpPr/>
            <p:nvPr/>
          </p:nvSpPr>
          <p:spPr>
            <a:xfrm>
              <a:off x="4112615" y="-2331057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38"/>
            <p:cNvSpPr/>
            <p:nvPr/>
          </p:nvSpPr>
          <p:spPr>
            <a:xfrm>
              <a:off x="4112615" y="-2331649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38"/>
            <p:cNvSpPr/>
            <p:nvPr/>
          </p:nvSpPr>
          <p:spPr>
            <a:xfrm>
              <a:off x="4112615" y="-2331649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38"/>
            <p:cNvSpPr/>
            <p:nvPr/>
          </p:nvSpPr>
          <p:spPr>
            <a:xfrm>
              <a:off x="4112615" y="-2332214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38"/>
            <p:cNvSpPr/>
            <p:nvPr/>
          </p:nvSpPr>
          <p:spPr>
            <a:xfrm>
              <a:off x="4112615" y="-2332806"/>
              <a:ext cx="27" cy="619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38"/>
            <p:cNvSpPr/>
            <p:nvPr/>
          </p:nvSpPr>
          <p:spPr>
            <a:xfrm>
              <a:off x="4112615" y="-2332806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38"/>
            <p:cNvSpPr/>
            <p:nvPr/>
          </p:nvSpPr>
          <p:spPr>
            <a:xfrm>
              <a:off x="4112615" y="-2333372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38"/>
            <p:cNvSpPr/>
            <p:nvPr/>
          </p:nvSpPr>
          <p:spPr>
            <a:xfrm>
              <a:off x="4112615" y="-2333372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38"/>
            <p:cNvSpPr/>
            <p:nvPr/>
          </p:nvSpPr>
          <p:spPr>
            <a:xfrm>
              <a:off x="4112615" y="-2333964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38"/>
            <p:cNvSpPr/>
            <p:nvPr/>
          </p:nvSpPr>
          <p:spPr>
            <a:xfrm>
              <a:off x="4113180" y="-2333964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38"/>
            <p:cNvSpPr/>
            <p:nvPr/>
          </p:nvSpPr>
          <p:spPr>
            <a:xfrm>
              <a:off x="4113180" y="-2334529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38"/>
            <p:cNvSpPr/>
            <p:nvPr/>
          </p:nvSpPr>
          <p:spPr>
            <a:xfrm>
              <a:off x="4113180" y="-2335122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38"/>
            <p:cNvSpPr/>
            <p:nvPr/>
          </p:nvSpPr>
          <p:spPr>
            <a:xfrm>
              <a:off x="4112050" y="-2393565"/>
              <a:ext cx="2383066" cy="877915"/>
            </a:xfrm>
            <a:custGeom>
              <a:avLst/>
              <a:gdLst/>
              <a:ahLst/>
              <a:cxnLst/>
              <a:rect l="l" t="t" r="r" b="b"/>
              <a:pathLst>
                <a:path w="88524" h="32612" extrusionOk="0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38"/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38"/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38"/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38"/>
            <p:cNvSpPr/>
            <p:nvPr/>
          </p:nvSpPr>
          <p:spPr>
            <a:xfrm>
              <a:off x="4112050" y="-2393565"/>
              <a:ext cx="2383066" cy="877915"/>
            </a:xfrm>
            <a:custGeom>
              <a:avLst/>
              <a:gdLst/>
              <a:ahLst/>
              <a:cxnLst/>
              <a:rect l="l" t="t" r="r" b="b"/>
              <a:pathLst>
                <a:path w="88524" h="32612" fill="none" extrusionOk="0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38"/>
            <p:cNvSpPr/>
            <p:nvPr/>
          </p:nvSpPr>
          <p:spPr>
            <a:xfrm>
              <a:off x="4299521" y="-2265103"/>
              <a:ext cx="46922" cy="44606"/>
            </a:xfrm>
            <a:custGeom>
              <a:avLst/>
              <a:gdLst/>
              <a:ahLst/>
              <a:cxnLst/>
              <a:rect l="l" t="t" r="r" b="b"/>
              <a:pathLst>
                <a:path w="1743" h="1657" fill="none" extrusionOk="0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38"/>
            <p:cNvSpPr/>
            <p:nvPr/>
          </p:nvSpPr>
          <p:spPr>
            <a:xfrm>
              <a:off x="4379958" y="-2238479"/>
              <a:ext cx="16825" cy="6407"/>
            </a:xfrm>
            <a:custGeom>
              <a:avLst/>
              <a:gdLst/>
              <a:ahLst/>
              <a:cxnLst/>
              <a:rect l="l" t="t" r="r" b="b"/>
              <a:pathLst>
                <a:path w="625" h="238" extrusionOk="0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38"/>
            <p:cNvSpPr/>
            <p:nvPr/>
          </p:nvSpPr>
          <p:spPr>
            <a:xfrm>
              <a:off x="4379958" y="-2238479"/>
              <a:ext cx="16825" cy="6407"/>
            </a:xfrm>
            <a:custGeom>
              <a:avLst/>
              <a:gdLst/>
              <a:ahLst/>
              <a:cxnLst/>
              <a:rect l="l" t="t" r="r" b="b"/>
              <a:pathLst>
                <a:path w="625" h="23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38"/>
            <p:cNvSpPr/>
            <p:nvPr/>
          </p:nvSpPr>
          <p:spPr>
            <a:xfrm>
              <a:off x="4409489" y="-2228061"/>
              <a:ext cx="19113" cy="7565"/>
            </a:xfrm>
            <a:custGeom>
              <a:avLst/>
              <a:gdLst/>
              <a:ahLst/>
              <a:cxnLst/>
              <a:rect l="l" t="t" r="r" b="b"/>
              <a:pathLst>
                <a:path w="710" h="281" extrusionOk="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38"/>
            <p:cNvSpPr/>
            <p:nvPr/>
          </p:nvSpPr>
          <p:spPr>
            <a:xfrm>
              <a:off x="4409489" y="-2228061"/>
              <a:ext cx="19113" cy="7565"/>
            </a:xfrm>
            <a:custGeom>
              <a:avLst/>
              <a:gdLst/>
              <a:ahLst/>
              <a:cxnLst/>
              <a:rect l="l" t="t" r="r" b="b"/>
              <a:pathLst>
                <a:path w="710" h="28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38"/>
            <p:cNvSpPr/>
            <p:nvPr/>
          </p:nvSpPr>
          <p:spPr>
            <a:xfrm>
              <a:off x="4439585" y="-2217643"/>
              <a:ext cx="20836" cy="8722"/>
            </a:xfrm>
            <a:custGeom>
              <a:avLst/>
              <a:gdLst/>
              <a:ahLst/>
              <a:cxnLst/>
              <a:rect l="l" t="t" r="r" b="b"/>
              <a:pathLst>
                <a:path w="774" h="324" extrusionOk="0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38"/>
            <p:cNvSpPr/>
            <p:nvPr/>
          </p:nvSpPr>
          <p:spPr>
            <a:xfrm>
              <a:off x="4439585" y="-2217643"/>
              <a:ext cx="20836" cy="8722"/>
            </a:xfrm>
            <a:custGeom>
              <a:avLst/>
              <a:gdLst/>
              <a:ahLst/>
              <a:cxnLst/>
              <a:rect l="l" t="t" r="r" b="b"/>
              <a:pathLst>
                <a:path w="774" h="32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38"/>
            <p:cNvSpPr/>
            <p:nvPr/>
          </p:nvSpPr>
          <p:spPr>
            <a:xfrm>
              <a:off x="4470247" y="-2207225"/>
              <a:ext cx="21428" cy="10445"/>
            </a:xfrm>
            <a:custGeom>
              <a:avLst/>
              <a:gdLst/>
              <a:ahLst/>
              <a:cxnLst/>
              <a:rect l="l" t="t" r="r" b="b"/>
              <a:pathLst>
                <a:path w="796" h="388" extrusionOk="0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38"/>
            <p:cNvSpPr/>
            <p:nvPr/>
          </p:nvSpPr>
          <p:spPr>
            <a:xfrm>
              <a:off x="4470247" y="-2207225"/>
              <a:ext cx="21428" cy="10445"/>
            </a:xfrm>
            <a:custGeom>
              <a:avLst/>
              <a:gdLst/>
              <a:ahLst/>
              <a:cxnLst/>
              <a:rect l="l" t="t" r="r" b="b"/>
              <a:pathLst>
                <a:path w="796" h="38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38"/>
            <p:cNvSpPr/>
            <p:nvPr/>
          </p:nvSpPr>
          <p:spPr>
            <a:xfrm>
              <a:off x="4500909" y="-2196214"/>
              <a:ext cx="22021" cy="11010"/>
            </a:xfrm>
            <a:custGeom>
              <a:avLst/>
              <a:gdLst/>
              <a:ahLst/>
              <a:cxnLst/>
              <a:rect l="l" t="t" r="r" b="b"/>
              <a:pathLst>
                <a:path w="818" h="409" extrusionOk="0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38"/>
            <p:cNvSpPr/>
            <p:nvPr/>
          </p:nvSpPr>
          <p:spPr>
            <a:xfrm>
              <a:off x="4500909" y="-2196214"/>
              <a:ext cx="22021" cy="11010"/>
            </a:xfrm>
            <a:custGeom>
              <a:avLst/>
              <a:gdLst/>
              <a:ahLst/>
              <a:cxnLst/>
              <a:rect l="l" t="t" r="r" b="b"/>
              <a:pathLst>
                <a:path w="818" h="409" fill="none" extrusionOk="0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38"/>
            <p:cNvSpPr/>
            <p:nvPr/>
          </p:nvSpPr>
          <p:spPr>
            <a:xfrm>
              <a:off x="4531598" y="-2185796"/>
              <a:ext cx="21994" cy="12733"/>
            </a:xfrm>
            <a:custGeom>
              <a:avLst/>
              <a:gdLst/>
              <a:ahLst/>
              <a:cxnLst/>
              <a:rect l="l" t="t" r="r" b="b"/>
              <a:pathLst>
                <a:path w="817" h="473" extrusionOk="0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38"/>
            <p:cNvSpPr/>
            <p:nvPr/>
          </p:nvSpPr>
          <p:spPr>
            <a:xfrm>
              <a:off x="4531598" y="-2185796"/>
              <a:ext cx="21994" cy="12733"/>
            </a:xfrm>
            <a:custGeom>
              <a:avLst/>
              <a:gdLst/>
              <a:ahLst/>
              <a:cxnLst/>
              <a:rect l="l" t="t" r="r" b="b"/>
              <a:pathLst>
                <a:path w="817" h="473" fill="none" extrusionOk="0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38"/>
            <p:cNvSpPr/>
            <p:nvPr/>
          </p:nvSpPr>
          <p:spPr>
            <a:xfrm>
              <a:off x="4562260" y="-2175405"/>
              <a:ext cx="22021" cy="13918"/>
            </a:xfrm>
            <a:custGeom>
              <a:avLst/>
              <a:gdLst/>
              <a:ahLst/>
              <a:cxnLst/>
              <a:rect l="l" t="t" r="r" b="b"/>
              <a:pathLst>
                <a:path w="818" h="517" extrusionOk="0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38"/>
            <p:cNvSpPr/>
            <p:nvPr/>
          </p:nvSpPr>
          <p:spPr>
            <a:xfrm>
              <a:off x="4562260" y="-2175405"/>
              <a:ext cx="22021" cy="13918"/>
            </a:xfrm>
            <a:custGeom>
              <a:avLst/>
              <a:gdLst/>
              <a:ahLst/>
              <a:cxnLst/>
              <a:rect l="l" t="t" r="r" b="b"/>
              <a:pathLst>
                <a:path w="818" h="517" fill="none" extrusionOk="0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38"/>
            <p:cNvSpPr/>
            <p:nvPr/>
          </p:nvSpPr>
          <p:spPr>
            <a:xfrm>
              <a:off x="4592922" y="-2164395"/>
              <a:ext cx="22021" cy="15075"/>
            </a:xfrm>
            <a:custGeom>
              <a:avLst/>
              <a:gdLst/>
              <a:ahLst/>
              <a:cxnLst/>
              <a:rect l="l" t="t" r="r" b="b"/>
              <a:pathLst>
                <a:path w="818" h="560" extrusionOk="0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38"/>
            <p:cNvSpPr/>
            <p:nvPr/>
          </p:nvSpPr>
          <p:spPr>
            <a:xfrm>
              <a:off x="4592922" y="-2164395"/>
              <a:ext cx="22021" cy="15075"/>
            </a:xfrm>
            <a:custGeom>
              <a:avLst/>
              <a:gdLst/>
              <a:ahLst/>
              <a:cxnLst/>
              <a:rect l="l" t="t" r="r" b="b"/>
              <a:pathLst>
                <a:path w="818" h="560" fill="none" extrusionOk="0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38"/>
            <p:cNvSpPr/>
            <p:nvPr/>
          </p:nvSpPr>
          <p:spPr>
            <a:xfrm>
              <a:off x="4623611" y="-2153977"/>
              <a:ext cx="22586" cy="16233"/>
            </a:xfrm>
            <a:custGeom>
              <a:avLst/>
              <a:gdLst/>
              <a:ahLst/>
              <a:cxnLst/>
              <a:rect l="l" t="t" r="r" b="b"/>
              <a:pathLst>
                <a:path w="839" h="603" extrusionOk="0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38"/>
            <p:cNvSpPr/>
            <p:nvPr/>
          </p:nvSpPr>
          <p:spPr>
            <a:xfrm>
              <a:off x="4623611" y="-2153977"/>
              <a:ext cx="22586" cy="16233"/>
            </a:xfrm>
            <a:custGeom>
              <a:avLst/>
              <a:gdLst/>
              <a:ahLst/>
              <a:cxnLst/>
              <a:rect l="l" t="t" r="r" b="b"/>
              <a:pathLst>
                <a:path w="839" h="603" fill="none" extrusionOk="0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38"/>
            <p:cNvSpPr/>
            <p:nvPr/>
          </p:nvSpPr>
          <p:spPr>
            <a:xfrm>
              <a:off x="4653680" y="-2143559"/>
              <a:ext cx="23178" cy="17390"/>
            </a:xfrm>
            <a:custGeom>
              <a:avLst/>
              <a:gdLst/>
              <a:ahLst/>
              <a:cxnLst/>
              <a:rect l="l" t="t" r="r" b="b"/>
              <a:pathLst>
                <a:path w="861" h="646" extrusionOk="0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38"/>
            <p:cNvSpPr/>
            <p:nvPr/>
          </p:nvSpPr>
          <p:spPr>
            <a:xfrm>
              <a:off x="4653680" y="-2143559"/>
              <a:ext cx="23178" cy="17390"/>
            </a:xfrm>
            <a:custGeom>
              <a:avLst/>
              <a:gdLst/>
              <a:ahLst/>
              <a:cxnLst/>
              <a:rect l="l" t="t" r="r" b="b"/>
              <a:pathLst>
                <a:path w="861" h="646" fill="none" extrusionOk="0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38"/>
            <p:cNvSpPr/>
            <p:nvPr/>
          </p:nvSpPr>
          <p:spPr>
            <a:xfrm>
              <a:off x="4684369" y="-2132575"/>
              <a:ext cx="23178" cy="18548"/>
            </a:xfrm>
            <a:custGeom>
              <a:avLst/>
              <a:gdLst/>
              <a:ahLst/>
              <a:cxnLst/>
              <a:rect l="l" t="t" r="r" b="b"/>
              <a:pathLst>
                <a:path w="861" h="689" extrusionOk="0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38"/>
            <p:cNvSpPr/>
            <p:nvPr/>
          </p:nvSpPr>
          <p:spPr>
            <a:xfrm>
              <a:off x="4684369" y="-2132575"/>
              <a:ext cx="23178" cy="18548"/>
            </a:xfrm>
            <a:custGeom>
              <a:avLst/>
              <a:gdLst/>
              <a:ahLst/>
              <a:cxnLst/>
              <a:rect l="l" t="t" r="r" b="b"/>
              <a:pathLst>
                <a:path w="861" h="689" fill="none" extrusionOk="0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38"/>
            <p:cNvSpPr/>
            <p:nvPr/>
          </p:nvSpPr>
          <p:spPr>
            <a:xfrm>
              <a:off x="4715031" y="-2122157"/>
              <a:ext cx="23178" cy="19705"/>
            </a:xfrm>
            <a:custGeom>
              <a:avLst/>
              <a:gdLst/>
              <a:ahLst/>
              <a:cxnLst/>
              <a:rect l="l" t="t" r="r" b="b"/>
              <a:pathLst>
                <a:path w="861" h="732" extrusionOk="0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38"/>
            <p:cNvSpPr/>
            <p:nvPr/>
          </p:nvSpPr>
          <p:spPr>
            <a:xfrm>
              <a:off x="4715031" y="-2122157"/>
              <a:ext cx="23178" cy="19705"/>
            </a:xfrm>
            <a:custGeom>
              <a:avLst/>
              <a:gdLst/>
              <a:ahLst/>
              <a:cxnLst/>
              <a:rect l="l" t="t" r="r" b="b"/>
              <a:pathLst>
                <a:path w="861" h="732" fill="none" extrusionOk="0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38"/>
            <p:cNvSpPr/>
            <p:nvPr/>
          </p:nvSpPr>
          <p:spPr>
            <a:xfrm>
              <a:off x="4745693" y="-2111739"/>
              <a:ext cx="23178" cy="21428"/>
            </a:xfrm>
            <a:custGeom>
              <a:avLst/>
              <a:gdLst/>
              <a:ahLst/>
              <a:cxnLst/>
              <a:rect l="l" t="t" r="r" b="b"/>
              <a:pathLst>
                <a:path w="861" h="796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38"/>
            <p:cNvSpPr/>
            <p:nvPr/>
          </p:nvSpPr>
          <p:spPr>
            <a:xfrm>
              <a:off x="4745693" y="-2111739"/>
              <a:ext cx="23178" cy="21428"/>
            </a:xfrm>
            <a:custGeom>
              <a:avLst/>
              <a:gdLst/>
              <a:ahLst/>
              <a:cxnLst/>
              <a:rect l="l" t="t" r="r" b="b"/>
              <a:pathLst>
                <a:path w="861" h="796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38"/>
            <p:cNvSpPr/>
            <p:nvPr/>
          </p:nvSpPr>
          <p:spPr>
            <a:xfrm>
              <a:off x="4892111" y="-2061399"/>
              <a:ext cx="5222" cy="1777"/>
            </a:xfrm>
            <a:custGeom>
              <a:avLst/>
              <a:gdLst/>
              <a:ahLst/>
              <a:cxnLst/>
              <a:rect l="l" t="t" r="r" b="b"/>
              <a:pathLst>
                <a:path w="194" h="66" extrusionOk="0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38"/>
            <p:cNvSpPr/>
            <p:nvPr/>
          </p:nvSpPr>
          <p:spPr>
            <a:xfrm>
              <a:off x="4892111" y="-2061399"/>
              <a:ext cx="5222" cy="1777"/>
            </a:xfrm>
            <a:custGeom>
              <a:avLst/>
              <a:gdLst/>
              <a:ahLst/>
              <a:cxnLst/>
              <a:rect l="l" t="t" r="r" b="b"/>
              <a:pathLst>
                <a:path w="194" h="66" fill="none" extrusionOk="0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38"/>
            <p:cNvSpPr/>
            <p:nvPr/>
          </p:nvSpPr>
          <p:spPr>
            <a:xfrm>
              <a:off x="4912354" y="-2054454"/>
              <a:ext cx="17983" cy="6972"/>
            </a:xfrm>
            <a:custGeom>
              <a:avLst/>
              <a:gdLst/>
              <a:ahLst/>
              <a:cxnLst/>
              <a:rect l="l" t="t" r="r" b="b"/>
              <a:pathLst>
                <a:path w="668" h="259" extrusionOk="0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38"/>
            <p:cNvSpPr/>
            <p:nvPr/>
          </p:nvSpPr>
          <p:spPr>
            <a:xfrm>
              <a:off x="4912354" y="-2054454"/>
              <a:ext cx="17983" cy="6972"/>
            </a:xfrm>
            <a:custGeom>
              <a:avLst/>
              <a:gdLst/>
              <a:ahLst/>
              <a:cxnLst/>
              <a:rect l="l" t="t" r="r" b="b"/>
              <a:pathLst>
                <a:path w="668" h="25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38"/>
            <p:cNvSpPr/>
            <p:nvPr/>
          </p:nvSpPr>
          <p:spPr>
            <a:xfrm>
              <a:off x="4942451" y="-2044036"/>
              <a:ext cx="19705" cy="8130"/>
            </a:xfrm>
            <a:custGeom>
              <a:avLst/>
              <a:gdLst/>
              <a:ahLst/>
              <a:cxnLst/>
              <a:rect l="l" t="t" r="r" b="b"/>
              <a:pathLst>
                <a:path w="732" h="302" extrusionOk="0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38"/>
            <p:cNvSpPr/>
            <p:nvPr/>
          </p:nvSpPr>
          <p:spPr>
            <a:xfrm>
              <a:off x="4942451" y="-2044036"/>
              <a:ext cx="19705" cy="8130"/>
            </a:xfrm>
            <a:custGeom>
              <a:avLst/>
              <a:gdLst/>
              <a:ahLst/>
              <a:cxnLst/>
              <a:rect l="l" t="t" r="r" b="b"/>
              <a:pathLst>
                <a:path w="732" h="30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38"/>
            <p:cNvSpPr/>
            <p:nvPr/>
          </p:nvSpPr>
          <p:spPr>
            <a:xfrm>
              <a:off x="4972548" y="-2033618"/>
              <a:ext cx="21428" cy="9880"/>
            </a:xfrm>
            <a:custGeom>
              <a:avLst/>
              <a:gdLst/>
              <a:ahLst/>
              <a:cxnLst/>
              <a:rect l="l" t="t" r="r" b="b"/>
              <a:pathLst>
                <a:path w="796" h="367" extrusionOk="0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38"/>
            <p:cNvSpPr/>
            <p:nvPr/>
          </p:nvSpPr>
          <p:spPr>
            <a:xfrm>
              <a:off x="4972548" y="-2033618"/>
              <a:ext cx="21428" cy="9880"/>
            </a:xfrm>
            <a:custGeom>
              <a:avLst/>
              <a:gdLst/>
              <a:ahLst/>
              <a:cxnLst/>
              <a:rect l="l" t="t" r="r" b="b"/>
              <a:pathLst>
                <a:path w="796" h="36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38"/>
            <p:cNvSpPr/>
            <p:nvPr/>
          </p:nvSpPr>
          <p:spPr>
            <a:xfrm>
              <a:off x="5003209" y="-2023199"/>
              <a:ext cx="22021" cy="11037"/>
            </a:xfrm>
            <a:custGeom>
              <a:avLst/>
              <a:gdLst/>
              <a:ahLst/>
              <a:cxnLst/>
              <a:rect l="l" t="t" r="r" b="b"/>
              <a:pathLst>
                <a:path w="818" h="410" extrusionOk="0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38"/>
            <p:cNvSpPr/>
            <p:nvPr/>
          </p:nvSpPr>
          <p:spPr>
            <a:xfrm>
              <a:off x="5003209" y="-2023199"/>
              <a:ext cx="22021" cy="11037"/>
            </a:xfrm>
            <a:custGeom>
              <a:avLst/>
              <a:gdLst/>
              <a:ahLst/>
              <a:cxnLst/>
              <a:rect l="l" t="t" r="r" b="b"/>
              <a:pathLst>
                <a:path w="818" h="410" fill="none" extrusionOk="0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38"/>
            <p:cNvSpPr/>
            <p:nvPr/>
          </p:nvSpPr>
          <p:spPr>
            <a:xfrm>
              <a:off x="5033898" y="-2012189"/>
              <a:ext cx="22021" cy="11576"/>
            </a:xfrm>
            <a:custGeom>
              <a:avLst/>
              <a:gdLst/>
              <a:ahLst/>
              <a:cxnLst/>
              <a:rect l="l" t="t" r="r" b="b"/>
              <a:pathLst>
                <a:path w="818" h="430" extrusionOk="0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38"/>
            <p:cNvSpPr/>
            <p:nvPr/>
          </p:nvSpPr>
          <p:spPr>
            <a:xfrm>
              <a:off x="5033898" y="-2012189"/>
              <a:ext cx="22021" cy="11576"/>
            </a:xfrm>
            <a:custGeom>
              <a:avLst/>
              <a:gdLst/>
              <a:ahLst/>
              <a:cxnLst/>
              <a:rect l="l" t="t" r="r" b="b"/>
              <a:pathLst>
                <a:path w="818" h="430" fill="none" extrusionOk="0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38"/>
            <p:cNvSpPr/>
            <p:nvPr/>
          </p:nvSpPr>
          <p:spPr>
            <a:xfrm>
              <a:off x="5064560" y="-2001798"/>
              <a:ext cx="22021" cy="13352"/>
            </a:xfrm>
            <a:custGeom>
              <a:avLst/>
              <a:gdLst/>
              <a:ahLst/>
              <a:cxnLst/>
              <a:rect l="l" t="t" r="r" b="b"/>
              <a:pathLst>
                <a:path w="818" h="496" extrusionOk="0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38"/>
            <p:cNvSpPr/>
            <p:nvPr/>
          </p:nvSpPr>
          <p:spPr>
            <a:xfrm>
              <a:off x="5064560" y="-2001798"/>
              <a:ext cx="22021" cy="13352"/>
            </a:xfrm>
            <a:custGeom>
              <a:avLst/>
              <a:gdLst/>
              <a:ahLst/>
              <a:cxnLst/>
              <a:rect l="l" t="t" r="r" b="b"/>
              <a:pathLst>
                <a:path w="818" h="496" fill="none" extrusionOk="0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38"/>
            <p:cNvSpPr/>
            <p:nvPr/>
          </p:nvSpPr>
          <p:spPr>
            <a:xfrm>
              <a:off x="5095222" y="-1991380"/>
              <a:ext cx="22613" cy="14510"/>
            </a:xfrm>
            <a:custGeom>
              <a:avLst/>
              <a:gdLst/>
              <a:ahLst/>
              <a:cxnLst/>
              <a:rect l="l" t="t" r="r" b="b"/>
              <a:pathLst>
                <a:path w="840" h="539" extrusionOk="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38"/>
            <p:cNvSpPr/>
            <p:nvPr/>
          </p:nvSpPr>
          <p:spPr>
            <a:xfrm>
              <a:off x="5095222" y="-1991380"/>
              <a:ext cx="22613" cy="14510"/>
            </a:xfrm>
            <a:custGeom>
              <a:avLst/>
              <a:gdLst/>
              <a:ahLst/>
              <a:cxnLst/>
              <a:rect l="l" t="t" r="r" b="b"/>
              <a:pathLst>
                <a:path w="840" h="539" fill="none" extrusionOk="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38"/>
            <p:cNvSpPr/>
            <p:nvPr/>
          </p:nvSpPr>
          <p:spPr>
            <a:xfrm>
              <a:off x="5125911" y="-1980370"/>
              <a:ext cx="22586" cy="15641"/>
            </a:xfrm>
            <a:custGeom>
              <a:avLst/>
              <a:gdLst/>
              <a:ahLst/>
              <a:cxnLst/>
              <a:rect l="l" t="t" r="r" b="b"/>
              <a:pathLst>
                <a:path w="839" h="581" extrusionOk="0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38"/>
            <p:cNvSpPr/>
            <p:nvPr/>
          </p:nvSpPr>
          <p:spPr>
            <a:xfrm>
              <a:off x="5125911" y="-1980370"/>
              <a:ext cx="22586" cy="15641"/>
            </a:xfrm>
            <a:custGeom>
              <a:avLst/>
              <a:gdLst/>
              <a:ahLst/>
              <a:cxnLst/>
              <a:rect l="l" t="t" r="r" b="b"/>
              <a:pathLst>
                <a:path w="839" h="581" fill="none" extrusionOk="0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38"/>
            <p:cNvSpPr/>
            <p:nvPr/>
          </p:nvSpPr>
          <p:spPr>
            <a:xfrm>
              <a:off x="5156573" y="-1969952"/>
              <a:ext cx="22586" cy="16798"/>
            </a:xfrm>
            <a:custGeom>
              <a:avLst/>
              <a:gdLst/>
              <a:ahLst/>
              <a:cxnLst/>
              <a:rect l="l" t="t" r="r" b="b"/>
              <a:pathLst>
                <a:path w="839" h="624" extrusionOk="0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38"/>
            <p:cNvSpPr/>
            <p:nvPr/>
          </p:nvSpPr>
          <p:spPr>
            <a:xfrm>
              <a:off x="5156573" y="-1969952"/>
              <a:ext cx="22586" cy="16798"/>
            </a:xfrm>
            <a:custGeom>
              <a:avLst/>
              <a:gdLst/>
              <a:ahLst/>
              <a:cxnLst/>
              <a:rect l="l" t="t" r="r" b="b"/>
              <a:pathLst>
                <a:path w="839" h="624" fill="none" extrusionOk="0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38"/>
            <p:cNvSpPr/>
            <p:nvPr/>
          </p:nvSpPr>
          <p:spPr>
            <a:xfrm>
              <a:off x="5187235" y="-1959534"/>
              <a:ext cx="22613" cy="18548"/>
            </a:xfrm>
            <a:custGeom>
              <a:avLst/>
              <a:gdLst/>
              <a:ahLst/>
              <a:cxnLst/>
              <a:rect l="l" t="t" r="r" b="b"/>
              <a:pathLst>
                <a:path w="840" h="689" extrusionOk="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38"/>
            <p:cNvSpPr/>
            <p:nvPr/>
          </p:nvSpPr>
          <p:spPr>
            <a:xfrm>
              <a:off x="5187235" y="-1959534"/>
              <a:ext cx="22613" cy="18548"/>
            </a:xfrm>
            <a:custGeom>
              <a:avLst/>
              <a:gdLst/>
              <a:ahLst/>
              <a:cxnLst/>
              <a:rect l="l" t="t" r="r" b="b"/>
              <a:pathLst>
                <a:path w="840" h="689" fill="none" extrusionOk="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38"/>
            <p:cNvSpPr/>
            <p:nvPr/>
          </p:nvSpPr>
          <p:spPr>
            <a:xfrm>
              <a:off x="5217923" y="-1948550"/>
              <a:ext cx="23178" cy="19140"/>
            </a:xfrm>
            <a:custGeom>
              <a:avLst/>
              <a:gdLst/>
              <a:ahLst/>
              <a:cxnLst/>
              <a:rect l="l" t="t" r="r" b="b"/>
              <a:pathLst>
                <a:path w="861" h="711" extrusionOk="0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38"/>
            <p:cNvSpPr/>
            <p:nvPr/>
          </p:nvSpPr>
          <p:spPr>
            <a:xfrm>
              <a:off x="5217923" y="-1948550"/>
              <a:ext cx="23178" cy="19140"/>
            </a:xfrm>
            <a:custGeom>
              <a:avLst/>
              <a:gdLst/>
              <a:ahLst/>
              <a:cxnLst/>
              <a:rect l="l" t="t" r="r" b="b"/>
              <a:pathLst>
                <a:path w="861" h="711" fill="none" extrusionOk="0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38"/>
            <p:cNvSpPr/>
            <p:nvPr/>
          </p:nvSpPr>
          <p:spPr>
            <a:xfrm>
              <a:off x="6506665" y="-1590918"/>
              <a:ext cx="657413" cy="105930"/>
            </a:xfrm>
            <a:custGeom>
              <a:avLst/>
              <a:gdLst/>
              <a:ahLst/>
              <a:cxnLst/>
              <a:rect l="l" t="t" r="r" b="b"/>
              <a:pathLst>
                <a:path w="24421" h="3935" extrusionOk="0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38"/>
            <p:cNvSpPr/>
            <p:nvPr/>
          </p:nvSpPr>
          <p:spPr>
            <a:xfrm>
              <a:off x="6503192" y="-1515111"/>
              <a:ext cx="27" cy="619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38"/>
            <p:cNvSpPr/>
            <p:nvPr/>
          </p:nvSpPr>
          <p:spPr>
            <a:xfrm>
              <a:off x="6502034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38"/>
            <p:cNvSpPr/>
            <p:nvPr/>
          </p:nvSpPr>
          <p:spPr>
            <a:xfrm>
              <a:off x="6501442" y="-1515111"/>
              <a:ext cx="619" cy="27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38"/>
            <p:cNvSpPr/>
            <p:nvPr/>
          </p:nvSpPr>
          <p:spPr>
            <a:xfrm>
              <a:off x="6500877" y="-1515111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38"/>
            <p:cNvSpPr/>
            <p:nvPr/>
          </p:nvSpPr>
          <p:spPr>
            <a:xfrm>
              <a:off x="6499719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38"/>
            <p:cNvSpPr/>
            <p:nvPr/>
          </p:nvSpPr>
          <p:spPr>
            <a:xfrm>
              <a:off x="6499127" y="-1515111"/>
              <a:ext cx="619" cy="27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38"/>
            <p:cNvSpPr/>
            <p:nvPr/>
          </p:nvSpPr>
          <p:spPr>
            <a:xfrm>
              <a:off x="6498562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38"/>
            <p:cNvSpPr/>
            <p:nvPr/>
          </p:nvSpPr>
          <p:spPr>
            <a:xfrm>
              <a:off x="6497404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38"/>
            <p:cNvSpPr/>
            <p:nvPr/>
          </p:nvSpPr>
          <p:spPr>
            <a:xfrm>
              <a:off x="6496812" y="-1515111"/>
              <a:ext cx="619" cy="27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38"/>
            <p:cNvSpPr/>
            <p:nvPr/>
          </p:nvSpPr>
          <p:spPr>
            <a:xfrm>
              <a:off x="6496246" y="-1515677"/>
              <a:ext cx="592" cy="592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38"/>
            <p:cNvSpPr/>
            <p:nvPr/>
          </p:nvSpPr>
          <p:spPr>
            <a:xfrm>
              <a:off x="6495089" y="-1515677"/>
              <a:ext cx="1184" cy="27"/>
            </a:xfrm>
            <a:custGeom>
              <a:avLst/>
              <a:gdLst/>
              <a:ahLst/>
              <a:cxnLst/>
              <a:rect l="l" t="t" r="r" b="b"/>
              <a:pathLst>
                <a:path w="44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38"/>
            <p:cNvSpPr/>
            <p:nvPr/>
          </p:nvSpPr>
          <p:spPr>
            <a:xfrm>
              <a:off x="6506665" y="-1590918"/>
              <a:ext cx="657413" cy="105930"/>
            </a:xfrm>
            <a:custGeom>
              <a:avLst/>
              <a:gdLst/>
              <a:ahLst/>
              <a:cxnLst/>
              <a:rect l="l" t="t" r="r" b="b"/>
              <a:pathLst>
                <a:path w="24421" h="3935" fill="none" extrusionOk="0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38"/>
            <p:cNvSpPr/>
            <p:nvPr/>
          </p:nvSpPr>
          <p:spPr>
            <a:xfrm>
              <a:off x="5248585" y="-1938132"/>
              <a:ext cx="23178" cy="20271"/>
            </a:xfrm>
            <a:custGeom>
              <a:avLst/>
              <a:gdLst/>
              <a:ahLst/>
              <a:cxnLst/>
              <a:rect l="l" t="t" r="r" b="b"/>
              <a:pathLst>
                <a:path w="861" h="753" extrusionOk="0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38"/>
            <p:cNvSpPr/>
            <p:nvPr/>
          </p:nvSpPr>
          <p:spPr>
            <a:xfrm>
              <a:off x="5248585" y="-1938132"/>
              <a:ext cx="23178" cy="20271"/>
            </a:xfrm>
            <a:custGeom>
              <a:avLst/>
              <a:gdLst/>
              <a:ahLst/>
              <a:cxnLst/>
              <a:rect l="l" t="t" r="r" b="b"/>
              <a:pathLst>
                <a:path w="861" h="753" fill="none" extrusionOk="0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38"/>
            <p:cNvSpPr/>
            <p:nvPr/>
          </p:nvSpPr>
          <p:spPr>
            <a:xfrm>
              <a:off x="5404264" y="-1884319"/>
              <a:ext cx="23151" cy="18548"/>
            </a:xfrm>
            <a:custGeom>
              <a:avLst/>
              <a:gdLst/>
              <a:ahLst/>
              <a:cxnLst/>
              <a:rect l="l" t="t" r="r" b="b"/>
              <a:pathLst>
                <a:path w="860" h="689" extrusionOk="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38"/>
            <p:cNvSpPr/>
            <p:nvPr/>
          </p:nvSpPr>
          <p:spPr>
            <a:xfrm>
              <a:off x="5404264" y="-1884319"/>
              <a:ext cx="23151" cy="18548"/>
            </a:xfrm>
            <a:custGeom>
              <a:avLst/>
              <a:gdLst/>
              <a:ahLst/>
              <a:cxnLst/>
              <a:rect l="l" t="t" r="r" b="b"/>
              <a:pathLst>
                <a:path w="860" h="689" fill="none" extrusionOk="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38"/>
            <p:cNvSpPr/>
            <p:nvPr/>
          </p:nvSpPr>
          <p:spPr>
            <a:xfrm>
              <a:off x="5434925" y="-1873901"/>
              <a:ext cx="23178" cy="20298"/>
            </a:xfrm>
            <a:custGeom>
              <a:avLst/>
              <a:gdLst/>
              <a:ahLst/>
              <a:cxnLst/>
              <a:rect l="l" t="t" r="r" b="b"/>
              <a:pathLst>
                <a:path w="861" h="754" extrusionOk="0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38"/>
            <p:cNvSpPr/>
            <p:nvPr/>
          </p:nvSpPr>
          <p:spPr>
            <a:xfrm>
              <a:off x="5434925" y="-1873901"/>
              <a:ext cx="23178" cy="20298"/>
            </a:xfrm>
            <a:custGeom>
              <a:avLst/>
              <a:gdLst/>
              <a:ahLst/>
              <a:cxnLst/>
              <a:rect l="l" t="t" r="r" b="b"/>
              <a:pathLst>
                <a:path w="861" h="754" fill="none" extrusionOk="0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38"/>
            <p:cNvSpPr/>
            <p:nvPr/>
          </p:nvSpPr>
          <p:spPr>
            <a:xfrm>
              <a:off x="5465587" y="-1863483"/>
              <a:ext cx="23178" cy="21455"/>
            </a:xfrm>
            <a:custGeom>
              <a:avLst/>
              <a:gdLst/>
              <a:ahLst/>
              <a:cxnLst/>
              <a:rect l="l" t="t" r="r" b="b"/>
              <a:pathLst>
                <a:path w="861" h="797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38"/>
            <p:cNvSpPr/>
            <p:nvPr/>
          </p:nvSpPr>
          <p:spPr>
            <a:xfrm>
              <a:off x="5465587" y="-1863483"/>
              <a:ext cx="23178" cy="21455"/>
            </a:xfrm>
            <a:custGeom>
              <a:avLst/>
              <a:gdLst/>
              <a:ahLst/>
              <a:cxnLst/>
              <a:rect l="l" t="t" r="r" b="b"/>
              <a:pathLst>
                <a:path w="861" h="797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38"/>
            <p:cNvSpPr/>
            <p:nvPr/>
          </p:nvSpPr>
          <p:spPr>
            <a:xfrm>
              <a:off x="5496276" y="-1853065"/>
              <a:ext cx="23151" cy="22586"/>
            </a:xfrm>
            <a:custGeom>
              <a:avLst/>
              <a:gdLst/>
              <a:ahLst/>
              <a:cxnLst/>
              <a:rect l="l" t="t" r="r" b="b"/>
              <a:pathLst>
                <a:path w="860" h="839" extrusionOk="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38"/>
            <p:cNvSpPr/>
            <p:nvPr/>
          </p:nvSpPr>
          <p:spPr>
            <a:xfrm>
              <a:off x="5496276" y="-1853065"/>
              <a:ext cx="23151" cy="22586"/>
            </a:xfrm>
            <a:custGeom>
              <a:avLst/>
              <a:gdLst/>
              <a:ahLst/>
              <a:cxnLst/>
              <a:rect l="l" t="t" r="r" b="b"/>
              <a:pathLst>
                <a:path w="860" h="839" fill="none" extrusionOk="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38"/>
            <p:cNvSpPr/>
            <p:nvPr/>
          </p:nvSpPr>
          <p:spPr>
            <a:xfrm>
              <a:off x="5526346" y="-1842055"/>
              <a:ext cx="24336" cy="23743"/>
            </a:xfrm>
            <a:custGeom>
              <a:avLst/>
              <a:gdLst/>
              <a:ahLst/>
              <a:cxnLst/>
              <a:rect l="l" t="t" r="r" b="b"/>
              <a:pathLst>
                <a:path w="904" h="882" extrusionOk="0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38"/>
            <p:cNvSpPr/>
            <p:nvPr/>
          </p:nvSpPr>
          <p:spPr>
            <a:xfrm>
              <a:off x="5526346" y="-1842055"/>
              <a:ext cx="24336" cy="23743"/>
            </a:xfrm>
            <a:custGeom>
              <a:avLst/>
              <a:gdLst/>
              <a:ahLst/>
              <a:cxnLst/>
              <a:rect l="l" t="t" r="r" b="b"/>
              <a:pathLst>
                <a:path w="904" h="882" fill="none" extrusionOk="0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38"/>
            <p:cNvSpPr/>
            <p:nvPr/>
          </p:nvSpPr>
          <p:spPr>
            <a:xfrm>
              <a:off x="5557035" y="-1831637"/>
              <a:ext cx="24336" cy="24901"/>
            </a:xfrm>
            <a:custGeom>
              <a:avLst/>
              <a:gdLst/>
              <a:ahLst/>
              <a:cxnLst/>
              <a:rect l="l" t="t" r="r" b="b"/>
              <a:pathLst>
                <a:path w="904" h="925" extrusionOk="0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38"/>
            <p:cNvSpPr/>
            <p:nvPr/>
          </p:nvSpPr>
          <p:spPr>
            <a:xfrm>
              <a:off x="5557035" y="-1831637"/>
              <a:ext cx="24336" cy="24901"/>
            </a:xfrm>
            <a:custGeom>
              <a:avLst/>
              <a:gdLst/>
              <a:ahLst/>
              <a:cxnLst/>
              <a:rect l="l" t="t" r="r" b="b"/>
              <a:pathLst>
                <a:path w="904" h="925" fill="none" extrusionOk="0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38"/>
            <p:cNvSpPr/>
            <p:nvPr/>
          </p:nvSpPr>
          <p:spPr>
            <a:xfrm>
              <a:off x="5587696" y="-1821246"/>
              <a:ext cx="24336" cy="26651"/>
            </a:xfrm>
            <a:custGeom>
              <a:avLst/>
              <a:gdLst/>
              <a:ahLst/>
              <a:cxnLst/>
              <a:rect l="l" t="t" r="r" b="b"/>
              <a:pathLst>
                <a:path w="904" h="990" extrusionOk="0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38"/>
            <p:cNvSpPr/>
            <p:nvPr/>
          </p:nvSpPr>
          <p:spPr>
            <a:xfrm>
              <a:off x="5587696" y="-1821246"/>
              <a:ext cx="24336" cy="26651"/>
            </a:xfrm>
            <a:custGeom>
              <a:avLst/>
              <a:gdLst/>
              <a:ahLst/>
              <a:cxnLst/>
              <a:rect l="l" t="t" r="r" b="b"/>
              <a:pathLst>
                <a:path w="904" h="990" fill="none" extrusionOk="0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38"/>
            <p:cNvSpPr/>
            <p:nvPr/>
          </p:nvSpPr>
          <p:spPr>
            <a:xfrm>
              <a:off x="5618358" y="-1810235"/>
              <a:ext cx="24336" cy="27216"/>
            </a:xfrm>
            <a:custGeom>
              <a:avLst/>
              <a:gdLst/>
              <a:ahLst/>
              <a:cxnLst/>
              <a:rect l="l" t="t" r="r" b="b"/>
              <a:pathLst>
                <a:path w="904" h="1011" extrusionOk="0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38"/>
            <p:cNvSpPr/>
            <p:nvPr/>
          </p:nvSpPr>
          <p:spPr>
            <a:xfrm>
              <a:off x="5618358" y="-1810235"/>
              <a:ext cx="24336" cy="27216"/>
            </a:xfrm>
            <a:custGeom>
              <a:avLst/>
              <a:gdLst/>
              <a:ahLst/>
              <a:cxnLst/>
              <a:rect l="l" t="t" r="r" b="b"/>
              <a:pathLst>
                <a:path w="904" h="1011" fill="none" extrusionOk="0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38"/>
            <p:cNvSpPr/>
            <p:nvPr/>
          </p:nvSpPr>
          <p:spPr>
            <a:xfrm>
              <a:off x="5649047" y="-1799252"/>
              <a:ext cx="24336" cy="28401"/>
            </a:xfrm>
            <a:custGeom>
              <a:avLst/>
              <a:gdLst/>
              <a:ahLst/>
              <a:cxnLst/>
              <a:rect l="l" t="t" r="r" b="b"/>
              <a:pathLst>
                <a:path w="904" h="1055" extrusionOk="0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0" name="Google Shape;3490;p38"/>
            <p:cNvSpPr/>
            <p:nvPr/>
          </p:nvSpPr>
          <p:spPr>
            <a:xfrm>
              <a:off x="5649047" y="-1799252"/>
              <a:ext cx="24336" cy="28401"/>
            </a:xfrm>
            <a:custGeom>
              <a:avLst/>
              <a:gdLst/>
              <a:ahLst/>
              <a:cxnLst/>
              <a:rect l="l" t="t" r="r" b="b"/>
              <a:pathLst>
                <a:path w="904" h="1055" fill="none" extrusionOk="0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38"/>
            <p:cNvSpPr/>
            <p:nvPr/>
          </p:nvSpPr>
          <p:spPr>
            <a:xfrm>
              <a:off x="5679709" y="-178824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38"/>
            <p:cNvSpPr/>
            <p:nvPr/>
          </p:nvSpPr>
          <p:spPr>
            <a:xfrm>
              <a:off x="5679709" y="-178824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38"/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38"/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38"/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38"/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38"/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38"/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38"/>
            <p:cNvSpPr/>
            <p:nvPr/>
          </p:nvSpPr>
          <p:spPr>
            <a:xfrm>
              <a:off x="5348701" y="-1903998"/>
              <a:ext cx="2342" cy="619"/>
            </a:xfrm>
            <a:custGeom>
              <a:avLst/>
              <a:gdLst/>
              <a:ahLst/>
              <a:cxnLst/>
              <a:rect l="l" t="t" r="r" b="b"/>
              <a:pathLst>
                <a:path w="87" h="23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38"/>
            <p:cNvSpPr/>
            <p:nvPr/>
          </p:nvSpPr>
          <p:spPr>
            <a:xfrm>
              <a:off x="5348701" y="-1903998"/>
              <a:ext cx="2342" cy="619"/>
            </a:xfrm>
            <a:custGeom>
              <a:avLst/>
              <a:gdLst/>
              <a:ahLst/>
              <a:cxnLst/>
              <a:rect l="l" t="t" r="r" b="b"/>
              <a:pathLst>
                <a:path w="87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38"/>
            <p:cNvSpPr/>
            <p:nvPr/>
          </p:nvSpPr>
          <p:spPr>
            <a:xfrm>
              <a:off x="6201123" y="-1637786"/>
              <a:ext cx="479176" cy="127332"/>
            </a:xfrm>
            <a:custGeom>
              <a:avLst/>
              <a:gdLst/>
              <a:ahLst/>
              <a:cxnLst/>
              <a:rect l="l" t="t" r="r" b="b"/>
              <a:pathLst>
                <a:path w="17800" h="4730" extrusionOk="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38"/>
            <p:cNvSpPr/>
            <p:nvPr/>
          </p:nvSpPr>
          <p:spPr>
            <a:xfrm>
              <a:off x="6201123" y="-1637786"/>
              <a:ext cx="479176" cy="127332"/>
            </a:xfrm>
            <a:custGeom>
              <a:avLst/>
              <a:gdLst/>
              <a:ahLst/>
              <a:cxnLst/>
              <a:rect l="l" t="t" r="r" b="b"/>
              <a:pathLst>
                <a:path w="17800" h="4730" fill="none" extrusionOk="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38"/>
            <p:cNvSpPr/>
            <p:nvPr/>
          </p:nvSpPr>
          <p:spPr>
            <a:xfrm>
              <a:off x="4748600" y="-2040563"/>
              <a:ext cx="792256" cy="877915"/>
            </a:xfrm>
            <a:custGeom>
              <a:avLst/>
              <a:gdLst/>
              <a:ahLst/>
              <a:cxnLst/>
              <a:rect l="l" t="t" r="r" b="b"/>
              <a:pathLst>
                <a:path w="29430" h="32612" extrusionOk="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38"/>
            <p:cNvSpPr/>
            <p:nvPr/>
          </p:nvSpPr>
          <p:spPr>
            <a:xfrm>
              <a:off x="6585944" y="-1608282"/>
              <a:ext cx="424771" cy="335665"/>
            </a:xfrm>
            <a:custGeom>
              <a:avLst/>
              <a:gdLst/>
              <a:ahLst/>
              <a:cxnLst/>
              <a:rect l="l" t="t" r="r" b="b"/>
              <a:pathLst>
                <a:path w="15779" h="12469" extrusionOk="0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38"/>
            <p:cNvSpPr/>
            <p:nvPr/>
          </p:nvSpPr>
          <p:spPr>
            <a:xfrm>
              <a:off x="4876497" y="-2033618"/>
              <a:ext cx="664359" cy="837966"/>
            </a:xfrm>
            <a:custGeom>
              <a:avLst/>
              <a:gdLst/>
              <a:ahLst/>
              <a:cxnLst/>
              <a:rect l="l" t="t" r="r" b="b"/>
              <a:pathLst>
                <a:path w="24679" h="31128" extrusionOk="0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38"/>
            <p:cNvSpPr/>
            <p:nvPr/>
          </p:nvSpPr>
          <p:spPr>
            <a:xfrm>
              <a:off x="5422758" y="-2454431"/>
              <a:ext cx="1784150" cy="497105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38"/>
            <p:cNvSpPr/>
            <p:nvPr/>
          </p:nvSpPr>
          <p:spPr>
            <a:xfrm>
              <a:off x="6425635" y="-1879097"/>
              <a:ext cx="149325" cy="112283"/>
            </a:xfrm>
            <a:custGeom>
              <a:avLst/>
              <a:gdLst/>
              <a:ahLst/>
              <a:cxnLst/>
              <a:rect l="l" t="t" r="r" b="b"/>
              <a:pathLst>
                <a:path w="5547" h="4171" extrusionOk="0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38"/>
            <p:cNvSpPr/>
            <p:nvPr/>
          </p:nvSpPr>
          <p:spPr>
            <a:xfrm>
              <a:off x="6425635" y="-1879097"/>
              <a:ext cx="149325" cy="112283"/>
            </a:xfrm>
            <a:custGeom>
              <a:avLst/>
              <a:gdLst/>
              <a:ahLst/>
              <a:cxnLst/>
              <a:rect l="l" t="t" r="r" b="b"/>
              <a:pathLst>
                <a:path w="5547" h="41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38"/>
            <p:cNvSpPr/>
            <p:nvPr/>
          </p:nvSpPr>
          <p:spPr>
            <a:xfrm>
              <a:off x="6440684" y="-1860010"/>
              <a:ext cx="159178" cy="67165"/>
            </a:xfrm>
            <a:custGeom>
              <a:avLst/>
              <a:gdLst/>
              <a:ahLst/>
              <a:cxnLst/>
              <a:rect l="l" t="t" r="r" b="b"/>
              <a:pathLst>
                <a:path w="5913" h="2495" extrusionOk="0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38"/>
            <p:cNvSpPr/>
            <p:nvPr/>
          </p:nvSpPr>
          <p:spPr>
            <a:xfrm>
              <a:off x="6974830" y="-1636063"/>
              <a:ext cx="50933" cy="24336"/>
            </a:xfrm>
            <a:custGeom>
              <a:avLst/>
              <a:gdLst/>
              <a:ahLst/>
              <a:cxnLst/>
              <a:rect l="l" t="t" r="r" b="b"/>
              <a:pathLst>
                <a:path w="1892" h="904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38"/>
            <p:cNvSpPr/>
            <p:nvPr/>
          </p:nvSpPr>
          <p:spPr>
            <a:xfrm>
              <a:off x="6974830" y="-1636063"/>
              <a:ext cx="50933" cy="24336"/>
            </a:xfrm>
            <a:custGeom>
              <a:avLst/>
              <a:gdLst/>
              <a:ahLst/>
              <a:cxnLst/>
              <a:rect l="l" t="t" r="r" b="b"/>
              <a:pathLst>
                <a:path w="1892" h="90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38"/>
            <p:cNvSpPr/>
            <p:nvPr/>
          </p:nvSpPr>
          <p:spPr>
            <a:xfrm>
              <a:off x="6779795" y="-1685246"/>
              <a:ext cx="245968" cy="73519"/>
            </a:xfrm>
            <a:custGeom>
              <a:avLst/>
              <a:gdLst/>
              <a:ahLst/>
              <a:cxnLst/>
              <a:rect l="l" t="t" r="r" b="b"/>
              <a:pathLst>
                <a:path w="9137" h="2731" extrusionOk="0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38"/>
            <p:cNvSpPr/>
            <p:nvPr/>
          </p:nvSpPr>
          <p:spPr>
            <a:xfrm>
              <a:off x="6779795" y="-1685246"/>
              <a:ext cx="245968" cy="73519"/>
            </a:xfrm>
            <a:custGeom>
              <a:avLst/>
              <a:gdLst/>
              <a:ahLst/>
              <a:cxnLst/>
              <a:rect l="l" t="t" r="r" b="b"/>
              <a:pathLst>
                <a:path w="9137" h="2731" fill="none" extrusionOk="0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38"/>
            <p:cNvSpPr/>
            <p:nvPr/>
          </p:nvSpPr>
          <p:spPr>
            <a:xfrm>
              <a:off x="6824347" y="-1698544"/>
              <a:ext cx="150510" cy="68296"/>
            </a:xfrm>
            <a:custGeom>
              <a:avLst/>
              <a:gdLst/>
              <a:ahLst/>
              <a:cxnLst/>
              <a:rect l="l" t="t" r="r" b="b"/>
              <a:pathLst>
                <a:path w="5591" h="2537" extrusionOk="0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38"/>
            <p:cNvSpPr/>
            <p:nvPr/>
          </p:nvSpPr>
          <p:spPr>
            <a:xfrm>
              <a:off x="6533288" y="-1808512"/>
              <a:ext cx="311357" cy="152825"/>
            </a:xfrm>
            <a:custGeom>
              <a:avLst/>
              <a:gdLst/>
              <a:ahLst/>
              <a:cxnLst/>
              <a:rect l="l" t="t" r="r" b="b"/>
              <a:pathLst>
                <a:path w="11566" h="5677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38"/>
            <p:cNvSpPr/>
            <p:nvPr/>
          </p:nvSpPr>
          <p:spPr>
            <a:xfrm>
              <a:off x="6533288" y="-1808512"/>
              <a:ext cx="311357" cy="152825"/>
            </a:xfrm>
            <a:custGeom>
              <a:avLst/>
              <a:gdLst/>
              <a:ahLst/>
              <a:cxnLst/>
              <a:rect l="l" t="t" r="r" b="b"/>
              <a:pathLst>
                <a:path w="11566" h="5677" fill="none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18" name="Google Shape;3518;p38"/>
          <p:cNvGrpSpPr/>
          <p:nvPr/>
        </p:nvGrpSpPr>
        <p:grpSpPr>
          <a:xfrm flipH="1">
            <a:off x="6365673" y="3938138"/>
            <a:ext cx="811246" cy="1205364"/>
            <a:chOff x="8044750" y="-1789024"/>
            <a:chExt cx="811246" cy="1205364"/>
          </a:xfrm>
        </p:grpSpPr>
        <p:sp>
          <p:nvSpPr>
            <p:cNvPr id="3519" name="Google Shape;3519;p38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38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38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38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38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38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38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38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38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38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38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38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38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38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38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38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38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38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38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38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3284;p38">
            <a:extLst>
              <a:ext uri="{FF2B5EF4-FFF2-40B4-BE49-F238E27FC236}">
                <a16:creationId xmlns:a16="http://schemas.microsoft.com/office/drawing/2014/main" id="{AA0D84E7-0EAD-4AA3-5A9F-9A0E961BC3C0}"/>
              </a:ext>
            </a:extLst>
          </p:cNvPr>
          <p:cNvSpPr txBox="1">
            <a:spLocks/>
          </p:cNvSpPr>
          <p:nvPr/>
        </p:nvSpPr>
        <p:spPr>
          <a:xfrm>
            <a:off x="744350" y="3813180"/>
            <a:ext cx="3881438" cy="278760"/>
          </a:xfrm>
          <a:prstGeom prst="rect">
            <a:avLst/>
          </a:prstGeom>
          <a:solidFill>
            <a:srgbClr val="4B94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600" b="0" i="0" u="none" strike="noStrike" cap="none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/>
            <a:r>
              <a:rPr lang="en-IE" sz="1400" b="1" dirty="0">
                <a:latin typeface="Arial Rounded MT Bold" panose="020F0704030504030204" pitchFamily="34" charset="0"/>
              </a:rPr>
              <a:t>Enterprise Systems Architecture</a:t>
            </a:r>
            <a:endParaRPr lang="pl-PL" sz="1400" b="1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0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32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0" fill="hold">
                                          <p:stCondLst>
                                            <p:cond delay="4000"/>
                                          </p:stCondLst>
                                        </p:cTn>
                                        <p:tgtEl>
                                          <p:spTgt spid="32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0" fill="hold">
                                          <p:stCondLst>
                                            <p:cond delay="6000"/>
                                          </p:stCondLst>
                                        </p:cTn>
                                        <p:tgtEl>
                                          <p:spTgt spid="32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0" fill="hold">
                                          <p:stCondLst>
                                            <p:cond delay="8000"/>
                                          </p:stCondLst>
                                        </p:cTn>
                                        <p:tgtEl>
                                          <p:spTgt spid="32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" name="Google Shape;3543;p39"/>
          <p:cNvSpPr txBox="1">
            <a:spLocks noGrp="1"/>
          </p:cNvSpPr>
          <p:nvPr>
            <p:ph type="title"/>
          </p:nvPr>
        </p:nvSpPr>
        <p:spPr>
          <a:xfrm>
            <a:off x="720000" y="228845"/>
            <a:ext cx="7704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0" dirty="0">
                <a:solidFill>
                  <a:srgbClr val="4B94D8"/>
                </a:solidFill>
              </a:rPr>
              <a:t>Introduction</a:t>
            </a:r>
            <a:endParaRPr i="0" dirty="0">
              <a:solidFill>
                <a:srgbClr val="4B94D8"/>
              </a:solidFill>
            </a:endParaRPr>
          </a:p>
        </p:txBody>
      </p:sp>
      <p:sp>
        <p:nvSpPr>
          <p:cNvPr id="3546" name="Google Shape;3546;p39"/>
          <p:cNvSpPr txBox="1">
            <a:spLocks noGrp="1"/>
          </p:cNvSpPr>
          <p:nvPr>
            <p:ph type="subTitle" idx="4294967295"/>
          </p:nvPr>
        </p:nvSpPr>
        <p:spPr>
          <a:xfrm>
            <a:off x="2713697" y="728146"/>
            <a:ext cx="3716606" cy="3059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E" b="1" dirty="0">
                <a:latin typeface="Arial Rounded MT Bold" panose="020F0704030504030204" pitchFamily="34" charset="0"/>
              </a:rPr>
              <a:t>What This Architecture Delivers ?</a:t>
            </a:r>
            <a:endParaRPr b="1" dirty="0">
              <a:latin typeface="Arial Rounded MT Bold" panose="020F0704030504030204" pitchFamily="34" charset="0"/>
            </a:endParaRPr>
          </a:p>
        </p:txBody>
      </p:sp>
      <p:grpSp>
        <p:nvGrpSpPr>
          <p:cNvPr id="2" name="Google Shape;3285;p38">
            <a:extLst>
              <a:ext uri="{FF2B5EF4-FFF2-40B4-BE49-F238E27FC236}">
                <a16:creationId xmlns:a16="http://schemas.microsoft.com/office/drawing/2014/main" id="{CDAEE210-86A6-2A9D-166D-710431EB9ED0}"/>
              </a:ext>
            </a:extLst>
          </p:cNvPr>
          <p:cNvGrpSpPr/>
          <p:nvPr/>
        </p:nvGrpSpPr>
        <p:grpSpPr>
          <a:xfrm>
            <a:off x="337350" y="273338"/>
            <a:ext cx="929120" cy="366772"/>
            <a:chOff x="4112050" y="-2536483"/>
            <a:chExt cx="3480245" cy="1373835"/>
          </a:xfrm>
        </p:grpSpPr>
        <p:sp>
          <p:nvSpPr>
            <p:cNvPr id="3" name="Google Shape;3286;p38">
              <a:extLst>
                <a:ext uri="{FF2B5EF4-FFF2-40B4-BE49-F238E27FC236}">
                  <a16:creationId xmlns:a16="http://schemas.microsoft.com/office/drawing/2014/main" id="{A787DE54-1132-B0A0-3A40-4B6B133E83D2}"/>
                </a:ext>
              </a:extLst>
            </p:cNvPr>
            <p:cNvSpPr/>
            <p:nvPr/>
          </p:nvSpPr>
          <p:spPr>
            <a:xfrm>
              <a:off x="5347543" y="-1715908"/>
              <a:ext cx="272000" cy="55326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287;p38">
              <a:extLst>
                <a:ext uri="{FF2B5EF4-FFF2-40B4-BE49-F238E27FC236}">
                  <a16:creationId xmlns:a16="http://schemas.microsoft.com/office/drawing/2014/main" id="{B6D1DA3D-060D-1EE2-37B2-B9F23CA18969}"/>
                </a:ext>
              </a:extLst>
            </p:cNvPr>
            <p:cNvSpPr/>
            <p:nvPr/>
          </p:nvSpPr>
          <p:spPr>
            <a:xfrm>
              <a:off x="5347543" y="-1715908"/>
              <a:ext cx="272000" cy="55326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288;p38">
              <a:extLst>
                <a:ext uri="{FF2B5EF4-FFF2-40B4-BE49-F238E27FC236}">
                  <a16:creationId xmlns:a16="http://schemas.microsoft.com/office/drawing/2014/main" id="{26001CB8-F50C-9F4D-369B-D4A7DECE435E}"/>
                </a:ext>
              </a:extLst>
            </p:cNvPr>
            <p:cNvSpPr/>
            <p:nvPr/>
          </p:nvSpPr>
          <p:spPr>
            <a:xfrm>
              <a:off x="5952274" y="-2294607"/>
              <a:ext cx="752333" cy="316579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289;p38">
              <a:extLst>
                <a:ext uri="{FF2B5EF4-FFF2-40B4-BE49-F238E27FC236}">
                  <a16:creationId xmlns:a16="http://schemas.microsoft.com/office/drawing/2014/main" id="{37E1EAFE-F0FA-FF08-94CF-0C9F3618F8AE}"/>
                </a:ext>
              </a:extLst>
            </p:cNvPr>
            <p:cNvSpPr/>
            <p:nvPr/>
          </p:nvSpPr>
          <p:spPr>
            <a:xfrm>
              <a:off x="5952274" y="-2294607"/>
              <a:ext cx="752333" cy="316579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290;p38">
              <a:extLst>
                <a:ext uri="{FF2B5EF4-FFF2-40B4-BE49-F238E27FC236}">
                  <a16:creationId xmlns:a16="http://schemas.microsoft.com/office/drawing/2014/main" id="{B2C357CA-041A-75C0-7581-145ABA6AE51E}"/>
                </a:ext>
              </a:extLst>
            </p:cNvPr>
            <p:cNvSpPr/>
            <p:nvPr/>
          </p:nvSpPr>
          <p:spPr>
            <a:xfrm>
              <a:off x="5958062" y="-2441590"/>
              <a:ext cx="526636" cy="159743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291;p38">
              <a:extLst>
                <a:ext uri="{FF2B5EF4-FFF2-40B4-BE49-F238E27FC236}">
                  <a16:creationId xmlns:a16="http://schemas.microsoft.com/office/drawing/2014/main" id="{65462FEB-DED7-6D22-5BAE-0FCFD3487C88}"/>
                </a:ext>
              </a:extLst>
            </p:cNvPr>
            <p:cNvSpPr/>
            <p:nvPr/>
          </p:nvSpPr>
          <p:spPr>
            <a:xfrm>
              <a:off x="5382835" y="-2302118"/>
              <a:ext cx="526636" cy="159743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292;p38">
              <a:extLst>
                <a:ext uri="{FF2B5EF4-FFF2-40B4-BE49-F238E27FC236}">
                  <a16:creationId xmlns:a16="http://schemas.microsoft.com/office/drawing/2014/main" id="{62A66D16-D4AD-FFB1-15FB-A4F7E30A4F94}"/>
                </a:ext>
              </a:extLst>
            </p:cNvPr>
            <p:cNvSpPr/>
            <p:nvPr/>
          </p:nvSpPr>
          <p:spPr>
            <a:xfrm>
              <a:off x="5958062" y="-2396445"/>
              <a:ext cx="526636" cy="114598"/>
            </a:xfrm>
            <a:custGeom>
              <a:avLst/>
              <a:gdLst/>
              <a:ahLst/>
              <a:cxnLst/>
              <a:rect l="l" t="t" r="r" b="b"/>
              <a:pathLst>
                <a:path w="19563" h="4257" extrusionOk="0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293;p38">
              <a:extLst>
                <a:ext uri="{FF2B5EF4-FFF2-40B4-BE49-F238E27FC236}">
                  <a16:creationId xmlns:a16="http://schemas.microsoft.com/office/drawing/2014/main" id="{D92513C0-9A4E-1920-DEDF-7E6B72D18D9C}"/>
                </a:ext>
              </a:extLst>
            </p:cNvPr>
            <p:cNvSpPr/>
            <p:nvPr/>
          </p:nvSpPr>
          <p:spPr>
            <a:xfrm>
              <a:off x="5385150" y="-2270298"/>
              <a:ext cx="524321" cy="105930"/>
            </a:xfrm>
            <a:custGeom>
              <a:avLst/>
              <a:gdLst/>
              <a:ahLst/>
              <a:cxnLst/>
              <a:rect l="l" t="t" r="r" b="b"/>
              <a:pathLst>
                <a:path w="19477" h="3935" extrusionOk="0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294;p38">
              <a:extLst>
                <a:ext uri="{FF2B5EF4-FFF2-40B4-BE49-F238E27FC236}">
                  <a16:creationId xmlns:a16="http://schemas.microsoft.com/office/drawing/2014/main" id="{12485989-BF94-809D-2E03-895DED629688}"/>
                </a:ext>
              </a:extLst>
            </p:cNvPr>
            <p:cNvSpPr/>
            <p:nvPr/>
          </p:nvSpPr>
          <p:spPr>
            <a:xfrm>
              <a:off x="4763648" y="-1801567"/>
              <a:ext cx="451987" cy="241338"/>
            </a:xfrm>
            <a:custGeom>
              <a:avLst/>
              <a:gdLst/>
              <a:ahLst/>
              <a:cxnLst/>
              <a:rect l="l" t="t" r="r" b="b"/>
              <a:pathLst>
                <a:path w="16790" h="8965" extrusionOk="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295;p38">
              <a:extLst>
                <a:ext uri="{FF2B5EF4-FFF2-40B4-BE49-F238E27FC236}">
                  <a16:creationId xmlns:a16="http://schemas.microsoft.com/office/drawing/2014/main" id="{8EE035C3-9ACE-E13A-938E-82C29C3DD3CA}"/>
                </a:ext>
              </a:extLst>
            </p:cNvPr>
            <p:cNvSpPr/>
            <p:nvPr/>
          </p:nvSpPr>
          <p:spPr>
            <a:xfrm>
              <a:off x="4833667" y="-1546366"/>
              <a:ext cx="452552" cy="240772"/>
            </a:xfrm>
            <a:custGeom>
              <a:avLst/>
              <a:gdLst/>
              <a:ahLst/>
              <a:cxnLst/>
              <a:rect l="l" t="t" r="r" b="b"/>
              <a:pathLst>
                <a:path w="16811" h="8944" extrusionOk="0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296;p38">
              <a:extLst>
                <a:ext uri="{FF2B5EF4-FFF2-40B4-BE49-F238E27FC236}">
                  <a16:creationId xmlns:a16="http://schemas.microsoft.com/office/drawing/2014/main" id="{3BC7CF6F-452E-30FD-7E5C-46FE466285A0}"/>
                </a:ext>
              </a:extLst>
            </p:cNvPr>
            <p:cNvSpPr/>
            <p:nvPr/>
          </p:nvSpPr>
          <p:spPr>
            <a:xfrm>
              <a:off x="4902529" y="-1794622"/>
              <a:ext cx="313107" cy="234392"/>
            </a:xfrm>
            <a:custGeom>
              <a:avLst/>
              <a:gdLst/>
              <a:ahLst/>
              <a:cxnLst/>
              <a:rect l="l" t="t" r="r" b="b"/>
              <a:pathLst>
                <a:path w="11631" h="8707" extrusionOk="0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297;p38">
              <a:extLst>
                <a:ext uri="{FF2B5EF4-FFF2-40B4-BE49-F238E27FC236}">
                  <a16:creationId xmlns:a16="http://schemas.microsoft.com/office/drawing/2014/main" id="{B882D813-12EC-3A4D-CC9B-0C57574EA956}"/>
                </a:ext>
              </a:extLst>
            </p:cNvPr>
            <p:cNvSpPr/>
            <p:nvPr/>
          </p:nvSpPr>
          <p:spPr>
            <a:xfrm>
              <a:off x="5020573" y="-1528410"/>
              <a:ext cx="265647" cy="222817"/>
            </a:xfrm>
            <a:custGeom>
              <a:avLst/>
              <a:gdLst/>
              <a:ahLst/>
              <a:cxnLst/>
              <a:rect l="l" t="t" r="r" b="b"/>
              <a:pathLst>
                <a:path w="9868" h="8277" extrusionOk="0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298;p38">
              <a:extLst>
                <a:ext uri="{FF2B5EF4-FFF2-40B4-BE49-F238E27FC236}">
                  <a16:creationId xmlns:a16="http://schemas.microsoft.com/office/drawing/2014/main" id="{AC42566E-0478-C1D1-4106-9328CC87DED5}"/>
                </a:ext>
              </a:extLst>
            </p:cNvPr>
            <p:cNvSpPr/>
            <p:nvPr/>
          </p:nvSpPr>
          <p:spPr>
            <a:xfrm>
              <a:off x="6835358" y="-1828756"/>
              <a:ext cx="756937" cy="277222"/>
            </a:xfrm>
            <a:custGeom>
              <a:avLst/>
              <a:gdLst/>
              <a:ahLst/>
              <a:cxnLst/>
              <a:rect l="l" t="t" r="r" b="b"/>
              <a:pathLst>
                <a:path w="28118" h="10298" extrusionOk="0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299;p38">
              <a:extLst>
                <a:ext uri="{FF2B5EF4-FFF2-40B4-BE49-F238E27FC236}">
                  <a16:creationId xmlns:a16="http://schemas.microsoft.com/office/drawing/2014/main" id="{826CDEAF-26DA-37FE-38A2-8D476F16F1BD}"/>
                </a:ext>
              </a:extLst>
            </p:cNvPr>
            <p:cNvSpPr/>
            <p:nvPr/>
          </p:nvSpPr>
          <p:spPr>
            <a:xfrm>
              <a:off x="6835358" y="-1828756"/>
              <a:ext cx="756937" cy="277222"/>
            </a:xfrm>
            <a:custGeom>
              <a:avLst/>
              <a:gdLst/>
              <a:ahLst/>
              <a:cxnLst/>
              <a:rect l="l" t="t" r="r" b="b"/>
              <a:pathLst>
                <a:path w="28118" h="10298" fill="none" extrusionOk="0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300;p38">
              <a:extLst>
                <a:ext uri="{FF2B5EF4-FFF2-40B4-BE49-F238E27FC236}">
                  <a16:creationId xmlns:a16="http://schemas.microsoft.com/office/drawing/2014/main" id="{22CFDDAA-43F7-9DE0-3467-84FE91429B15}"/>
                </a:ext>
              </a:extLst>
            </p:cNvPr>
            <p:cNvSpPr/>
            <p:nvPr/>
          </p:nvSpPr>
          <p:spPr>
            <a:xfrm>
              <a:off x="4112050" y="-2490208"/>
              <a:ext cx="3054909" cy="1005220"/>
            </a:xfrm>
            <a:custGeom>
              <a:avLst/>
              <a:gdLst/>
              <a:ahLst/>
              <a:cxnLst/>
              <a:rect l="l" t="t" r="r" b="b"/>
              <a:pathLst>
                <a:path w="113481" h="37341" extrusionOk="0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301;p38">
              <a:extLst>
                <a:ext uri="{FF2B5EF4-FFF2-40B4-BE49-F238E27FC236}">
                  <a16:creationId xmlns:a16="http://schemas.microsoft.com/office/drawing/2014/main" id="{91090943-CF4E-6E95-32BB-9A3CFA4DF7BD}"/>
                </a:ext>
              </a:extLst>
            </p:cNvPr>
            <p:cNvSpPr/>
            <p:nvPr/>
          </p:nvSpPr>
          <p:spPr>
            <a:xfrm>
              <a:off x="4112050" y="-2490208"/>
              <a:ext cx="3054909" cy="1005220"/>
            </a:xfrm>
            <a:custGeom>
              <a:avLst/>
              <a:gdLst/>
              <a:ahLst/>
              <a:cxnLst/>
              <a:rect l="l" t="t" r="r" b="b"/>
              <a:pathLst>
                <a:path w="113481" h="37341" fill="none" extrusionOk="0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302;p38">
              <a:extLst>
                <a:ext uri="{FF2B5EF4-FFF2-40B4-BE49-F238E27FC236}">
                  <a16:creationId xmlns:a16="http://schemas.microsoft.com/office/drawing/2014/main" id="{562BA673-0DDF-6D21-0523-D76696FAD7A4}"/>
                </a:ext>
              </a:extLst>
            </p:cNvPr>
            <p:cNvSpPr/>
            <p:nvPr/>
          </p:nvSpPr>
          <p:spPr>
            <a:xfrm>
              <a:off x="6440684" y="-2230376"/>
              <a:ext cx="899316" cy="600128"/>
            </a:xfrm>
            <a:custGeom>
              <a:avLst/>
              <a:gdLst/>
              <a:ahLst/>
              <a:cxnLst/>
              <a:rect l="l" t="t" r="r" b="b"/>
              <a:pathLst>
                <a:path w="33407" h="22293" extrusionOk="0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303;p38">
              <a:extLst>
                <a:ext uri="{FF2B5EF4-FFF2-40B4-BE49-F238E27FC236}">
                  <a16:creationId xmlns:a16="http://schemas.microsoft.com/office/drawing/2014/main" id="{38ADD7A4-11CD-6CAF-EDBB-322B35FEAAFB}"/>
                </a:ext>
              </a:extLst>
            </p:cNvPr>
            <p:cNvSpPr/>
            <p:nvPr/>
          </p:nvSpPr>
          <p:spPr>
            <a:xfrm>
              <a:off x="5422758" y="-2536483"/>
              <a:ext cx="1784150" cy="497105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304;p38">
              <a:extLst>
                <a:ext uri="{FF2B5EF4-FFF2-40B4-BE49-F238E27FC236}">
                  <a16:creationId xmlns:a16="http://schemas.microsoft.com/office/drawing/2014/main" id="{06E78AE2-01F9-04A8-FDA7-E3994899A472}"/>
                </a:ext>
              </a:extLst>
            </p:cNvPr>
            <p:cNvSpPr/>
            <p:nvPr/>
          </p:nvSpPr>
          <p:spPr>
            <a:xfrm>
              <a:off x="4200563" y="-2424819"/>
              <a:ext cx="54432" cy="64285"/>
            </a:xfrm>
            <a:custGeom>
              <a:avLst/>
              <a:gdLst/>
              <a:ahLst/>
              <a:cxnLst/>
              <a:rect l="l" t="t" r="r" b="b"/>
              <a:pathLst>
                <a:path w="2022" h="2388" extrusionOk="0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305;p38">
              <a:extLst>
                <a:ext uri="{FF2B5EF4-FFF2-40B4-BE49-F238E27FC236}">
                  <a16:creationId xmlns:a16="http://schemas.microsoft.com/office/drawing/2014/main" id="{C4615402-4E5A-5B0E-EB8F-92FAFE2DF403}"/>
                </a:ext>
              </a:extLst>
            </p:cNvPr>
            <p:cNvSpPr/>
            <p:nvPr/>
          </p:nvSpPr>
          <p:spPr>
            <a:xfrm>
              <a:off x="4299521" y="-2320639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306;p38">
              <a:extLst>
                <a:ext uri="{FF2B5EF4-FFF2-40B4-BE49-F238E27FC236}">
                  <a16:creationId xmlns:a16="http://schemas.microsoft.com/office/drawing/2014/main" id="{9098F40E-6BF0-9E86-B27D-5CADB42BC212}"/>
                </a:ext>
              </a:extLst>
            </p:cNvPr>
            <p:cNvSpPr/>
            <p:nvPr/>
          </p:nvSpPr>
          <p:spPr>
            <a:xfrm>
              <a:off x="4299521" y="-2320639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307;p38">
              <a:extLst>
                <a:ext uri="{FF2B5EF4-FFF2-40B4-BE49-F238E27FC236}">
                  <a16:creationId xmlns:a16="http://schemas.microsoft.com/office/drawing/2014/main" id="{CAEDA034-3938-AAEB-7640-B0DA064D990E}"/>
                </a:ext>
              </a:extLst>
            </p:cNvPr>
            <p:cNvSpPr/>
            <p:nvPr/>
          </p:nvSpPr>
          <p:spPr>
            <a:xfrm>
              <a:off x="4378235" y="-2261630"/>
              <a:ext cx="24901" cy="29558"/>
            </a:xfrm>
            <a:custGeom>
              <a:avLst/>
              <a:gdLst/>
              <a:ahLst/>
              <a:cxnLst/>
              <a:rect l="l" t="t" r="r" b="b"/>
              <a:pathLst>
                <a:path w="925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308;p38">
              <a:extLst>
                <a:ext uri="{FF2B5EF4-FFF2-40B4-BE49-F238E27FC236}">
                  <a16:creationId xmlns:a16="http://schemas.microsoft.com/office/drawing/2014/main" id="{D64536D5-B2B6-627D-FA98-62F20D2B590E}"/>
                </a:ext>
              </a:extLst>
            </p:cNvPr>
            <p:cNvSpPr/>
            <p:nvPr/>
          </p:nvSpPr>
          <p:spPr>
            <a:xfrm>
              <a:off x="4378235" y="-2261630"/>
              <a:ext cx="24901" cy="29558"/>
            </a:xfrm>
            <a:custGeom>
              <a:avLst/>
              <a:gdLst/>
              <a:ahLst/>
              <a:cxnLst/>
              <a:rect l="l" t="t" r="r" b="b"/>
              <a:pathLst>
                <a:path w="925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309;p38">
              <a:extLst>
                <a:ext uri="{FF2B5EF4-FFF2-40B4-BE49-F238E27FC236}">
                  <a16:creationId xmlns:a16="http://schemas.microsoft.com/office/drawing/2014/main" id="{A595E1EE-FC57-9121-922A-620C266D5CF1}"/>
                </a:ext>
              </a:extLst>
            </p:cNvPr>
            <p:cNvSpPr/>
            <p:nvPr/>
          </p:nvSpPr>
          <p:spPr>
            <a:xfrm>
              <a:off x="4408897" y="-225005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310;p38">
              <a:extLst>
                <a:ext uri="{FF2B5EF4-FFF2-40B4-BE49-F238E27FC236}">
                  <a16:creationId xmlns:a16="http://schemas.microsoft.com/office/drawing/2014/main" id="{0A816475-3AFF-1698-7A9D-CB0378D657BE}"/>
                </a:ext>
              </a:extLst>
            </p:cNvPr>
            <p:cNvSpPr/>
            <p:nvPr/>
          </p:nvSpPr>
          <p:spPr>
            <a:xfrm>
              <a:off x="4408897" y="-225005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311;p38">
              <a:extLst>
                <a:ext uri="{FF2B5EF4-FFF2-40B4-BE49-F238E27FC236}">
                  <a16:creationId xmlns:a16="http://schemas.microsoft.com/office/drawing/2014/main" id="{A68D089D-F39E-01A2-753E-13E8F0A06609}"/>
                </a:ext>
              </a:extLst>
            </p:cNvPr>
            <p:cNvSpPr/>
            <p:nvPr/>
          </p:nvSpPr>
          <p:spPr>
            <a:xfrm>
              <a:off x="4439585" y="-223788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312;p38">
              <a:extLst>
                <a:ext uri="{FF2B5EF4-FFF2-40B4-BE49-F238E27FC236}">
                  <a16:creationId xmlns:a16="http://schemas.microsoft.com/office/drawing/2014/main" id="{CEE3B201-EE8A-F6DE-3682-9073D63C80B7}"/>
                </a:ext>
              </a:extLst>
            </p:cNvPr>
            <p:cNvSpPr/>
            <p:nvPr/>
          </p:nvSpPr>
          <p:spPr>
            <a:xfrm>
              <a:off x="4439585" y="-223788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313;p38">
              <a:extLst>
                <a:ext uri="{FF2B5EF4-FFF2-40B4-BE49-F238E27FC236}">
                  <a16:creationId xmlns:a16="http://schemas.microsoft.com/office/drawing/2014/main" id="{A6E5A7B5-1C60-CED5-C714-6101B3025E63}"/>
                </a:ext>
              </a:extLst>
            </p:cNvPr>
            <p:cNvSpPr/>
            <p:nvPr/>
          </p:nvSpPr>
          <p:spPr>
            <a:xfrm>
              <a:off x="4470247" y="-2226311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314;p38">
              <a:extLst>
                <a:ext uri="{FF2B5EF4-FFF2-40B4-BE49-F238E27FC236}">
                  <a16:creationId xmlns:a16="http://schemas.microsoft.com/office/drawing/2014/main" id="{0C556157-855F-6016-69DD-AC8D4612BB44}"/>
                </a:ext>
              </a:extLst>
            </p:cNvPr>
            <p:cNvSpPr/>
            <p:nvPr/>
          </p:nvSpPr>
          <p:spPr>
            <a:xfrm>
              <a:off x="4470247" y="-2226311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315;p38">
              <a:extLst>
                <a:ext uri="{FF2B5EF4-FFF2-40B4-BE49-F238E27FC236}">
                  <a16:creationId xmlns:a16="http://schemas.microsoft.com/office/drawing/2014/main" id="{F44DE74F-5293-8339-FB55-1AB89B1B4715}"/>
                </a:ext>
              </a:extLst>
            </p:cNvPr>
            <p:cNvSpPr/>
            <p:nvPr/>
          </p:nvSpPr>
          <p:spPr>
            <a:xfrm>
              <a:off x="4500909" y="-221417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16;p38">
              <a:extLst>
                <a:ext uri="{FF2B5EF4-FFF2-40B4-BE49-F238E27FC236}">
                  <a16:creationId xmlns:a16="http://schemas.microsoft.com/office/drawing/2014/main" id="{ADC7641A-3A1C-08E1-E2E1-5794CE43B96C}"/>
                </a:ext>
              </a:extLst>
            </p:cNvPr>
            <p:cNvSpPr/>
            <p:nvPr/>
          </p:nvSpPr>
          <p:spPr>
            <a:xfrm>
              <a:off x="4500909" y="-221417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317;p38">
              <a:extLst>
                <a:ext uri="{FF2B5EF4-FFF2-40B4-BE49-F238E27FC236}">
                  <a16:creationId xmlns:a16="http://schemas.microsoft.com/office/drawing/2014/main" id="{011562AB-C034-5CB2-1053-E2E8BF283E68}"/>
                </a:ext>
              </a:extLst>
            </p:cNvPr>
            <p:cNvSpPr/>
            <p:nvPr/>
          </p:nvSpPr>
          <p:spPr>
            <a:xfrm>
              <a:off x="4531598" y="-2202594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318;p38">
              <a:extLst>
                <a:ext uri="{FF2B5EF4-FFF2-40B4-BE49-F238E27FC236}">
                  <a16:creationId xmlns:a16="http://schemas.microsoft.com/office/drawing/2014/main" id="{55D6C8A8-1934-2F39-2CCB-A71A5932AF2F}"/>
                </a:ext>
              </a:extLst>
            </p:cNvPr>
            <p:cNvSpPr/>
            <p:nvPr/>
          </p:nvSpPr>
          <p:spPr>
            <a:xfrm>
              <a:off x="4531598" y="-2202594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319;p38">
              <a:extLst>
                <a:ext uri="{FF2B5EF4-FFF2-40B4-BE49-F238E27FC236}">
                  <a16:creationId xmlns:a16="http://schemas.microsoft.com/office/drawing/2014/main" id="{0C4C1E36-B183-49CC-CCCF-FDCFBFF5C0F3}"/>
                </a:ext>
              </a:extLst>
            </p:cNvPr>
            <p:cNvSpPr/>
            <p:nvPr/>
          </p:nvSpPr>
          <p:spPr>
            <a:xfrm>
              <a:off x="4562260" y="-2190427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320;p38">
              <a:extLst>
                <a:ext uri="{FF2B5EF4-FFF2-40B4-BE49-F238E27FC236}">
                  <a16:creationId xmlns:a16="http://schemas.microsoft.com/office/drawing/2014/main" id="{38EAF53F-F65B-8BD6-015F-A19619CEA82E}"/>
                </a:ext>
              </a:extLst>
            </p:cNvPr>
            <p:cNvSpPr/>
            <p:nvPr/>
          </p:nvSpPr>
          <p:spPr>
            <a:xfrm>
              <a:off x="4562260" y="-2190427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321;p38">
              <a:extLst>
                <a:ext uri="{FF2B5EF4-FFF2-40B4-BE49-F238E27FC236}">
                  <a16:creationId xmlns:a16="http://schemas.microsoft.com/office/drawing/2014/main" id="{CFD7A9B2-0453-BF9E-31B5-CA5B54007833}"/>
                </a:ext>
              </a:extLst>
            </p:cNvPr>
            <p:cNvSpPr/>
            <p:nvPr/>
          </p:nvSpPr>
          <p:spPr>
            <a:xfrm>
              <a:off x="4592922" y="-217887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322;p38">
              <a:extLst>
                <a:ext uri="{FF2B5EF4-FFF2-40B4-BE49-F238E27FC236}">
                  <a16:creationId xmlns:a16="http://schemas.microsoft.com/office/drawing/2014/main" id="{F7C6A136-BF9F-5C29-3476-6E714CAE83B0}"/>
                </a:ext>
              </a:extLst>
            </p:cNvPr>
            <p:cNvSpPr/>
            <p:nvPr/>
          </p:nvSpPr>
          <p:spPr>
            <a:xfrm>
              <a:off x="4592922" y="-217887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323;p38">
              <a:extLst>
                <a:ext uri="{FF2B5EF4-FFF2-40B4-BE49-F238E27FC236}">
                  <a16:creationId xmlns:a16="http://schemas.microsoft.com/office/drawing/2014/main" id="{974D77B8-1A41-570A-8439-88646A092F20}"/>
                </a:ext>
              </a:extLst>
            </p:cNvPr>
            <p:cNvSpPr/>
            <p:nvPr/>
          </p:nvSpPr>
          <p:spPr>
            <a:xfrm>
              <a:off x="4623611" y="-2167302"/>
              <a:ext cx="24309" cy="29558"/>
            </a:xfrm>
            <a:custGeom>
              <a:avLst/>
              <a:gdLst/>
              <a:ahLst/>
              <a:cxnLst/>
              <a:rect l="l" t="t" r="r" b="b"/>
              <a:pathLst>
                <a:path w="903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324;p38">
              <a:extLst>
                <a:ext uri="{FF2B5EF4-FFF2-40B4-BE49-F238E27FC236}">
                  <a16:creationId xmlns:a16="http://schemas.microsoft.com/office/drawing/2014/main" id="{4450AF52-9F39-0127-1FD6-A8EA7FE11F03}"/>
                </a:ext>
              </a:extLst>
            </p:cNvPr>
            <p:cNvSpPr/>
            <p:nvPr/>
          </p:nvSpPr>
          <p:spPr>
            <a:xfrm>
              <a:off x="4623611" y="-2167302"/>
              <a:ext cx="24309" cy="29558"/>
            </a:xfrm>
            <a:custGeom>
              <a:avLst/>
              <a:gdLst/>
              <a:ahLst/>
              <a:cxnLst/>
              <a:rect l="l" t="t" r="r" b="b"/>
              <a:pathLst>
                <a:path w="903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325;p38">
              <a:extLst>
                <a:ext uri="{FF2B5EF4-FFF2-40B4-BE49-F238E27FC236}">
                  <a16:creationId xmlns:a16="http://schemas.microsoft.com/office/drawing/2014/main" id="{4458A62F-EEEE-4382-EB2D-32C864EA5A97}"/>
                </a:ext>
              </a:extLst>
            </p:cNvPr>
            <p:cNvSpPr/>
            <p:nvPr/>
          </p:nvSpPr>
          <p:spPr>
            <a:xfrm>
              <a:off x="4653680" y="-2155134"/>
              <a:ext cx="24928" cy="28966"/>
            </a:xfrm>
            <a:custGeom>
              <a:avLst/>
              <a:gdLst/>
              <a:ahLst/>
              <a:cxnLst/>
              <a:rect l="l" t="t" r="r" b="b"/>
              <a:pathLst>
                <a:path w="926" h="1076" extrusionOk="0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326;p38">
              <a:extLst>
                <a:ext uri="{FF2B5EF4-FFF2-40B4-BE49-F238E27FC236}">
                  <a16:creationId xmlns:a16="http://schemas.microsoft.com/office/drawing/2014/main" id="{86C29074-28A2-DD4A-DEE2-FF2B5D40EB5E}"/>
                </a:ext>
              </a:extLst>
            </p:cNvPr>
            <p:cNvSpPr/>
            <p:nvPr/>
          </p:nvSpPr>
          <p:spPr>
            <a:xfrm>
              <a:off x="4653680" y="-2155134"/>
              <a:ext cx="24928" cy="28966"/>
            </a:xfrm>
            <a:custGeom>
              <a:avLst/>
              <a:gdLst/>
              <a:ahLst/>
              <a:cxnLst/>
              <a:rect l="l" t="t" r="r" b="b"/>
              <a:pathLst>
                <a:path w="926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327;p38">
              <a:extLst>
                <a:ext uri="{FF2B5EF4-FFF2-40B4-BE49-F238E27FC236}">
                  <a16:creationId xmlns:a16="http://schemas.microsoft.com/office/drawing/2014/main" id="{2AEA67BB-1981-9533-0AA7-0EA52DE412C2}"/>
                </a:ext>
              </a:extLst>
            </p:cNvPr>
            <p:cNvSpPr/>
            <p:nvPr/>
          </p:nvSpPr>
          <p:spPr>
            <a:xfrm>
              <a:off x="4684369" y="-2143559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328;p38">
              <a:extLst>
                <a:ext uri="{FF2B5EF4-FFF2-40B4-BE49-F238E27FC236}">
                  <a16:creationId xmlns:a16="http://schemas.microsoft.com/office/drawing/2014/main" id="{6C25A9D6-3F71-F355-3AEB-096B8386FBBC}"/>
                </a:ext>
              </a:extLst>
            </p:cNvPr>
            <p:cNvSpPr/>
            <p:nvPr/>
          </p:nvSpPr>
          <p:spPr>
            <a:xfrm>
              <a:off x="4684369" y="-2143559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329;p38">
              <a:extLst>
                <a:ext uri="{FF2B5EF4-FFF2-40B4-BE49-F238E27FC236}">
                  <a16:creationId xmlns:a16="http://schemas.microsoft.com/office/drawing/2014/main" id="{EF382219-81C2-274B-A7EF-19658D5B9CEE}"/>
                </a:ext>
              </a:extLst>
            </p:cNvPr>
            <p:cNvSpPr/>
            <p:nvPr/>
          </p:nvSpPr>
          <p:spPr>
            <a:xfrm>
              <a:off x="4715031" y="-2131418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330;p38">
              <a:extLst>
                <a:ext uri="{FF2B5EF4-FFF2-40B4-BE49-F238E27FC236}">
                  <a16:creationId xmlns:a16="http://schemas.microsoft.com/office/drawing/2014/main" id="{DC651497-2C10-262F-6276-84C03B92B221}"/>
                </a:ext>
              </a:extLst>
            </p:cNvPr>
            <p:cNvSpPr/>
            <p:nvPr/>
          </p:nvSpPr>
          <p:spPr>
            <a:xfrm>
              <a:off x="4715031" y="-2131418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331;p38">
              <a:extLst>
                <a:ext uri="{FF2B5EF4-FFF2-40B4-BE49-F238E27FC236}">
                  <a16:creationId xmlns:a16="http://schemas.microsoft.com/office/drawing/2014/main" id="{94929439-2327-B183-E77A-36E52C03302B}"/>
                </a:ext>
              </a:extLst>
            </p:cNvPr>
            <p:cNvSpPr/>
            <p:nvPr/>
          </p:nvSpPr>
          <p:spPr>
            <a:xfrm>
              <a:off x="4745693" y="-2119842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332;p38">
              <a:extLst>
                <a:ext uri="{FF2B5EF4-FFF2-40B4-BE49-F238E27FC236}">
                  <a16:creationId xmlns:a16="http://schemas.microsoft.com/office/drawing/2014/main" id="{A6B0A09C-CAB1-9266-75B8-15A3C0F19B6A}"/>
                </a:ext>
              </a:extLst>
            </p:cNvPr>
            <p:cNvSpPr/>
            <p:nvPr/>
          </p:nvSpPr>
          <p:spPr>
            <a:xfrm>
              <a:off x="4745693" y="-2119842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333;p38">
              <a:extLst>
                <a:ext uri="{FF2B5EF4-FFF2-40B4-BE49-F238E27FC236}">
                  <a16:creationId xmlns:a16="http://schemas.microsoft.com/office/drawing/2014/main" id="{E1216EBD-3005-CBC0-D320-8C8EB9E49C5A}"/>
                </a:ext>
              </a:extLst>
            </p:cNvPr>
            <p:cNvSpPr/>
            <p:nvPr/>
          </p:nvSpPr>
          <p:spPr>
            <a:xfrm>
              <a:off x="4881127" y="-2088588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334;p38">
              <a:extLst>
                <a:ext uri="{FF2B5EF4-FFF2-40B4-BE49-F238E27FC236}">
                  <a16:creationId xmlns:a16="http://schemas.microsoft.com/office/drawing/2014/main" id="{AA844217-4A79-8BBD-2D13-5E0B3E98D4C7}"/>
                </a:ext>
              </a:extLst>
            </p:cNvPr>
            <p:cNvSpPr/>
            <p:nvPr/>
          </p:nvSpPr>
          <p:spPr>
            <a:xfrm>
              <a:off x="4881127" y="-2088588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335;p38">
              <a:extLst>
                <a:ext uri="{FF2B5EF4-FFF2-40B4-BE49-F238E27FC236}">
                  <a16:creationId xmlns:a16="http://schemas.microsoft.com/office/drawing/2014/main" id="{2A8DB178-0015-DF76-6007-8EEA9EA9BE4B}"/>
                </a:ext>
              </a:extLst>
            </p:cNvPr>
            <p:cNvSpPr/>
            <p:nvPr/>
          </p:nvSpPr>
          <p:spPr>
            <a:xfrm>
              <a:off x="4911789" y="-2077013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336;p38">
              <a:extLst>
                <a:ext uri="{FF2B5EF4-FFF2-40B4-BE49-F238E27FC236}">
                  <a16:creationId xmlns:a16="http://schemas.microsoft.com/office/drawing/2014/main" id="{E9B1A4D7-86CA-838F-1571-7A9AF9D21D91}"/>
                </a:ext>
              </a:extLst>
            </p:cNvPr>
            <p:cNvSpPr/>
            <p:nvPr/>
          </p:nvSpPr>
          <p:spPr>
            <a:xfrm>
              <a:off x="4911789" y="-2077013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337;p38">
              <a:extLst>
                <a:ext uri="{FF2B5EF4-FFF2-40B4-BE49-F238E27FC236}">
                  <a16:creationId xmlns:a16="http://schemas.microsoft.com/office/drawing/2014/main" id="{B4666FA8-4830-8DC8-F280-C2A4C303AE0D}"/>
                </a:ext>
              </a:extLst>
            </p:cNvPr>
            <p:cNvSpPr/>
            <p:nvPr/>
          </p:nvSpPr>
          <p:spPr>
            <a:xfrm>
              <a:off x="4942451" y="-206487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338;p38">
              <a:extLst>
                <a:ext uri="{FF2B5EF4-FFF2-40B4-BE49-F238E27FC236}">
                  <a16:creationId xmlns:a16="http://schemas.microsoft.com/office/drawing/2014/main" id="{25868A2C-8426-968E-BA51-5CF75560FE1D}"/>
                </a:ext>
              </a:extLst>
            </p:cNvPr>
            <p:cNvSpPr/>
            <p:nvPr/>
          </p:nvSpPr>
          <p:spPr>
            <a:xfrm>
              <a:off x="4942451" y="-206487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339;p38">
              <a:extLst>
                <a:ext uri="{FF2B5EF4-FFF2-40B4-BE49-F238E27FC236}">
                  <a16:creationId xmlns:a16="http://schemas.microsoft.com/office/drawing/2014/main" id="{7659DFCA-AC75-3809-4F0E-58298ACDCED3}"/>
                </a:ext>
              </a:extLst>
            </p:cNvPr>
            <p:cNvSpPr/>
            <p:nvPr/>
          </p:nvSpPr>
          <p:spPr>
            <a:xfrm>
              <a:off x="4973140" y="-205329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340;p38">
              <a:extLst>
                <a:ext uri="{FF2B5EF4-FFF2-40B4-BE49-F238E27FC236}">
                  <a16:creationId xmlns:a16="http://schemas.microsoft.com/office/drawing/2014/main" id="{B0158F82-A657-5159-CE6C-D06FF23069EF}"/>
                </a:ext>
              </a:extLst>
            </p:cNvPr>
            <p:cNvSpPr/>
            <p:nvPr/>
          </p:nvSpPr>
          <p:spPr>
            <a:xfrm>
              <a:off x="4973140" y="-205329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41;p38">
              <a:extLst>
                <a:ext uri="{FF2B5EF4-FFF2-40B4-BE49-F238E27FC236}">
                  <a16:creationId xmlns:a16="http://schemas.microsoft.com/office/drawing/2014/main" id="{BA1F1844-4137-443F-1BE1-D3A3D5AFF910}"/>
                </a:ext>
              </a:extLst>
            </p:cNvPr>
            <p:cNvSpPr/>
            <p:nvPr/>
          </p:nvSpPr>
          <p:spPr>
            <a:xfrm>
              <a:off x="5003209" y="-2041720"/>
              <a:ext cx="24928" cy="29558"/>
            </a:xfrm>
            <a:custGeom>
              <a:avLst/>
              <a:gdLst/>
              <a:ahLst/>
              <a:cxnLst/>
              <a:rect l="l" t="t" r="r" b="b"/>
              <a:pathLst>
                <a:path w="926" h="1098" extrusionOk="0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342;p38">
              <a:extLst>
                <a:ext uri="{FF2B5EF4-FFF2-40B4-BE49-F238E27FC236}">
                  <a16:creationId xmlns:a16="http://schemas.microsoft.com/office/drawing/2014/main" id="{6BDE3711-EF93-A743-6CB0-735DBC9E43C2}"/>
                </a:ext>
              </a:extLst>
            </p:cNvPr>
            <p:cNvSpPr/>
            <p:nvPr/>
          </p:nvSpPr>
          <p:spPr>
            <a:xfrm>
              <a:off x="5003209" y="-2041720"/>
              <a:ext cx="24928" cy="29558"/>
            </a:xfrm>
            <a:custGeom>
              <a:avLst/>
              <a:gdLst/>
              <a:ahLst/>
              <a:cxnLst/>
              <a:rect l="l" t="t" r="r" b="b"/>
              <a:pathLst>
                <a:path w="926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343;p38">
              <a:extLst>
                <a:ext uri="{FF2B5EF4-FFF2-40B4-BE49-F238E27FC236}">
                  <a16:creationId xmlns:a16="http://schemas.microsoft.com/office/drawing/2014/main" id="{C230EAC6-A5A7-2B42-51F7-117D44C590C3}"/>
                </a:ext>
              </a:extLst>
            </p:cNvPr>
            <p:cNvSpPr/>
            <p:nvPr/>
          </p:nvSpPr>
          <p:spPr>
            <a:xfrm>
              <a:off x="5033898" y="-2029553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344;p38">
              <a:extLst>
                <a:ext uri="{FF2B5EF4-FFF2-40B4-BE49-F238E27FC236}">
                  <a16:creationId xmlns:a16="http://schemas.microsoft.com/office/drawing/2014/main" id="{97076F85-9917-DB6D-5792-BBF6811B9035}"/>
                </a:ext>
              </a:extLst>
            </p:cNvPr>
            <p:cNvSpPr/>
            <p:nvPr/>
          </p:nvSpPr>
          <p:spPr>
            <a:xfrm>
              <a:off x="5033898" y="-2029553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345;p38">
              <a:extLst>
                <a:ext uri="{FF2B5EF4-FFF2-40B4-BE49-F238E27FC236}">
                  <a16:creationId xmlns:a16="http://schemas.microsoft.com/office/drawing/2014/main" id="{72C393E2-C496-C10E-43AB-80E8FEA23B0E}"/>
                </a:ext>
              </a:extLst>
            </p:cNvPr>
            <p:cNvSpPr/>
            <p:nvPr/>
          </p:nvSpPr>
          <p:spPr>
            <a:xfrm>
              <a:off x="5064560" y="-2017977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346;p38">
              <a:extLst>
                <a:ext uri="{FF2B5EF4-FFF2-40B4-BE49-F238E27FC236}">
                  <a16:creationId xmlns:a16="http://schemas.microsoft.com/office/drawing/2014/main" id="{80070F11-A6DC-EAB8-E519-E8DEA5502A46}"/>
                </a:ext>
              </a:extLst>
            </p:cNvPr>
            <p:cNvSpPr/>
            <p:nvPr/>
          </p:nvSpPr>
          <p:spPr>
            <a:xfrm>
              <a:off x="5064560" y="-2017977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347;p38">
              <a:extLst>
                <a:ext uri="{FF2B5EF4-FFF2-40B4-BE49-F238E27FC236}">
                  <a16:creationId xmlns:a16="http://schemas.microsoft.com/office/drawing/2014/main" id="{7DF6007B-407E-A2D7-B0FB-325BEE4578A6}"/>
                </a:ext>
              </a:extLst>
            </p:cNvPr>
            <p:cNvSpPr/>
            <p:nvPr/>
          </p:nvSpPr>
          <p:spPr>
            <a:xfrm>
              <a:off x="5095222" y="-200583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348;p38">
              <a:extLst>
                <a:ext uri="{FF2B5EF4-FFF2-40B4-BE49-F238E27FC236}">
                  <a16:creationId xmlns:a16="http://schemas.microsoft.com/office/drawing/2014/main" id="{0E87B783-B0D0-C68C-917F-33AF892CEABB}"/>
                </a:ext>
              </a:extLst>
            </p:cNvPr>
            <p:cNvSpPr/>
            <p:nvPr/>
          </p:nvSpPr>
          <p:spPr>
            <a:xfrm>
              <a:off x="5095222" y="-200583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349;p38">
              <a:extLst>
                <a:ext uri="{FF2B5EF4-FFF2-40B4-BE49-F238E27FC236}">
                  <a16:creationId xmlns:a16="http://schemas.microsoft.com/office/drawing/2014/main" id="{3DE4489B-833A-7337-1834-4495C324D93E}"/>
                </a:ext>
              </a:extLst>
            </p:cNvPr>
            <p:cNvSpPr/>
            <p:nvPr/>
          </p:nvSpPr>
          <p:spPr>
            <a:xfrm>
              <a:off x="5125911" y="-1994260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350;p38">
              <a:extLst>
                <a:ext uri="{FF2B5EF4-FFF2-40B4-BE49-F238E27FC236}">
                  <a16:creationId xmlns:a16="http://schemas.microsoft.com/office/drawing/2014/main" id="{3031FCB2-4898-1454-2360-FEDE8D05949D}"/>
                </a:ext>
              </a:extLst>
            </p:cNvPr>
            <p:cNvSpPr/>
            <p:nvPr/>
          </p:nvSpPr>
          <p:spPr>
            <a:xfrm>
              <a:off x="5125911" y="-1994260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351;p38">
              <a:extLst>
                <a:ext uri="{FF2B5EF4-FFF2-40B4-BE49-F238E27FC236}">
                  <a16:creationId xmlns:a16="http://schemas.microsoft.com/office/drawing/2014/main" id="{C3CE3544-63F4-1FFC-046E-97D8C4F3DB2E}"/>
                </a:ext>
              </a:extLst>
            </p:cNvPr>
            <p:cNvSpPr/>
            <p:nvPr/>
          </p:nvSpPr>
          <p:spPr>
            <a:xfrm>
              <a:off x="5156573" y="-198212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352;p38">
              <a:extLst>
                <a:ext uri="{FF2B5EF4-FFF2-40B4-BE49-F238E27FC236}">
                  <a16:creationId xmlns:a16="http://schemas.microsoft.com/office/drawing/2014/main" id="{A95385DE-F00E-70A5-F7EE-FC6517D655F9}"/>
                </a:ext>
              </a:extLst>
            </p:cNvPr>
            <p:cNvSpPr/>
            <p:nvPr/>
          </p:nvSpPr>
          <p:spPr>
            <a:xfrm>
              <a:off x="5156573" y="-198212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353;p38">
              <a:extLst>
                <a:ext uri="{FF2B5EF4-FFF2-40B4-BE49-F238E27FC236}">
                  <a16:creationId xmlns:a16="http://schemas.microsoft.com/office/drawing/2014/main" id="{43AE0F85-2A37-029D-354B-F76BD1F3FA6E}"/>
                </a:ext>
              </a:extLst>
            </p:cNvPr>
            <p:cNvSpPr/>
            <p:nvPr/>
          </p:nvSpPr>
          <p:spPr>
            <a:xfrm>
              <a:off x="5187235" y="-197054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354;p38">
              <a:extLst>
                <a:ext uri="{FF2B5EF4-FFF2-40B4-BE49-F238E27FC236}">
                  <a16:creationId xmlns:a16="http://schemas.microsoft.com/office/drawing/2014/main" id="{A611CD33-8E21-DFEB-6D32-92F902ACE786}"/>
                </a:ext>
              </a:extLst>
            </p:cNvPr>
            <p:cNvSpPr/>
            <p:nvPr/>
          </p:nvSpPr>
          <p:spPr>
            <a:xfrm>
              <a:off x="5187235" y="-197054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355;p38">
              <a:extLst>
                <a:ext uri="{FF2B5EF4-FFF2-40B4-BE49-F238E27FC236}">
                  <a16:creationId xmlns:a16="http://schemas.microsoft.com/office/drawing/2014/main" id="{38A1F6F0-15E8-3D6D-7BC3-7BE6EAC87CFD}"/>
                </a:ext>
              </a:extLst>
            </p:cNvPr>
            <p:cNvSpPr/>
            <p:nvPr/>
          </p:nvSpPr>
          <p:spPr>
            <a:xfrm>
              <a:off x="5217923" y="-195896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356;p38">
              <a:extLst>
                <a:ext uri="{FF2B5EF4-FFF2-40B4-BE49-F238E27FC236}">
                  <a16:creationId xmlns:a16="http://schemas.microsoft.com/office/drawing/2014/main" id="{AD14EDA0-4C14-0DDD-75DE-DD5390254555}"/>
                </a:ext>
              </a:extLst>
            </p:cNvPr>
            <p:cNvSpPr/>
            <p:nvPr/>
          </p:nvSpPr>
          <p:spPr>
            <a:xfrm>
              <a:off x="5217923" y="-195896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357;p38">
              <a:extLst>
                <a:ext uri="{FF2B5EF4-FFF2-40B4-BE49-F238E27FC236}">
                  <a16:creationId xmlns:a16="http://schemas.microsoft.com/office/drawing/2014/main" id="{570F92CD-06DD-7A57-1DCF-205A4658DC13}"/>
                </a:ext>
              </a:extLst>
            </p:cNvPr>
            <p:cNvSpPr/>
            <p:nvPr/>
          </p:nvSpPr>
          <p:spPr>
            <a:xfrm>
              <a:off x="5248585" y="-1946801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358;p38">
              <a:extLst>
                <a:ext uri="{FF2B5EF4-FFF2-40B4-BE49-F238E27FC236}">
                  <a16:creationId xmlns:a16="http://schemas.microsoft.com/office/drawing/2014/main" id="{83B8D9C5-A28D-C5E1-BAD1-BBBF5ED3098D}"/>
                </a:ext>
              </a:extLst>
            </p:cNvPr>
            <p:cNvSpPr/>
            <p:nvPr/>
          </p:nvSpPr>
          <p:spPr>
            <a:xfrm>
              <a:off x="5248585" y="-1946801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359;p38">
              <a:extLst>
                <a:ext uri="{FF2B5EF4-FFF2-40B4-BE49-F238E27FC236}">
                  <a16:creationId xmlns:a16="http://schemas.microsoft.com/office/drawing/2014/main" id="{FB379FF9-C3A3-6737-65CB-ACA5297C53D7}"/>
                </a:ext>
              </a:extLst>
            </p:cNvPr>
            <p:cNvSpPr/>
            <p:nvPr/>
          </p:nvSpPr>
          <p:spPr>
            <a:xfrm>
              <a:off x="5404264" y="-1894737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360;p38">
              <a:extLst>
                <a:ext uri="{FF2B5EF4-FFF2-40B4-BE49-F238E27FC236}">
                  <a16:creationId xmlns:a16="http://schemas.microsoft.com/office/drawing/2014/main" id="{15BEE09B-7826-D822-CBE5-C8FA37798918}"/>
                </a:ext>
              </a:extLst>
            </p:cNvPr>
            <p:cNvSpPr/>
            <p:nvPr/>
          </p:nvSpPr>
          <p:spPr>
            <a:xfrm>
              <a:off x="5404264" y="-1894737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361;p38">
              <a:extLst>
                <a:ext uri="{FF2B5EF4-FFF2-40B4-BE49-F238E27FC236}">
                  <a16:creationId xmlns:a16="http://schemas.microsoft.com/office/drawing/2014/main" id="{49E3C566-B887-2672-CE88-D310175F3954}"/>
                </a:ext>
              </a:extLst>
            </p:cNvPr>
            <p:cNvSpPr/>
            <p:nvPr/>
          </p:nvSpPr>
          <p:spPr>
            <a:xfrm>
              <a:off x="5434925" y="-1883162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362;p38">
              <a:extLst>
                <a:ext uri="{FF2B5EF4-FFF2-40B4-BE49-F238E27FC236}">
                  <a16:creationId xmlns:a16="http://schemas.microsoft.com/office/drawing/2014/main" id="{76B92F2B-5F4A-8416-DF92-9E0CE1305B2B}"/>
                </a:ext>
              </a:extLst>
            </p:cNvPr>
            <p:cNvSpPr/>
            <p:nvPr/>
          </p:nvSpPr>
          <p:spPr>
            <a:xfrm>
              <a:off x="5434925" y="-1883162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363;p38">
              <a:extLst>
                <a:ext uri="{FF2B5EF4-FFF2-40B4-BE49-F238E27FC236}">
                  <a16:creationId xmlns:a16="http://schemas.microsoft.com/office/drawing/2014/main" id="{7283D210-8668-3E79-66D5-B24B5F073F83}"/>
                </a:ext>
              </a:extLst>
            </p:cNvPr>
            <p:cNvSpPr/>
            <p:nvPr/>
          </p:nvSpPr>
          <p:spPr>
            <a:xfrm>
              <a:off x="5465587" y="-1871586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364;p38">
              <a:extLst>
                <a:ext uri="{FF2B5EF4-FFF2-40B4-BE49-F238E27FC236}">
                  <a16:creationId xmlns:a16="http://schemas.microsoft.com/office/drawing/2014/main" id="{A2F92CBD-81A6-B570-FA12-C5EBFA5609F9}"/>
                </a:ext>
              </a:extLst>
            </p:cNvPr>
            <p:cNvSpPr/>
            <p:nvPr/>
          </p:nvSpPr>
          <p:spPr>
            <a:xfrm>
              <a:off x="5465587" y="-1871586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365;p38">
              <a:extLst>
                <a:ext uri="{FF2B5EF4-FFF2-40B4-BE49-F238E27FC236}">
                  <a16:creationId xmlns:a16="http://schemas.microsoft.com/office/drawing/2014/main" id="{4E3A4008-62C1-A288-9FBC-A22DDE982C33}"/>
                </a:ext>
              </a:extLst>
            </p:cNvPr>
            <p:cNvSpPr/>
            <p:nvPr/>
          </p:nvSpPr>
          <p:spPr>
            <a:xfrm>
              <a:off x="5496276" y="-1859418"/>
              <a:ext cx="24309" cy="28939"/>
            </a:xfrm>
            <a:custGeom>
              <a:avLst/>
              <a:gdLst/>
              <a:ahLst/>
              <a:cxnLst/>
              <a:rect l="l" t="t" r="r" b="b"/>
              <a:pathLst>
                <a:path w="903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366;p38">
              <a:extLst>
                <a:ext uri="{FF2B5EF4-FFF2-40B4-BE49-F238E27FC236}">
                  <a16:creationId xmlns:a16="http://schemas.microsoft.com/office/drawing/2014/main" id="{2B9E4301-E0C1-C829-FC34-C0852E39940C}"/>
                </a:ext>
              </a:extLst>
            </p:cNvPr>
            <p:cNvSpPr/>
            <p:nvPr/>
          </p:nvSpPr>
          <p:spPr>
            <a:xfrm>
              <a:off x="5496276" y="-1859418"/>
              <a:ext cx="24309" cy="28939"/>
            </a:xfrm>
            <a:custGeom>
              <a:avLst/>
              <a:gdLst/>
              <a:ahLst/>
              <a:cxnLst/>
              <a:rect l="l" t="t" r="r" b="b"/>
              <a:pathLst>
                <a:path w="903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367;p38">
              <a:extLst>
                <a:ext uri="{FF2B5EF4-FFF2-40B4-BE49-F238E27FC236}">
                  <a16:creationId xmlns:a16="http://schemas.microsoft.com/office/drawing/2014/main" id="{B1E8D19A-60F6-5E7D-D42A-74CECC12F64C}"/>
                </a:ext>
              </a:extLst>
            </p:cNvPr>
            <p:cNvSpPr/>
            <p:nvPr/>
          </p:nvSpPr>
          <p:spPr>
            <a:xfrm>
              <a:off x="5526346" y="-1847843"/>
              <a:ext cx="24928" cy="29531"/>
            </a:xfrm>
            <a:custGeom>
              <a:avLst/>
              <a:gdLst/>
              <a:ahLst/>
              <a:cxnLst/>
              <a:rect l="l" t="t" r="r" b="b"/>
              <a:pathLst>
                <a:path w="926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368;p38">
              <a:extLst>
                <a:ext uri="{FF2B5EF4-FFF2-40B4-BE49-F238E27FC236}">
                  <a16:creationId xmlns:a16="http://schemas.microsoft.com/office/drawing/2014/main" id="{941E10A5-48CB-32AD-9F3C-A836C1046A64}"/>
                </a:ext>
              </a:extLst>
            </p:cNvPr>
            <p:cNvSpPr/>
            <p:nvPr/>
          </p:nvSpPr>
          <p:spPr>
            <a:xfrm>
              <a:off x="5526346" y="-1847843"/>
              <a:ext cx="24928" cy="29531"/>
            </a:xfrm>
            <a:custGeom>
              <a:avLst/>
              <a:gdLst/>
              <a:ahLst/>
              <a:cxnLst/>
              <a:rect l="l" t="t" r="r" b="b"/>
              <a:pathLst>
                <a:path w="926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369;p38">
              <a:extLst>
                <a:ext uri="{FF2B5EF4-FFF2-40B4-BE49-F238E27FC236}">
                  <a16:creationId xmlns:a16="http://schemas.microsoft.com/office/drawing/2014/main" id="{D34CEAC3-BC50-EFEF-1A53-F205127DE0E4}"/>
                </a:ext>
              </a:extLst>
            </p:cNvPr>
            <p:cNvSpPr/>
            <p:nvPr/>
          </p:nvSpPr>
          <p:spPr>
            <a:xfrm>
              <a:off x="5557035" y="-183570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370;p38">
              <a:extLst>
                <a:ext uri="{FF2B5EF4-FFF2-40B4-BE49-F238E27FC236}">
                  <a16:creationId xmlns:a16="http://schemas.microsoft.com/office/drawing/2014/main" id="{2BFC8740-1AD7-6E65-C264-D887F8D1D2B3}"/>
                </a:ext>
              </a:extLst>
            </p:cNvPr>
            <p:cNvSpPr/>
            <p:nvPr/>
          </p:nvSpPr>
          <p:spPr>
            <a:xfrm>
              <a:off x="5557035" y="-183570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371;p38">
              <a:extLst>
                <a:ext uri="{FF2B5EF4-FFF2-40B4-BE49-F238E27FC236}">
                  <a16:creationId xmlns:a16="http://schemas.microsoft.com/office/drawing/2014/main" id="{E249FED4-69F9-7025-C787-65951431F6DD}"/>
                </a:ext>
              </a:extLst>
            </p:cNvPr>
            <p:cNvSpPr/>
            <p:nvPr/>
          </p:nvSpPr>
          <p:spPr>
            <a:xfrm>
              <a:off x="5587696" y="-1824126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372;p38">
              <a:extLst>
                <a:ext uri="{FF2B5EF4-FFF2-40B4-BE49-F238E27FC236}">
                  <a16:creationId xmlns:a16="http://schemas.microsoft.com/office/drawing/2014/main" id="{5E694CD6-F424-BF26-917A-1FA54F87A3CF}"/>
                </a:ext>
              </a:extLst>
            </p:cNvPr>
            <p:cNvSpPr/>
            <p:nvPr/>
          </p:nvSpPr>
          <p:spPr>
            <a:xfrm>
              <a:off x="5587696" y="-1824126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373;p38">
              <a:extLst>
                <a:ext uri="{FF2B5EF4-FFF2-40B4-BE49-F238E27FC236}">
                  <a16:creationId xmlns:a16="http://schemas.microsoft.com/office/drawing/2014/main" id="{182538C0-3BBE-9D9B-ECA1-2D5463C7266B}"/>
                </a:ext>
              </a:extLst>
            </p:cNvPr>
            <p:cNvSpPr/>
            <p:nvPr/>
          </p:nvSpPr>
          <p:spPr>
            <a:xfrm>
              <a:off x="5618358" y="-1811985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374;p38">
              <a:extLst>
                <a:ext uri="{FF2B5EF4-FFF2-40B4-BE49-F238E27FC236}">
                  <a16:creationId xmlns:a16="http://schemas.microsoft.com/office/drawing/2014/main" id="{C528C955-3A61-2AB2-F8D3-CF962B17DFAD}"/>
                </a:ext>
              </a:extLst>
            </p:cNvPr>
            <p:cNvSpPr/>
            <p:nvPr/>
          </p:nvSpPr>
          <p:spPr>
            <a:xfrm>
              <a:off x="5618358" y="-1811985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375;p38">
              <a:extLst>
                <a:ext uri="{FF2B5EF4-FFF2-40B4-BE49-F238E27FC236}">
                  <a16:creationId xmlns:a16="http://schemas.microsoft.com/office/drawing/2014/main" id="{241ABDA3-2430-D7E4-47DC-48711AE9F9B8}"/>
                </a:ext>
              </a:extLst>
            </p:cNvPr>
            <p:cNvSpPr/>
            <p:nvPr/>
          </p:nvSpPr>
          <p:spPr>
            <a:xfrm>
              <a:off x="5649047" y="-1800410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376;p38">
              <a:extLst>
                <a:ext uri="{FF2B5EF4-FFF2-40B4-BE49-F238E27FC236}">
                  <a16:creationId xmlns:a16="http://schemas.microsoft.com/office/drawing/2014/main" id="{C1477528-B8CF-B596-D561-64174365979E}"/>
                </a:ext>
              </a:extLst>
            </p:cNvPr>
            <p:cNvSpPr/>
            <p:nvPr/>
          </p:nvSpPr>
          <p:spPr>
            <a:xfrm>
              <a:off x="5649047" y="-1800410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377;p38">
              <a:extLst>
                <a:ext uri="{FF2B5EF4-FFF2-40B4-BE49-F238E27FC236}">
                  <a16:creationId xmlns:a16="http://schemas.microsoft.com/office/drawing/2014/main" id="{D97E8978-F4AF-3EB5-0BFC-DCBB6650F226}"/>
                </a:ext>
              </a:extLst>
            </p:cNvPr>
            <p:cNvSpPr/>
            <p:nvPr/>
          </p:nvSpPr>
          <p:spPr>
            <a:xfrm>
              <a:off x="5679709" y="-178883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378;p38">
              <a:extLst>
                <a:ext uri="{FF2B5EF4-FFF2-40B4-BE49-F238E27FC236}">
                  <a16:creationId xmlns:a16="http://schemas.microsoft.com/office/drawing/2014/main" id="{65B9317E-4482-0007-6609-8A309FBD3DB0}"/>
                </a:ext>
              </a:extLst>
            </p:cNvPr>
            <p:cNvSpPr/>
            <p:nvPr/>
          </p:nvSpPr>
          <p:spPr>
            <a:xfrm>
              <a:off x="5679709" y="-178883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379;p38">
              <a:extLst>
                <a:ext uri="{FF2B5EF4-FFF2-40B4-BE49-F238E27FC236}">
                  <a16:creationId xmlns:a16="http://schemas.microsoft.com/office/drawing/2014/main" id="{3E8938FC-5BED-9767-933B-0F0A1D54D525}"/>
                </a:ext>
              </a:extLst>
            </p:cNvPr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380;p38">
              <a:extLst>
                <a:ext uri="{FF2B5EF4-FFF2-40B4-BE49-F238E27FC236}">
                  <a16:creationId xmlns:a16="http://schemas.microsoft.com/office/drawing/2014/main" id="{4D514989-9F8C-E190-7B54-1B2489493D08}"/>
                </a:ext>
              </a:extLst>
            </p:cNvPr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381;p38">
              <a:extLst>
                <a:ext uri="{FF2B5EF4-FFF2-40B4-BE49-F238E27FC236}">
                  <a16:creationId xmlns:a16="http://schemas.microsoft.com/office/drawing/2014/main" id="{FC518AE8-3DA3-76D7-2956-C6494D108193}"/>
                </a:ext>
              </a:extLst>
            </p:cNvPr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382;p38">
              <a:extLst>
                <a:ext uri="{FF2B5EF4-FFF2-40B4-BE49-F238E27FC236}">
                  <a16:creationId xmlns:a16="http://schemas.microsoft.com/office/drawing/2014/main" id="{E3CD93DD-D11D-3AD1-D130-4C0EBD840F52}"/>
                </a:ext>
              </a:extLst>
            </p:cNvPr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383;p38">
              <a:extLst>
                <a:ext uri="{FF2B5EF4-FFF2-40B4-BE49-F238E27FC236}">
                  <a16:creationId xmlns:a16="http://schemas.microsoft.com/office/drawing/2014/main" id="{30DAFFDD-84FB-1C56-610D-D04908046759}"/>
                </a:ext>
              </a:extLst>
            </p:cNvPr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384;p38">
              <a:extLst>
                <a:ext uri="{FF2B5EF4-FFF2-40B4-BE49-F238E27FC236}">
                  <a16:creationId xmlns:a16="http://schemas.microsoft.com/office/drawing/2014/main" id="{336DF4C4-5498-0887-2660-CE72C959F153}"/>
                </a:ext>
              </a:extLst>
            </p:cNvPr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385;p38">
              <a:extLst>
                <a:ext uri="{FF2B5EF4-FFF2-40B4-BE49-F238E27FC236}">
                  <a16:creationId xmlns:a16="http://schemas.microsoft.com/office/drawing/2014/main" id="{A2B90754-1377-96D4-845A-6E85E194BC81}"/>
                </a:ext>
              </a:extLst>
            </p:cNvPr>
            <p:cNvSpPr/>
            <p:nvPr/>
          </p:nvSpPr>
          <p:spPr>
            <a:xfrm>
              <a:off x="4810516" y="-2192176"/>
              <a:ext cx="54998" cy="100142"/>
            </a:xfrm>
            <a:custGeom>
              <a:avLst/>
              <a:gdLst/>
              <a:ahLst/>
              <a:cxnLst/>
              <a:rect l="l" t="t" r="r" b="b"/>
              <a:pathLst>
                <a:path w="2043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386;p38">
              <a:extLst>
                <a:ext uri="{FF2B5EF4-FFF2-40B4-BE49-F238E27FC236}">
                  <a16:creationId xmlns:a16="http://schemas.microsoft.com/office/drawing/2014/main" id="{42683B50-9103-2BA2-1D21-3D45A32F54B5}"/>
                </a:ext>
              </a:extLst>
            </p:cNvPr>
            <p:cNvSpPr/>
            <p:nvPr/>
          </p:nvSpPr>
          <p:spPr>
            <a:xfrm>
              <a:off x="5319762" y="-2002956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387;p38">
              <a:extLst>
                <a:ext uri="{FF2B5EF4-FFF2-40B4-BE49-F238E27FC236}">
                  <a16:creationId xmlns:a16="http://schemas.microsoft.com/office/drawing/2014/main" id="{F6440F95-38B9-8357-0664-8CE445AEEDAB}"/>
                </a:ext>
              </a:extLst>
            </p:cNvPr>
            <p:cNvSpPr/>
            <p:nvPr/>
          </p:nvSpPr>
          <p:spPr>
            <a:xfrm>
              <a:off x="5319762" y="-2002956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388;p38">
              <a:extLst>
                <a:ext uri="{FF2B5EF4-FFF2-40B4-BE49-F238E27FC236}">
                  <a16:creationId xmlns:a16="http://schemas.microsoft.com/office/drawing/2014/main" id="{15CF35C8-41A1-28BD-85AB-8E78D897A0E0}"/>
                </a:ext>
              </a:extLst>
            </p:cNvPr>
            <p:cNvSpPr/>
            <p:nvPr/>
          </p:nvSpPr>
          <p:spPr>
            <a:xfrm>
              <a:off x="6201123" y="-2203752"/>
              <a:ext cx="1138878" cy="693298"/>
            </a:xfrm>
            <a:custGeom>
              <a:avLst/>
              <a:gdLst/>
              <a:ahLst/>
              <a:cxnLst/>
              <a:rect l="l" t="t" r="r" b="b"/>
              <a:pathLst>
                <a:path w="42306" h="25754" fill="none" extrusionOk="0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389;p38">
              <a:extLst>
                <a:ext uri="{FF2B5EF4-FFF2-40B4-BE49-F238E27FC236}">
                  <a16:creationId xmlns:a16="http://schemas.microsoft.com/office/drawing/2014/main" id="{2E5E6D3F-F3C5-F595-5EE9-AEF09F09C4CF}"/>
                </a:ext>
              </a:extLst>
            </p:cNvPr>
            <p:cNvSpPr/>
            <p:nvPr/>
          </p:nvSpPr>
          <p:spPr>
            <a:xfrm>
              <a:off x="4112615" y="-2335122"/>
              <a:ext cx="592" cy="4092"/>
            </a:xfrm>
            <a:custGeom>
              <a:avLst/>
              <a:gdLst/>
              <a:ahLst/>
              <a:cxnLst/>
              <a:rect l="l" t="t" r="r" b="b"/>
              <a:pathLst>
                <a:path w="22" h="152" extrusionOk="0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390;p38">
              <a:extLst>
                <a:ext uri="{FF2B5EF4-FFF2-40B4-BE49-F238E27FC236}">
                  <a16:creationId xmlns:a16="http://schemas.microsoft.com/office/drawing/2014/main" id="{13729A6A-E713-8779-1A31-CF3711A24F8C}"/>
                </a:ext>
              </a:extLst>
            </p:cNvPr>
            <p:cNvSpPr/>
            <p:nvPr/>
          </p:nvSpPr>
          <p:spPr>
            <a:xfrm>
              <a:off x="4112615" y="-2331057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391;p38">
              <a:extLst>
                <a:ext uri="{FF2B5EF4-FFF2-40B4-BE49-F238E27FC236}">
                  <a16:creationId xmlns:a16="http://schemas.microsoft.com/office/drawing/2014/main" id="{CC1E2F63-7C50-E7C8-4506-0F52FD4217BC}"/>
                </a:ext>
              </a:extLst>
            </p:cNvPr>
            <p:cNvSpPr/>
            <p:nvPr/>
          </p:nvSpPr>
          <p:spPr>
            <a:xfrm>
              <a:off x="4112615" y="-2331649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392;p38">
              <a:extLst>
                <a:ext uri="{FF2B5EF4-FFF2-40B4-BE49-F238E27FC236}">
                  <a16:creationId xmlns:a16="http://schemas.microsoft.com/office/drawing/2014/main" id="{92771E4E-49E9-4AD5-3CB3-38D58F9FC40C}"/>
                </a:ext>
              </a:extLst>
            </p:cNvPr>
            <p:cNvSpPr/>
            <p:nvPr/>
          </p:nvSpPr>
          <p:spPr>
            <a:xfrm>
              <a:off x="4112615" y="-2331649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393;p38">
              <a:extLst>
                <a:ext uri="{FF2B5EF4-FFF2-40B4-BE49-F238E27FC236}">
                  <a16:creationId xmlns:a16="http://schemas.microsoft.com/office/drawing/2014/main" id="{17D8E63D-9E72-5007-2F59-EAE52A4369F4}"/>
                </a:ext>
              </a:extLst>
            </p:cNvPr>
            <p:cNvSpPr/>
            <p:nvPr/>
          </p:nvSpPr>
          <p:spPr>
            <a:xfrm>
              <a:off x="4112615" y="-2332214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394;p38">
              <a:extLst>
                <a:ext uri="{FF2B5EF4-FFF2-40B4-BE49-F238E27FC236}">
                  <a16:creationId xmlns:a16="http://schemas.microsoft.com/office/drawing/2014/main" id="{A52E36AE-0199-CB21-C491-7CC056DFC105}"/>
                </a:ext>
              </a:extLst>
            </p:cNvPr>
            <p:cNvSpPr/>
            <p:nvPr/>
          </p:nvSpPr>
          <p:spPr>
            <a:xfrm>
              <a:off x="4112615" y="-2332806"/>
              <a:ext cx="27" cy="619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395;p38">
              <a:extLst>
                <a:ext uri="{FF2B5EF4-FFF2-40B4-BE49-F238E27FC236}">
                  <a16:creationId xmlns:a16="http://schemas.microsoft.com/office/drawing/2014/main" id="{A4C11316-EE58-A593-7C16-B9113FDD0095}"/>
                </a:ext>
              </a:extLst>
            </p:cNvPr>
            <p:cNvSpPr/>
            <p:nvPr/>
          </p:nvSpPr>
          <p:spPr>
            <a:xfrm>
              <a:off x="4112615" y="-2332806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396;p38">
              <a:extLst>
                <a:ext uri="{FF2B5EF4-FFF2-40B4-BE49-F238E27FC236}">
                  <a16:creationId xmlns:a16="http://schemas.microsoft.com/office/drawing/2014/main" id="{346BA1D1-BF03-24C1-42DC-AE2B02E6CC26}"/>
                </a:ext>
              </a:extLst>
            </p:cNvPr>
            <p:cNvSpPr/>
            <p:nvPr/>
          </p:nvSpPr>
          <p:spPr>
            <a:xfrm>
              <a:off x="4112615" y="-2333372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397;p38">
              <a:extLst>
                <a:ext uri="{FF2B5EF4-FFF2-40B4-BE49-F238E27FC236}">
                  <a16:creationId xmlns:a16="http://schemas.microsoft.com/office/drawing/2014/main" id="{2AAA51CF-6F80-4F73-97D4-C382D246B33D}"/>
                </a:ext>
              </a:extLst>
            </p:cNvPr>
            <p:cNvSpPr/>
            <p:nvPr/>
          </p:nvSpPr>
          <p:spPr>
            <a:xfrm>
              <a:off x="4112615" y="-2333372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398;p38">
              <a:extLst>
                <a:ext uri="{FF2B5EF4-FFF2-40B4-BE49-F238E27FC236}">
                  <a16:creationId xmlns:a16="http://schemas.microsoft.com/office/drawing/2014/main" id="{4478F74A-DE7D-4A46-958A-C20519CB6D9C}"/>
                </a:ext>
              </a:extLst>
            </p:cNvPr>
            <p:cNvSpPr/>
            <p:nvPr/>
          </p:nvSpPr>
          <p:spPr>
            <a:xfrm>
              <a:off x="4112615" y="-2333964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399;p38">
              <a:extLst>
                <a:ext uri="{FF2B5EF4-FFF2-40B4-BE49-F238E27FC236}">
                  <a16:creationId xmlns:a16="http://schemas.microsoft.com/office/drawing/2014/main" id="{C60E608E-98DC-516B-B242-3CA57F3E0DCA}"/>
                </a:ext>
              </a:extLst>
            </p:cNvPr>
            <p:cNvSpPr/>
            <p:nvPr/>
          </p:nvSpPr>
          <p:spPr>
            <a:xfrm>
              <a:off x="4113180" y="-2333964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400;p38">
              <a:extLst>
                <a:ext uri="{FF2B5EF4-FFF2-40B4-BE49-F238E27FC236}">
                  <a16:creationId xmlns:a16="http://schemas.microsoft.com/office/drawing/2014/main" id="{1E4555C8-0C9F-CD80-F560-D4885853B76F}"/>
                </a:ext>
              </a:extLst>
            </p:cNvPr>
            <p:cNvSpPr/>
            <p:nvPr/>
          </p:nvSpPr>
          <p:spPr>
            <a:xfrm>
              <a:off x="4113180" y="-2334529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401;p38">
              <a:extLst>
                <a:ext uri="{FF2B5EF4-FFF2-40B4-BE49-F238E27FC236}">
                  <a16:creationId xmlns:a16="http://schemas.microsoft.com/office/drawing/2014/main" id="{C4781378-0B2D-AE2C-3628-D998437C410B}"/>
                </a:ext>
              </a:extLst>
            </p:cNvPr>
            <p:cNvSpPr/>
            <p:nvPr/>
          </p:nvSpPr>
          <p:spPr>
            <a:xfrm>
              <a:off x="4113180" y="-2335122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402;p38">
              <a:extLst>
                <a:ext uri="{FF2B5EF4-FFF2-40B4-BE49-F238E27FC236}">
                  <a16:creationId xmlns:a16="http://schemas.microsoft.com/office/drawing/2014/main" id="{244297FA-7E29-65A3-5FBF-018E75926BC4}"/>
                </a:ext>
              </a:extLst>
            </p:cNvPr>
            <p:cNvSpPr/>
            <p:nvPr/>
          </p:nvSpPr>
          <p:spPr>
            <a:xfrm>
              <a:off x="4112050" y="-2393565"/>
              <a:ext cx="2383066" cy="877915"/>
            </a:xfrm>
            <a:custGeom>
              <a:avLst/>
              <a:gdLst/>
              <a:ahLst/>
              <a:cxnLst/>
              <a:rect l="l" t="t" r="r" b="b"/>
              <a:pathLst>
                <a:path w="88524" h="32612" extrusionOk="0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403;p38">
              <a:extLst>
                <a:ext uri="{FF2B5EF4-FFF2-40B4-BE49-F238E27FC236}">
                  <a16:creationId xmlns:a16="http://schemas.microsoft.com/office/drawing/2014/main" id="{6D29DABD-354D-B3B4-FB28-F4CB78DF7610}"/>
                </a:ext>
              </a:extLst>
            </p:cNvPr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404;p38">
              <a:extLst>
                <a:ext uri="{FF2B5EF4-FFF2-40B4-BE49-F238E27FC236}">
                  <a16:creationId xmlns:a16="http://schemas.microsoft.com/office/drawing/2014/main" id="{B7F5AD52-2918-C37F-8AEA-D3D5BB914245}"/>
                </a:ext>
              </a:extLst>
            </p:cNvPr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405;p38">
              <a:extLst>
                <a:ext uri="{FF2B5EF4-FFF2-40B4-BE49-F238E27FC236}">
                  <a16:creationId xmlns:a16="http://schemas.microsoft.com/office/drawing/2014/main" id="{C87F2734-E065-D370-67F6-96D41233925B}"/>
                </a:ext>
              </a:extLst>
            </p:cNvPr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406;p38">
              <a:extLst>
                <a:ext uri="{FF2B5EF4-FFF2-40B4-BE49-F238E27FC236}">
                  <a16:creationId xmlns:a16="http://schemas.microsoft.com/office/drawing/2014/main" id="{46DFB1D3-C651-B90F-41DF-0ACA6C73FF09}"/>
                </a:ext>
              </a:extLst>
            </p:cNvPr>
            <p:cNvSpPr/>
            <p:nvPr/>
          </p:nvSpPr>
          <p:spPr>
            <a:xfrm>
              <a:off x="4112050" y="-2393565"/>
              <a:ext cx="2383066" cy="877915"/>
            </a:xfrm>
            <a:custGeom>
              <a:avLst/>
              <a:gdLst/>
              <a:ahLst/>
              <a:cxnLst/>
              <a:rect l="l" t="t" r="r" b="b"/>
              <a:pathLst>
                <a:path w="88524" h="32612" fill="none" extrusionOk="0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407;p38">
              <a:extLst>
                <a:ext uri="{FF2B5EF4-FFF2-40B4-BE49-F238E27FC236}">
                  <a16:creationId xmlns:a16="http://schemas.microsoft.com/office/drawing/2014/main" id="{B5B3A91F-3F81-C4C3-D439-B24C13DEA538}"/>
                </a:ext>
              </a:extLst>
            </p:cNvPr>
            <p:cNvSpPr/>
            <p:nvPr/>
          </p:nvSpPr>
          <p:spPr>
            <a:xfrm>
              <a:off x="4299521" y="-2265103"/>
              <a:ext cx="46922" cy="44606"/>
            </a:xfrm>
            <a:custGeom>
              <a:avLst/>
              <a:gdLst/>
              <a:ahLst/>
              <a:cxnLst/>
              <a:rect l="l" t="t" r="r" b="b"/>
              <a:pathLst>
                <a:path w="1743" h="1657" fill="none" extrusionOk="0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408;p38">
              <a:extLst>
                <a:ext uri="{FF2B5EF4-FFF2-40B4-BE49-F238E27FC236}">
                  <a16:creationId xmlns:a16="http://schemas.microsoft.com/office/drawing/2014/main" id="{8C2BB552-D4BF-7E7A-EC6B-A7D1D6813F4E}"/>
                </a:ext>
              </a:extLst>
            </p:cNvPr>
            <p:cNvSpPr/>
            <p:nvPr/>
          </p:nvSpPr>
          <p:spPr>
            <a:xfrm>
              <a:off x="4379958" y="-2238479"/>
              <a:ext cx="16825" cy="6407"/>
            </a:xfrm>
            <a:custGeom>
              <a:avLst/>
              <a:gdLst/>
              <a:ahLst/>
              <a:cxnLst/>
              <a:rect l="l" t="t" r="r" b="b"/>
              <a:pathLst>
                <a:path w="625" h="238" extrusionOk="0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409;p38">
              <a:extLst>
                <a:ext uri="{FF2B5EF4-FFF2-40B4-BE49-F238E27FC236}">
                  <a16:creationId xmlns:a16="http://schemas.microsoft.com/office/drawing/2014/main" id="{A52A5BC1-807A-8BC4-D49A-992D89A9546D}"/>
                </a:ext>
              </a:extLst>
            </p:cNvPr>
            <p:cNvSpPr/>
            <p:nvPr/>
          </p:nvSpPr>
          <p:spPr>
            <a:xfrm>
              <a:off x="4379958" y="-2238479"/>
              <a:ext cx="16825" cy="6407"/>
            </a:xfrm>
            <a:custGeom>
              <a:avLst/>
              <a:gdLst/>
              <a:ahLst/>
              <a:cxnLst/>
              <a:rect l="l" t="t" r="r" b="b"/>
              <a:pathLst>
                <a:path w="625" h="23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410;p38">
              <a:extLst>
                <a:ext uri="{FF2B5EF4-FFF2-40B4-BE49-F238E27FC236}">
                  <a16:creationId xmlns:a16="http://schemas.microsoft.com/office/drawing/2014/main" id="{1D9479ED-C1AF-075D-2B9E-3F4226296219}"/>
                </a:ext>
              </a:extLst>
            </p:cNvPr>
            <p:cNvSpPr/>
            <p:nvPr/>
          </p:nvSpPr>
          <p:spPr>
            <a:xfrm>
              <a:off x="4409489" y="-2228061"/>
              <a:ext cx="19113" cy="7565"/>
            </a:xfrm>
            <a:custGeom>
              <a:avLst/>
              <a:gdLst/>
              <a:ahLst/>
              <a:cxnLst/>
              <a:rect l="l" t="t" r="r" b="b"/>
              <a:pathLst>
                <a:path w="710" h="281" extrusionOk="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411;p38">
              <a:extLst>
                <a:ext uri="{FF2B5EF4-FFF2-40B4-BE49-F238E27FC236}">
                  <a16:creationId xmlns:a16="http://schemas.microsoft.com/office/drawing/2014/main" id="{61932E61-C3A1-7816-A95E-184A483A4D74}"/>
                </a:ext>
              </a:extLst>
            </p:cNvPr>
            <p:cNvSpPr/>
            <p:nvPr/>
          </p:nvSpPr>
          <p:spPr>
            <a:xfrm>
              <a:off x="4409489" y="-2228061"/>
              <a:ext cx="19113" cy="7565"/>
            </a:xfrm>
            <a:custGeom>
              <a:avLst/>
              <a:gdLst/>
              <a:ahLst/>
              <a:cxnLst/>
              <a:rect l="l" t="t" r="r" b="b"/>
              <a:pathLst>
                <a:path w="710" h="28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412;p38">
              <a:extLst>
                <a:ext uri="{FF2B5EF4-FFF2-40B4-BE49-F238E27FC236}">
                  <a16:creationId xmlns:a16="http://schemas.microsoft.com/office/drawing/2014/main" id="{3357DE2E-DD3D-6C1E-96AA-65E3FA2D859C}"/>
                </a:ext>
              </a:extLst>
            </p:cNvPr>
            <p:cNvSpPr/>
            <p:nvPr/>
          </p:nvSpPr>
          <p:spPr>
            <a:xfrm>
              <a:off x="4439585" y="-2217643"/>
              <a:ext cx="20836" cy="8722"/>
            </a:xfrm>
            <a:custGeom>
              <a:avLst/>
              <a:gdLst/>
              <a:ahLst/>
              <a:cxnLst/>
              <a:rect l="l" t="t" r="r" b="b"/>
              <a:pathLst>
                <a:path w="774" h="324" extrusionOk="0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413;p38">
              <a:extLst>
                <a:ext uri="{FF2B5EF4-FFF2-40B4-BE49-F238E27FC236}">
                  <a16:creationId xmlns:a16="http://schemas.microsoft.com/office/drawing/2014/main" id="{3017B428-EAE5-1863-645B-FB499F46E27E}"/>
                </a:ext>
              </a:extLst>
            </p:cNvPr>
            <p:cNvSpPr/>
            <p:nvPr/>
          </p:nvSpPr>
          <p:spPr>
            <a:xfrm>
              <a:off x="4439585" y="-2217643"/>
              <a:ext cx="20836" cy="8722"/>
            </a:xfrm>
            <a:custGeom>
              <a:avLst/>
              <a:gdLst/>
              <a:ahLst/>
              <a:cxnLst/>
              <a:rect l="l" t="t" r="r" b="b"/>
              <a:pathLst>
                <a:path w="774" h="32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414;p38">
              <a:extLst>
                <a:ext uri="{FF2B5EF4-FFF2-40B4-BE49-F238E27FC236}">
                  <a16:creationId xmlns:a16="http://schemas.microsoft.com/office/drawing/2014/main" id="{9AA41734-032E-1B65-3922-ACAFEB1A9584}"/>
                </a:ext>
              </a:extLst>
            </p:cNvPr>
            <p:cNvSpPr/>
            <p:nvPr/>
          </p:nvSpPr>
          <p:spPr>
            <a:xfrm>
              <a:off x="4470247" y="-2207225"/>
              <a:ext cx="21428" cy="10445"/>
            </a:xfrm>
            <a:custGeom>
              <a:avLst/>
              <a:gdLst/>
              <a:ahLst/>
              <a:cxnLst/>
              <a:rect l="l" t="t" r="r" b="b"/>
              <a:pathLst>
                <a:path w="796" h="388" extrusionOk="0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415;p38">
              <a:extLst>
                <a:ext uri="{FF2B5EF4-FFF2-40B4-BE49-F238E27FC236}">
                  <a16:creationId xmlns:a16="http://schemas.microsoft.com/office/drawing/2014/main" id="{49011E9C-5CB5-34E3-92DA-B4980ACE4796}"/>
                </a:ext>
              </a:extLst>
            </p:cNvPr>
            <p:cNvSpPr/>
            <p:nvPr/>
          </p:nvSpPr>
          <p:spPr>
            <a:xfrm>
              <a:off x="4470247" y="-2207225"/>
              <a:ext cx="21428" cy="10445"/>
            </a:xfrm>
            <a:custGeom>
              <a:avLst/>
              <a:gdLst/>
              <a:ahLst/>
              <a:cxnLst/>
              <a:rect l="l" t="t" r="r" b="b"/>
              <a:pathLst>
                <a:path w="796" h="38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416;p38">
              <a:extLst>
                <a:ext uri="{FF2B5EF4-FFF2-40B4-BE49-F238E27FC236}">
                  <a16:creationId xmlns:a16="http://schemas.microsoft.com/office/drawing/2014/main" id="{04716845-506E-0DB3-39F3-0E820677712F}"/>
                </a:ext>
              </a:extLst>
            </p:cNvPr>
            <p:cNvSpPr/>
            <p:nvPr/>
          </p:nvSpPr>
          <p:spPr>
            <a:xfrm>
              <a:off x="4500909" y="-2196214"/>
              <a:ext cx="22021" cy="11010"/>
            </a:xfrm>
            <a:custGeom>
              <a:avLst/>
              <a:gdLst/>
              <a:ahLst/>
              <a:cxnLst/>
              <a:rect l="l" t="t" r="r" b="b"/>
              <a:pathLst>
                <a:path w="818" h="409" extrusionOk="0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417;p38">
              <a:extLst>
                <a:ext uri="{FF2B5EF4-FFF2-40B4-BE49-F238E27FC236}">
                  <a16:creationId xmlns:a16="http://schemas.microsoft.com/office/drawing/2014/main" id="{4B60C9E1-FB68-9460-DF93-57E4D47071FC}"/>
                </a:ext>
              </a:extLst>
            </p:cNvPr>
            <p:cNvSpPr/>
            <p:nvPr/>
          </p:nvSpPr>
          <p:spPr>
            <a:xfrm>
              <a:off x="4500909" y="-2196214"/>
              <a:ext cx="22021" cy="11010"/>
            </a:xfrm>
            <a:custGeom>
              <a:avLst/>
              <a:gdLst/>
              <a:ahLst/>
              <a:cxnLst/>
              <a:rect l="l" t="t" r="r" b="b"/>
              <a:pathLst>
                <a:path w="818" h="409" fill="none" extrusionOk="0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418;p38">
              <a:extLst>
                <a:ext uri="{FF2B5EF4-FFF2-40B4-BE49-F238E27FC236}">
                  <a16:creationId xmlns:a16="http://schemas.microsoft.com/office/drawing/2014/main" id="{64944A30-5432-0DCD-9C69-6633917DB82B}"/>
                </a:ext>
              </a:extLst>
            </p:cNvPr>
            <p:cNvSpPr/>
            <p:nvPr/>
          </p:nvSpPr>
          <p:spPr>
            <a:xfrm>
              <a:off x="4531598" y="-2185796"/>
              <a:ext cx="21994" cy="12733"/>
            </a:xfrm>
            <a:custGeom>
              <a:avLst/>
              <a:gdLst/>
              <a:ahLst/>
              <a:cxnLst/>
              <a:rect l="l" t="t" r="r" b="b"/>
              <a:pathLst>
                <a:path w="817" h="473" extrusionOk="0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419;p38">
              <a:extLst>
                <a:ext uri="{FF2B5EF4-FFF2-40B4-BE49-F238E27FC236}">
                  <a16:creationId xmlns:a16="http://schemas.microsoft.com/office/drawing/2014/main" id="{C2F3F203-63A1-8944-57F8-9766B5C21B7F}"/>
                </a:ext>
              </a:extLst>
            </p:cNvPr>
            <p:cNvSpPr/>
            <p:nvPr/>
          </p:nvSpPr>
          <p:spPr>
            <a:xfrm>
              <a:off x="4531598" y="-2185796"/>
              <a:ext cx="21994" cy="12733"/>
            </a:xfrm>
            <a:custGeom>
              <a:avLst/>
              <a:gdLst/>
              <a:ahLst/>
              <a:cxnLst/>
              <a:rect l="l" t="t" r="r" b="b"/>
              <a:pathLst>
                <a:path w="817" h="473" fill="none" extrusionOk="0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420;p38">
              <a:extLst>
                <a:ext uri="{FF2B5EF4-FFF2-40B4-BE49-F238E27FC236}">
                  <a16:creationId xmlns:a16="http://schemas.microsoft.com/office/drawing/2014/main" id="{A9349544-7C63-4200-93FC-1B3BADCA341F}"/>
                </a:ext>
              </a:extLst>
            </p:cNvPr>
            <p:cNvSpPr/>
            <p:nvPr/>
          </p:nvSpPr>
          <p:spPr>
            <a:xfrm>
              <a:off x="4562260" y="-2175405"/>
              <a:ext cx="22021" cy="13918"/>
            </a:xfrm>
            <a:custGeom>
              <a:avLst/>
              <a:gdLst/>
              <a:ahLst/>
              <a:cxnLst/>
              <a:rect l="l" t="t" r="r" b="b"/>
              <a:pathLst>
                <a:path w="818" h="517" extrusionOk="0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421;p38">
              <a:extLst>
                <a:ext uri="{FF2B5EF4-FFF2-40B4-BE49-F238E27FC236}">
                  <a16:creationId xmlns:a16="http://schemas.microsoft.com/office/drawing/2014/main" id="{C4E324ED-2E8A-E895-5B55-20BB0D39721F}"/>
                </a:ext>
              </a:extLst>
            </p:cNvPr>
            <p:cNvSpPr/>
            <p:nvPr/>
          </p:nvSpPr>
          <p:spPr>
            <a:xfrm>
              <a:off x="4562260" y="-2175405"/>
              <a:ext cx="22021" cy="13918"/>
            </a:xfrm>
            <a:custGeom>
              <a:avLst/>
              <a:gdLst/>
              <a:ahLst/>
              <a:cxnLst/>
              <a:rect l="l" t="t" r="r" b="b"/>
              <a:pathLst>
                <a:path w="818" h="517" fill="none" extrusionOk="0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422;p38">
              <a:extLst>
                <a:ext uri="{FF2B5EF4-FFF2-40B4-BE49-F238E27FC236}">
                  <a16:creationId xmlns:a16="http://schemas.microsoft.com/office/drawing/2014/main" id="{A26365BC-1FF7-7B41-AFDD-07F269118C19}"/>
                </a:ext>
              </a:extLst>
            </p:cNvPr>
            <p:cNvSpPr/>
            <p:nvPr/>
          </p:nvSpPr>
          <p:spPr>
            <a:xfrm>
              <a:off x="4592922" y="-2164395"/>
              <a:ext cx="22021" cy="15075"/>
            </a:xfrm>
            <a:custGeom>
              <a:avLst/>
              <a:gdLst/>
              <a:ahLst/>
              <a:cxnLst/>
              <a:rect l="l" t="t" r="r" b="b"/>
              <a:pathLst>
                <a:path w="818" h="560" extrusionOk="0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423;p38">
              <a:extLst>
                <a:ext uri="{FF2B5EF4-FFF2-40B4-BE49-F238E27FC236}">
                  <a16:creationId xmlns:a16="http://schemas.microsoft.com/office/drawing/2014/main" id="{0C08548E-A1A2-70E7-8E72-00188A45874C}"/>
                </a:ext>
              </a:extLst>
            </p:cNvPr>
            <p:cNvSpPr/>
            <p:nvPr/>
          </p:nvSpPr>
          <p:spPr>
            <a:xfrm>
              <a:off x="4592922" y="-2164395"/>
              <a:ext cx="22021" cy="15075"/>
            </a:xfrm>
            <a:custGeom>
              <a:avLst/>
              <a:gdLst/>
              <a:ahLst/>
              <a:cxnLst/>
              <a:rect l="l" t="t" r="r" b="b"/>
              <a:pathLst>
                <a:path w="818" h="560" fill="none" extrusionOk="0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424;p38">
              <a:extLst>
                <a:ext uri="{FF2B5EF4-FFF2-40B4-BE49-F238E27FC236}">
                  <a16:creationId xmlns:a16="http://schemas.microsoft.com/office/drawing/2014/main" id="{4EA5AA65-8170-0BC3-A9B8-6910A038248D}"/>
                </a:ext>
              </a:extLst>
            </p:cNvPr>
            <p:cNvSpPr/>
            <p:nvPr/>
          </p:nvSpPr>
          <p:spPr>
            <a:xfrm>
              <a:off x="4623611" y="-2153977"/>
              <a:ext cx="22586" cy="16233"/>
            </a:xfrm>
            <a:custGeom>
              <a:avLst/>
              <a:gdLst/>
              <a:ahLst/>
              <a:cxnLst/>
              <a:rect l="l" t="t" r="r" b="b"/>
              <a:pathLst>
                <a:path w="839" h="603" extrusionOk="0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425;p38">
              <a:extLst>
                <a:ext uri="{FF2B5EF4-FFF2-40B4-BE49-F238E27FC236}">
                  <a16:creationId xmlns:a16="http://schemas.microsoft.com/office/drawing/2014/main" id="{25CA444D-A35E-7486-AB8B-23376F6D591B}"/>
                </a:ext>
              </a:extLst>
            </p:cNvPr>
            <p:cNvSpPr/>
            <p:nvPr/>
          </p:nvSpPr>
          <p:spPr>
            <a:xfrm>
              <a:off x="4623611" y="-2153977"/>
              <a:ext cx="22586" cy="16233"/>
            </a:xfrm>
            <a:custGeom>
              <a:avLst/>
              <a:gdLst/>
              <a:ahLst/>
              <a:cxnLst/>
              <a:rect l="l" t="t" r="r" b="b"/>
              <a:pathLst>
                <a:path w="839" h="603" fill="none" extrusionOk="0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426;p38">
              <a:extLst>
                <a:ext uri="{FF2B5EF4-FFF2-40B4-BE49-F238E27FC236}">
                  <a16:creationId xmlns:a16="http://schemas.microsoft.com/office/drawing/2014/main" id="{5785AA96-89B7-DD8B-D138-14CC3BB61AB9}"/>
                </a:ext>
              </a:extLst>
            </p:cNvPr>
            <p:cNvSpPr/>
            <p:nvPr/>
          </p:nvSpPr>
          <p:spPr>
            <a:xfrm>
              <a:off x="4653680" y="-2143559"/>
              <a:ext cx="23178" cy="17390"/>
            </a:xfrm>
            <a:custGeom>
              <a:avLst/>
              <a:gdLst/>
              <a:ahLst/>
              <a:cxnLst/>
              <a:rect l="l" t="t" r="r" b="b"/>
              <a:pathLst>
                <a:path w="861" h="646" extrusionOk="0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427;p38">
              <a:extLst>
                <a:ext uri="{FF2B5EF4-FFF2-40B4-BE49-F238E27FC236}">
                  <a16:creationId xmlns:a16="http://schemas.microsoft.com/office/drawing/2014/main" id="{D692EBE2-1F7B-4881-BF17-8A0C30A4A33A}"/>
                </a:ext>
              </a:extLst>
            </p:cNvPr>
            <p:cNvSpPr/>
            <p:nvPr/>
          </p:nvSpPr>
          <p:spPr>
            <a:xfrm>
              <a:off x="4653680" y="-2143559"/>
              <a:ext cx="23178" cy="17390"/>
            </a:xfrm>
            <a:custGeom>
              <a:avLst/>
              <a:gdLst/>
              <a:ahLst/>
              <a:cxnLst/>
              <a:rect l="l" t="t" r="r" b="b"/>
              <a:pathLst>
                <a:path w="861" h="646" fill="none" extrusionOk="0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428;p38">
              <a:extLst>
                <a:ext uri="{FF2B5EF4-FFF2-40B4-BE49-F238E27FC236}">
                  <a16:creationId xmlns:a16="http://schemas.microsoft.com/office/drawing/2014/main" id="{D8F024AB-6721-93BD-066E-9D7CCFE227C4}"/>
                </a:ext>
              </a:extLst>
            </p:cNvPr>
            <p:cNvSpPr/>
            <p:nvPr/>
          </p:nvSpPr>
          <p:spPr>
            <a:xfrm>
              <a:off x="4684369" y="-2132575"/>
              <a:ext cx="23178" cy="18548"/>
            </a:xfrm>
            <a:custGeom>
              <a:avLst/>
              <a:gdLst/>
              <a:ahLst/>
              <a:cxnLst/>
              <a:rect l="l" t="t" r="r" b="b"/>
              <a:pathLst>
                <a:path w="861" h="689" extrusionOk="0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429;p38">
              <a:extLst>
                <a:ext uri="{FF2B5EF4-FFF2-40B4-BE49-F238E27FC236}">
                  <a16:creationId xmlns:a16="http://schemas.microsoft.com/office/drawing/2014/main" id="{5A035EAB-D062-AA17-DDEA-9DADA0A0DE3B}"/>
                </a:ext>
              </a:extLst>
            </p:cNvPr>
            <p:cNvSpPr/>
            <p:nvPr/>
          </p:nvSpPr>
          <p:spPr>
            <a:xfrm>
              <a:off x="4684369" y="-2132575"/>
              <a:ext cx="23178" cy="18548"/>
            </a:xfrm>
            <a:custGeom>
              <a:avLst/>
              <a:gdLst/>
              <a:ahLst/>
              <a:cxnLst/>
              <a:rect l="l" t="t" r="r" b="b"/>
              <a:pathLst>
                <a:path w="861" h="689" fill="none" extrusionOk="0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430;p38">
              <a:extLst>
                <a:ext uri="{FF2B5EF4-FFF2-40B4-BE49-F238E27FC236}">
                  <a16:creationId xmlns:a16="http://schemas.microsoft.com/office/drawing/2014/main" id="{3D1845A0-61BD-E2B9-84C9-3F4AAD6A6E37}"/>
                </a:ext>
              </a:extLst>
            </p:cNvPr>
            <p:cNvSpPr/>
            <p:nvPr/>
          </p:nvSpPr>
          <p:spPr>
            <a:xfrm>
              <a:off x="4715031" y="-2122157"/>
              <a:ext cx="23178" cy="19705"/>
            </a:xfrm>
            <a:custGeom>
              <a:avLst/>
              <a:gdLst/>
              <a:ahLst/>
              <a:cxnLst/>
              <a:rect l="l" t="t" r="r" b="b"/>
              <a:pathLst>
                <a:path w="861" h="732" extrusionOk="0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431;p38">
              <a:extLst>
                <a:ext uri="{FF2B5EF4-FFF2-40B4-BE49-F238E27FC236}">
                  <a16:creationId xmlns:a16="http://schemas.microsoft.com/office/drawing/2014/main" id="{EBE29046-09CC-55F7-4963-4D2B0D79F64F}"/>
                </a:ext>
              </a:extLst>
            </p:cNvPr>
            <p:cNvSpPr/>
            <p:nvPr/>
          </p:nvSpPr>
          <p:spPr>
            <a:xfrm>
              <a:off x="4715031" y="-2122157"/>
              <a:ext cx="23178" cy="19705"/>
            </a:xfrm>
            <a:custGeom>
              <a:avLst/>
              <a:gdLst/>
              <a:ahLst/>
              <a:cxnLst/>
              <a:rect l="l" t="t" r="r" b="b"/>
              <a:pathLst>
                <a:path w="861" h="732" fill="none" extrusionOk="0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432;p38">
              <a:extLst>
                <a:ext uri="{FF2B5EF4-FFF2-40B4-BE49-F238E27FC236}">
                  <a16:creationId xmlns:a16="http://schemas.microsoft.com/office/drawing/2014/main" id="{0298D74D-673C-852C-A254-992E661E65F1}"/>
                </a:ext>
              </a:extLst>
            </p:cNvPr>
            <p:cNvSpPr/>
            <p:nvPr/>
          </p:nvSpPr>
          <p:spPr>
            <a:xfrm>
              <a:off x="4745693" y="-2111739"/>
              <a:ext cx="23178" cy="21428"/>
            </a:xfrm>
            <a:custGeom>
              <a:avLst/>
              <a:gdLst/>
              <a:ahLst/>
              <a:cxnLst/>
              <a:rect l="l" t="t" r="r" b="b"/>
              <a:pathLst>
                <a:path w="861" h="796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433;p38">
              <a:extLst>
                <a:ext uri="{FF2B5EF4-FFF2-40B4-BE49-F238E27FC236}">
                  <a16:creationId xmlns:a16="http://schemas.microsoft.com/office/drawing/2014/main" id="{32986157-730F-B09A-2AA5-37109088DABD}"/>
                </a:ext>
              </a:extLst>
            </p:cNvPr>
            <p:cNvSpPr/>
            <p:nvPr/>
          </p:nvSpPr>
          <p:spPr>
            <a:xfrm>
              <a:off x="4745693" y="-2111739"/>
              <a:ext cx="23178" cy="21428"/>
            </a:xfrm>
            <a:custGeom>
              <a:avLst/>
              <a:gdLst/>
              <a:ahLst/>
              <a:cxnLst/>
              <a:rect l="l" t="t" r="r" b="b"/>
              <a:pathLst>
                <a:path w="861" h="796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434;p38">
              <a:extLst>
                <a:ext uri="{FF2B5EF4-FFF2-40B4-BE49-F238E27FC236}">
                  <a16:creationId xmlns:a16="http://schemas.microsoft.com/office/drawing/2014/main" id="{C9A418D6-1F4C-F4F9-4290-A69AAE5A65E3}"/>
                </a:ext>
              </a:extLst>
            </p:cNvPr>
            <p:cNvSpPr/>
            <p:nvPr/>
          </p:nvSpPr>
          <p:spPr>
            <a:xfrm>
              <a:off x="4892111" y="-2061399"/>
              <a:ext cx="5222" cy="1777"/>
            </a:xfrm>
            <a:custGeom>
              <a:avLst/>
              <a:gdLst/>
              <a:ahLst/>
              <a:cxnLst/>
              <a:rect l="l" t="t" r="r" b="b"/>
              <a:pathLst>
                <a:path w="194" h="66" extrusionOk="0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435;p38">
              <a:extLst>
                <a:ext uri="{FF2B5EF4-FFF2-40B4-BE49-F238E27FC236}">
                  <a16:creationId xmlns:a16="http://schemas.microsoft.com/office/drawing/2014/main" id="{DC572B58-8873-F437-C003-7CC648E80BA9}"/>
                </a:ext>
              </a:extLst>
            </p:cNvPr>
            <p:cNvSpPr/>
            <p:nvPr/>
          </p:nvSpPr>
          <p:spPr>
            <a:xfrm>
              <a:off x="4892111" y="-2061399"/>
              <a:ext cx="5222" cy="1777"/>
            </a:xfrm>
            <a:custGeom>
              <a:avLst/>
              <a:gdLst/>
              <a:ahLst/>
              <a:cxnLst/>
              <a:rect l="l" t="t" r="r" b="b"/>
              <a:pathLst>
                <a:path w="194" h="66" fill="none" extrusionOk="0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436;p38">
              <a:extLst>
                <a:ext uri="{FF2B5EF4-FFF2-40B4-BE49-F238E27FC236}">
                  <a16:creationId xmlns:a16="http://schemas.microsoft.com/office/drawing/2014/main" id="{B608E849-99CE-DE18-88DF-A448F9531DAE}"/>
                </a:ext>
              </a:extLst>
            </p:cNvPr>
            <p:cNvSpPr/>
            <p:nvPr/>
          </p:nvSpPr>
          <p:spPr>
            <a:xfrm>
              <a:off x="4912354" y="-2054454"/>
              <a:ext cx="17983" cy="6972"/>
            </a:xfrm>
            <a:custGeom>
              <a:avLst/>
              <a:gdLst/>
              <a:ahLst/>
              <a:cxnLst/>
              <a:rect l="l" t="t" r="r" b="b"/>
              <a:pathLst>
                <a:path w="668" h="259" extrusionOk="0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437;p38">
              <a:extLst>
                <a:ext uri="{FF2B5EF4-FFF2-40B4-BE49-F238E27FC236}">
                  <a16:creationId xmlns:a16="http://schemas.microsoft.com/office/drawing/2014/main" id="{85E05EE5-2CEE-C886-BC7B-6BD614A96C25}"/>
                </a:ext>
              </a:extLst>
            </p:cNvPr>
            <p:cNvSpPr/>
            <p:nvPr/>
          </p:nvSpPr>
          <p:spPr>
            <a:xfrm>
              <a:off x="4912354" y="-2054454"/>
              <a:ext cx="17983" cy="6972"/>
            </a:xfrm>
            <a:custGeom>
              <a:avLst/>
              <a:gdLst/>
              <a:ahLst/>
              <a:cxnLst/>
              <a:rect l="l" t="t" r="r" b="b"/>
              <a:pathLst>
                <a:path w="668" h="25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438;p38">
              <a:extLst>
                <a:ext uri="{FF2B5EF4-FFF2-40B4-BE49-F238E27FC236}">
                  <a16:creationId xmlns:a16="http://schemas.microsoft.com/office/drawing/2014/main" id="{0DDD73FA-3A31-1C00-91AC-8A99E5BEC099}"/>
                </a:ext>
              </a:extLst>
            </p:cNvPr>
            <p:cNvSpPr/>
            <p:nvPr/>
          </p:nvSpPr>
          <p:spPr>
            <a:xfrm>
              <a:off x="4942451" y="-2044036"/>
              <a:ext cx="19705" cy="8130"/>
            </a:xfrm>
            <a:custGeom>
              <a:avLst/>
              <a:gdLst/>
              <a:ahLst/>
              <a:cxnLst/>
              <a:rect l="l" t="t" r="r" b="b"/>
              <a:pathLst>
                <a:path w="732" h="302" extrusionOk="0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439;p38">
              <a:extLst>
                <a:ext uri="{FF2B5EF4-FFF2-40B4-BE49-F238E27FC236}">
                  <a16:creationId xmlns:a16="http://schemas.microsoft.com/office/drawing/2014/main" id="{7A98FB9B-341C-6BC5-F67C-3D7600D32CF9}"/>
                </a:ext>
              </a:extLst>
            </p:cNvPr>
            <p:cNvSpPr/>
            <p:nvPr/>
          </p:nvSpPr>
          <p:spPr>
            <a:xfrm>
              <a:off x="4942451" y="-2044036"/>
              <a:ext cx="19705" cy="8130"/>
            </a:xfrm>
            <a:custGeom>
              <a:avLst/>
              <a:gdLst/>
              <a:ahLst/>
              <a:cxnLst/>
              <a:rect l="l" t="t" r="r" b="b"/>
              <a:pathLst>
                <a:path w="732" h="30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440;p38">
              <a:extLst>
                <a:ext uri="{FF2B5EF4-FFF2-40B4-BE49-F238E27FC236}">
                  <a16:creationId xmlns:a16="http://schemas.microsoft.com/office/drawing/2014/main" id="{98276E1F-177A-A09A-388C-0288DE966D72}"/>
                </a:ext>
              </a:extLst>
            </p:cNvPr>
            <p:cNvSpPr/>
            <p:nvPr/>
          </p:nvSpPr>
          <p:spPr>
            <a:xfrm>
              <a:off x="4972548" y="-2033618"/>
              <a:ext cx="21428" cy="9880"/>
            </a:xfrm>
            <a:custGeom>
              <a:avLst/>
              <a:gdLst/>
              <a:ahLst/>
              <a:cxnLst/>
              <a:rect l="l" t="t" r="r" b="b"/>
              <a:pathLst>
                <a:path w="796" h="367" extrusionOk="0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441;p38">
              <a:extLst>
                <a:ext uri="{FF2B5EF4-FFF2-40B4-BE49-F238E27FC236}">
                  <a16:creationId xmlns:a16="http://schemas.microsoft.com/office/drawing/2014/main" id="{270DEE7C-2E67-2F4C-A526-BF055497CACF}"/>
                </a:ext>
              </a:extLst>
            </p:cNvPr>
            <p:cNvSpPr/>
            <p:nvPr/>
          </p:nvSpPr>
          <p:spPr>
            <a:xfrm>
              <a:off x="4972548" y="-2033618"/>
              <a:ext cx="21428" cy="9880"/>
            </a:xfrm>
            <a:custGeom>
              <a:avLst/>
              <a:gdLst/>
              <a:ahLst/>
              <a:cxnLst/>
              <a:rect l="l" t="t" r="r" b="b"/>
              <a:pathLst>
                <a:path w="796" h="36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442;p38">
              <a:extLst>
                <a:ext uri="{FF2B5EF4-FFF2-40B4-BE49-F238E27FC236}">
                  <a16:creationId xmlns:a16="http://schemas.microsoft.com/office/drawing/2014/main" id="{B9CF4972-82CD-2635-6568-A0E31AE456A8}"/>
                </a:ext>
              </a:extLst>
            </p:cNvPr>
            <p:cNvSpPr/>
            <p:nvPr/>
          </p:nvSpPr>
          <p:spPr>
            <a:xfrm>
              <a:off x="5003209" y="-2023199"/>
              <a:ext cx="22021" cy="11037"/>
            </a:xfrm>
            <a:custGeom>
              <a:avLst/>
              <a:gdLst/>
              <a:ahLst/>
              <a:cxnLst/>
              <a:rect l="l" t="t" r="r" b="b"/>
              <a:pathLst>
                <a:path w="818" h="410" extrusionOk="0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443;p38">
              <a:extLst>
                <a:ext uri="{FF2B5EF4-FFF2-40B4-BE49-F238E27FC236}">
                  <a16:creationId xmlns:a16="http://schemas.microsoft.com/office/drawing/2014/main" id="{19CEDB2A-5389-1A00-45CA-131CB7FA05EA}"/>
                </a:ext>
              </a:extLst>
            </p:cNvPr>
            <p:cNvSpPr/>
            <p:nvPr/>
          </p:nvSpPr>
          <p:spPr>
            <a:xfrm>
              <a:off x="5003209" y="-2023199"/>
              <a:ext cx="22021" cy="11037"/>
            </a:xfrm>
            <a:custGeom>
              <a:avLst/>
              <a:gdLst/>
              <a:ahLst/>
              <a:cxnLst/>
              <a:rect l="l" t="t" r="r" b="b"/>
              <a:pathLst>
                <a:path w="818" h="410" fill="none" extrusionOk="0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444;p38">
              <a:extLst>
                <a:ext uri="{FF2B5EF4-FFF2-40B4-BE49-F238E27FC236}">
                  <a16:creationId xmlns:a16="http://schemas.microsoft.com/office/drawing/2014/main" id="{77AC07B2-1B17-B219-F90B-13FF9735325C}"/>
                </a:ext>
              </a:extLst>
            </p:cNvPr>
            <p:cNvSpPr/>
            <p:nvPr/>
          </p:nvSpPr>
          <p:spPr>
            <a:xfrm>
              <a:off x="5033898" y="-2012189"/>
              <a:ext cx="22021" cy="11576"/>
            </a:xfrm>
            <a:custGeom>
              <a:avLst/>
              <a:gdLst/>
              <a:ahLst/>
              <a:cxnLst/>
              <a:rect l="l" t="t" r="r" b="b"/>
              <a:pathLst>
                <a:path w="818" h="430" extrusionOk="0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445;p38">
              <a:extLst>
                <a:ext uri="{FF2B5EF4-FFF2-40B4-BE49-F238E27FC236}">
                  <a16:creationId xmlns:a16="http://schemas.microsoft.com/office/drawing/2014/main" id="{D5DE9F02-1A6A-1C3C-4D06-507813EA58F5}"/>
                </a:ext>
              </a:extLst>
            </p:cNvPr>
            <p:cNvSpPr/>
            <p:nvPr/>
          </p:nvSpPr>
          <p:spPr>
            <a:xfrm>
              <a:off x="5033898" y="-2012189"/>
              <a:ext cx="22021" cy="11576"/>
            </a:xfrm>
            <a:custGeom>
              <a:avLst/>
              <a:gdLst/>
              <a:ahLst/>
              <a:cxnLst/>
              <a:rect l="l" t="t" r="r" b="b"/>
              <a:pathLst>
                <a:path w="818" h="430" fill="none" extrusionOk="0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446;p38">
              <a:extLst>
                <a:ext uri="{FF2B5EF4-FFF2-40B4-BE49-F238E27FC236}">
                  <a16:creationId xmlns:a16="http://schemas.microsoft.com/office/drawing/2014/main" id="{C1254218-CAC4-BA5E-D859-03497514B2CE}"/>
                </a:ext>
              </a:extLst>
            </p:cNvPr>
            <p:cNvSpPr/>
            <p:nvPr/>
          </p:nvSpPr>
          <p:spPr>
            <a:xfrm>
              <a:off x="5064560" y="-2001798"/>
              <a:ext cx="22021" cy="13352"/>
            </a:xfrm>
            <a:custGeom>
              <a:avLst/>
              <a:gdLst/>
              <a:ahLst/>
              <a:cxnLst/>
              <a:rect l="l" t="t" r="r" b="b"/>
              <a:pathLst>
                <a:path w="818" h="496" extrusionOk="0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447;p38">
              <a:extLst>
                <a:ext uri="{FF2B5EF4-FFF2-40B4-BE49-F238E27FC236}">
                  <a16:creationId xmlns:a16="http://schemas.microsoft.com/office/drawing/2014/main" id="{3171797B-8236-E36B-41A0-CE91E41C2D4B}"/>
                </a:ext>
              </a:extLst>
            </p:cNvPr>
            <p:cNvSpPr/>
            <p:nvPr/>
          </p:nvSpPr>
          <p:spPr>
            <a:xfrm>
              <a:off x="5064560" y="-2001798"/>
              <a:ext cx="22021" cy="13352"/>
            </a:xfrm>
            <a:custGeom>
              <a:avLst/>
              <a:gdLst/>
              <a:ahLst/>
              <a:cxnLst/>
              <a:rect l="l" t="t" r="r" b="b"/>
              <a:pathLst>
                <a:path w="818" h="496" fill="none" extrusionOk="0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448;p38">
              <a:extLst>
                <a:ext uri="{FF2B5EF4-FFF2-40B4-BE49-F238E27FC236}">
                  <a16:creationId xmlns:a16="http://schemas.microsoft.com/office/drawing/2014/main" id="{17896913-C615-7DE5-AC8A-6FF2D34677C1}"/>
                </a:ext>
              </a:extLst>
            </p:cNvPr>
            <p:cNvSpPr/>
            <p:nvPr/>
          </p:nvSpPr>
          <p:spPr>
            <a:xfrm>
              <a:off x="5095222" y="-1991380"/>
              <a:ext cx="22613" cy="14510"/>
            </a:xfrm>
            <a:custGeom>
              <a:avLst/>
              <a:gdLst/>
              <a:ahLst/>
              <a:cxnLst/>
              <a:rect l="l" t="t" r="r" b="b"/>
              <a:pathLst>
                <a:path w="840" h="539" extrusionOk="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449;p38">
              <a:extLst>
                <a:ext uri="{FF2B5EF4-FFF2-40B4-BE49-F238E27FC236}">
                  <a16:creationId xmlns:a16="http://schemas.microsoft.com/office/drawing/2014/main" id="{98AFA6DB-60BE-CF8B-D725-FEBCCF526F5F}"/>
                </a:ext>
              </a:extLst>
            </p:cNvPr>
            <p:cNvSpPr/>
            <p:nvPr/>
          </p:nvSpPr>
          <p:spPr>
            <a:xfrm>
              <a:off x="5095222" y="-1991380"/>
              <a:ext cx="22613" cy="14510"/>
            </a:xfrm>
            <a:custGeom>
              <a:avLst/>
              <a:gdLst/>
              <a:ahLst/>
              <a:cxnLst/>
              <a:rect l="l" t="t" r="r" b="b"/>
              <a:pathLst>
                <a:path w="840" h="539" fill="none" extrusionOk="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450;p38">
              <a:extLst>
                <a:ext uri="{FF2B5EF4-FFF2-40B4-BE49-F238E27FC236}">
                  <a16:creationId xmlns:a16="http://schemas.microsoft.com/office/drawing/2014/main" id="{BB7CA000-8628-0462-8BD1-F4D1D4DEA491}"/>
                </a:ext>
              </a:extLst>
            </p:cNvPr>
            <p:cNvSpPr/>
            <p:nvPr/>
          </p:nvSpPr>
          <p:spPr>
            <a:xfrm>
              <a:off x="5125911" y="-1980370"/>
              <a:ext cx="22586" cy="15641"/>
            </a:xfrm>
            <a:custGeom>
              <a:avLst/>
              <a:gdLst/>
              <a:ahLst/>
              <a:cxnLst/>
              <a:rect l="l" t="t" r="r" b="b"/>
              <a:pathLst>
                <a:path w="839" h="581" extrusionOk="0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451;p38">
              <a:extLst>
                <a:ext uri="{FF2B5EF4-FFF2-40B4-BE49-F238E27FC236}">
                  <a16:creationId xmlns:a16="http://schemas.microsoft.com/office/drawing/2014/main" id="{773E4A04-1D98-14AC-469D-5B7DF7A2D912}"/>
                </a:ext>
              </a:extLst>
            </p:cNvPr>
            <p:cNvSpPr/>
            <p:nvPr/>
          </p:nvSpPr>
          <p:spPr>
            <a:xfrm>
              <a:off x="5125911" y="-1980370"/>
              <a:ext cx="22586" cy="15641"/>
            </a:xfrm>
            <a:custGeom>
              <a:avLst/>
              <a:gdLst/>
              <a:ahLst/>
              <a:cxnLst/>
              <a:rect l="l" t="t" r="r" b="b"/>
              <a:pathLst>
                <a:path w="839" h="581" fill="none" extrusionOk="0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452;p38">
              <a:extLst>
                <a:ext uri="{FF2B5EF4-FFF2-40B4-BE49-F238E27FC236}">
                  <a16:creationId xmlns:a16="http://schemas.microsoft.com/office/drawing/2014/main" id="{14A5E315-6B7E-2FD5-529A-D46C90D9BD7C}"/>
                </a:ext>
              </a:extLst>
            </p:cNvPr>
            <p:cNvSpPr/>
            <p:nvPr/>
          </p:nvSpPr>
          <p:spPr>
            <a:xfrm>
              <a:off x="5156573" y="-1969952"/>
              <a:ext cx="22586" cy="16798"/>
            </a:xfrm>
            <a:custGeom>
              <a:avLst/>
              <a:gdLst/>
              <a:ahLst/>
              <a:cxnLst/>
              <a:rect l="l" t="t" r="r" b="b"/>
              <a:pathLst>
                <a:path w="839" h="624" extrusionOk="0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453;p38">
              <a:extLst>
                <a:ext uri="{FF2B5EF4-FFF2-40B4-BE49-F238E27FC236}">
                  <a16:creationId xmlns:a16="http://schemas.microsoft.com/office/drawing/2014/main" id="{876A253C-89EB-6C1E-04D5-666C49207CED}"/>
                </a:ext>
              </a:extLst>
            </p:cNvPr>
            <p:cNvSpPr/>
            <p:nvPr/>
          </p:nvSpPr>
          <p:spPr>
            <a:xfrm>
              <a:off x="5156573" y="-1969952"/>
              <a:ext cx="22586" cy="16798"/>
            </a:xfrm>
            <a:custGeom>
              <a:avLst/>
              <a:gdLst/>
              <a:ahLst/>
              <a:cxnLst/>
              <a:rect l="l" t="t" r="r" b="b"/>
              <a:pathLst>
                <a:path w="839" h="624" fill="none" extrusionOk="0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454;p38">
              <a:extLst>
                <a:ext uri="{FF2B5EF4-FFF2-40B4-BE49-F238E27FC236}">
                  <a16:creationId xmlns:a16="http://schemas.microsoft.com/office/drawing/2014/main" id="{F5B9DB51-B1D6-F1F5-D261-53EF2BE2186D}"/>
                </a:ext>
              </a:extLst>
            </p:cNvPr>
            <p:cNvSpPr/>
            <p:nvPr/>
          </p:nvSpPr>
          <p:spPr>
            <a:xfrm>
              <a:off x="5187235" y="-1959534"/>
              <a:ext cx="22613" cy="18548"/>
            </a:xfrm>
            <a:custGeom>
              <a:avLst/>
              <a:gdLst/>
              <a:ahLst/>
              <a:cxnLst/>
              <a:rect l="l" t="t" r="r" b="b"/>
              <a:pathLst>
                <a:path w="840" h="689" extrusionOk="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455;p38">
              <a:extLst>
                <a:ext uri="{FF2B5EF4-FFF2-40B4-BE49-F238E27FC236}">
                  <a16:creationId xmlns:a16="http://schemas.microsoft.com/office/drawing/2014/main" id="{D315BE8A-0836-677E-F3D0-0059F6B18D89}"/>
                </a:ext>
              </a:extLst>
            </p:cNvPr>
            <p:cNvSpPr/>
            <p:nvPr/>
          </p:nvSpPr>
          <p:spPr>
            <a:xfrm>
              <a:off x="5187235" y="-1959534"/>
              <a:ext cx="22613" cy="18548"/>
            </a:xfrm>
            <a:custGeom>
              <a:avLst/>
              <a:gdLst/>
              <a:ahLst/>
              <a:cxnLst/>
              <a:rect l="l" t="t" r="r" b="b"/>
              <a:pathLst>
                <a:path w="840" h="689" fill="none" extrusionOk="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456;p38">
              <a:extLst>
                <a:ext uri="{FF2B5EF4-FFF2-40B4-BE49-F238E27FC236}">
                  <a16:creationId xmlns:a16="http://schemas.microsoft.com/office/drawing/2014/main" id="{FFC7DFCC-155C-EC3E-A9B9-241352DAECBC}"/>
                </a:ext>
              </a:extLst>
            </p:cNvPr>
            <p:cNvSpPr/>
            <p:nvPr/>
          </p:nvSpPr>
          <p:spPr>
            <a:xfrm>
              <a:off x="5217923" y="-1948550"/>
              <a:ext cx="23178" cy="19140"/>
            </a:xfrm>
            <a:custGeom>
              <a:avLst/>
              <a:gdLst/>
              <a:ahLst/>
              <a:cxnLst/>
              <a:rect l="l" t="t" r="r" b="b"/>
              <a:pathLst>
                <a:path w="861" h="711" extrusionOk="0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457;p38">
              <a:extLst>
                <a:ext uri="{FF2B5EF4-FFF2-40B4-BE49-F238E27FC236}">
                  <a16:creationId xmlns:a16="http://schemas.microsoft.com/office/drawing/2014/main" id="{90D4772D-EDBD-58CC-231B-0F4AEE4BBC91}"/>
                </a:ext>
              </a:extLst>
            </p:cNvPr>
            <p:cNvSpPr/>
            <p:nvPr/>
          </p:nvSpPr>
          <p:spPr>
            <a:xfrm>
              <a:off x="5217923" y="-1948550"/>
              <a:ext cx="23178" cy="19140"/>
            </a:xfrm>
            <a:custGeom>
              <a:avLst/>
              <a:gdLst/>
              <a:ahLst/>
              <a:cxnLst/>
              <a:rect l="l" t="t" r="r" b="b"/>
              <a:pathLst>
                <a:path w="861" h="711" fill="none" extrusionOk="0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458;p38">
              <a:extLst>
                <a:ext uri="{FF2B5EF4-FFF2-40B4-BE49-F238E27FC236}">
                  <a16:creationId xmlns:a16="http://schemas.microsoft.com/office/drawing/2014/main" id="{977C31F7-D3F3-6C95-CA6E-1C468CB6F01A}"/>
                </a:ext>
              </a:extLst>
            </p:cNvPr>
            <p:cNvSpPr/>
            <p:nvPr/>
          </p:nvSpPr>
          <p:spPr>
            <a:xfrm>
              <a:off x="6506665" y="-1590918"/>
              <a:ext cx="657413" cy="105930"/>
            </a:xfrm>
            <a:custGeom>
              <a:avLst/>
              <a:gdLst/>
              <a:ahLst/>
              <a:cxnLst/>
              <a:rect l="l" t="t" r="r" b="b"/>
              <a:pathLst>
                <a:path w="24421" h="3935" extrusionOk="0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459;p38">
              <a:extLst>
                <a:ext uri="{FF2B5EF4-FFF2-40B4-BE49-F238E27FC236}">
                  <a16:creationId xmlns:a16="http://schemas.microsoft.com/office/drawing/2014/main" id="{59986875-8433-D698-633C-464FD612B1C9}"/>
                </a:ext>
              </a:extLst>
            </p:cNvPr>
            <p:cNvSpPr/>
            <p:nvPr/>
          </p:nvSpPr>
          <p:spPr>
            <a:xfrm>
              <a:off x="6503192" y="-1515111"/>
              <a:ext cx="27" cy="619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460;p38">
              <a:extLst>
                <a:ext uri="{FF2B5EF4-FFF2-40B4-BE49-F238E27FC236}">
                  <a16:creationId xmlns:a16="http://schemas.microsoft.com/office/drawing/2014/main" id="{F4812E35-57F3-64AB-74E9-98A3B4AF3CED}"/>
                </a:ext>
              </a:extLst>
            </p:cNvPr>
            <p:cNvSpPr/>
            <p:nvPr/>
          </p:nvSpPr>
          <p:spPr>
            <a:xfrm>
              <a:off x="6502034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461;p38">
              <a:extLst>
                <a:ext uri="{FF2B5EF4-FFF2-40B4-BE49-F238E27FC236}">
                  <a16:creationId xmlns:a16="http://schemas.microsoft.com/office/drawing/2014/main" id="{5A83A371-6B88-FF72-BFB4-8BB4A2C86651}"/>
                </a:ext>
              </a:extLst>
            </p:cNvPr>
            <p:cNvSpPr/>
            <p:nvPr/>
          </p:nvSpPr>
          <p:spPr>
            <a:xfrm>
              <a:off x="6501442" y="-1515111"/>
              <a:ext cx="619" cy="27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462;p38">
              <a:extLst>
                <a:ext uri="{FF2B5EF4-FFF2-40B4-BE49-F238E27FC236}">
                  <a16:creationId xmlns:a16="http://schemas.microsoft.com/office/drawing/2014/main" id="{91E89824-071B-0CF1-427A-7C1BDAC08B5B}"/>
                </a:ext>
              </a:extLst>
            </p:cNvPr>
            <p:cNvSpPr/>
            <p:nvPr/>
          </p:nvSpPr>
          <p:spPr>
            <a:xfrm>
              <a:off x="6500877" y="-1515111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463;p38">
              <a:extLst>
                <a:ext uri="{FF2B5EF4-FFF2-40B4-BE49-F238E27FC236}">
                  <a16:creationId xmlns:a16="http://schemas.microsoft.com/office/drawing/2014/main" id="{2BB2D804-1136-01AB-639F-24036D1D96BC}"/>
                </a:ext>
              </a:extLst>
            </p:cNvPr>
            <p:cNvSpPr/>
            <p:nvPr/>
          </p:nvSpPr>
          <p:spPr>
            <a:xfrm>
              <a:off x="6499719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464;p38">
              <a:extLst>
                <a:ext uri="{FF2B5EF4-FFF2-40B4-BE49-F238E27FC236}">
                  <a16:creationId xmlns:a16="http://schemas.microsoft.com/office/drawing/2014/main" id="{46B6A9A0-3145-FC02-5AB0-C500BC1ABD63}"/>
                </a:ext>
              </a:extLst>
            </p:cNvPr>
            <p:cNvSpPr/>
            <p:nvPr/>
          </p:nvSpPr>
          <p:spPr>
            <a:xfrm>
              <a:off x="6499127" y="-1515111"/>
              <a:ext cx="619" cy="27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465;p38">
              <a:extLst>
                <a:ext uri="{FF2B5EF4-FFF2-40B4-BE49-F238E27FC236}">
                  <a16:creationId xmlns:a16="http://schemas.microsoft.com/office/drawing/2014/main" id="{2CA51239-5624-9E96-3CE6-36159B5CB226}"/>
                </a:ext>
              </a:extLst>
            </p:cNvPr>
            <p:cNvSpPr/>
            <p:nvPr/>
          </p:nvSpPr>
          <p:spPr>
            <a:xfrm>
              <a:off x="6498562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466;p38">
              <a:extLst>
                <a:ext uri="{FF2B5EF4-FFF2-40B4-BE49-F238E27FC236}">
                  <a16:creationId xmlns:a16="http://schemas.microsoft.com/office/drawing/2014/main" id="{9006CCDA-EF44-BA1E-3C5E-83A3FC131D8C}"/>
                </a:ext>
              </a:extLst>
            </p:cNvPr>
            <p:cNvSpPr/>
            <p:nvPr/>
          </p:nvSpPr>
          <p:spPr>
            <a:xfrm>
              <a:off x="6497404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467;p38">
              <a:extLst>
                <a:ext uri="{FF2B5EF4-FFF2-40B4-BE49-F238E27FC236}">
                  <a16:creationId xmlns:a16="http://schemas.microsoft.com/office/drawing/2014/main" id="{AB0FDB23-74F4-2F71-888E-C96075332789}"/>
                </a:ext>
              </a:extLst>
            </p:cNvPr>
            <p:cNvSpPr/>
            <p:nvPr/>
          </p:nvSpPr>
          <p:spPr>
            <a:xfrm>
              <a:off x="6496812" y="-1515111"/>
              <a:ext cx="619" cy="27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468;p38">
              <a:extLst>
                <a:ext uri="{FF2B5EF4-FFF2-40B4-BE49-F238E27FC236}">
                  <a16:creationId xmlns:a16="http://schemas.microsoft.com/office/drawing/2014/main" id="{024B0F08-8F7C-11FB-9512-D0C4BDE2388B}"/>
                </a:ext>
              </a:extLst>
            </p:cNvPr>
            <p:cNvSpPr/>
            <p:nvPr/>
          </p:nvSpPr>
          <p:spPr>
            <a:xfrm>
              <a:off x="6496246" y="-1515677"/>
              <a:ext cx="592" cy="592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469;p38">
              <a:extLst>
                <a:ext uri="{FF2B5EF4-FFF2-40B4-BE49-F238E27FC236}">
                  <a16:creationId xmlns:a16="http://schemas.microsoft.com/office/drawing/2014/main" id="{48EDDB8E-4055-AF9D-4691-96FA1724FD34}"/>
                </a:ext>
              </a:extLst>
            </p:cNvPr>
            <p:cNvSpPr/>
            <p:nvPr/>
          </p:nvSpPr>
          <p:spPr>
            <a:xfrm>
              <a:off x="6495089" y="-1515677"/>
              <a:ext cx="1184" cy="27"/>
            </a:xfrm>
            <a:custGeom>
              <a:avLst/>
              <a:gdLst/>
              <a:ahLst/>
              <a:cxnLst/>
              <a:rect l="l" t="t" r="r" b="b"/>
              <a:pathLst>
                <a:path w="44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470;p38">
              <a:extLst>
                <a:ext uri="{FF2B5EF4-FFF2-40B4-BE49-F238E27FC236}">
                  <a16:creationId xmlns:a16="http://schemas.microsoft.com/office/drawing/2014/main" id="{F8ACBD7A-3E50-2596-9D64-F173DAACF9A9}"/>
                </a:ext>
              </a:extLst>
            </p:cNvPr>
            <p:cNvSpPr/>
            <p:nvPr/>
          </p:nvSpPr>
          <p:spPr>
            <a:xfrm>
              <a:off x="6506665" y="-1590918"/>
              <a:ext cx="657413" cy="105930"/>
            </a:xfrm>
            <a:custGeom>
              <a:avLst/>
              <a:gdLst/>
              <a:ahLst/>
              <a:cxnLst/>
              <a:rect l="l" t="t" r="r" b="b"/>
              <a:pathLst>
                <a:path w="24421" h="3935" fill="none" extrusionOk="0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471;p38">
              <a:extLst>
                <a:ext uri="{FF2B5EF4-FFF2-40B4-BE49-F238E27FC236}">
                  <a16:creationId xmlns:a16="http://schemas.microsoft.com/office/drawing/2014/main" id="{D53E9710-3A7D-0884-4EB6-D460207D04DE}"/>
                </a:ext>
              </a:extLst>
            </p:cNvPr>
            <p:cNvSpPr/>
            <p:nvPr/>
          </p:nvSpPr>
          <p:spPr>
            <a:xfrm>
              <a:off x="5248585" y="-1938132"/>
              <a:ext cx="23178" cy="20271"/>
            </a:xfrm>
            <a:custGeom>
              <a:avLst/>
              <a:gdLst/>
              <a:ahLst/>
              <a:cxnLst/>
              <a:rect l="l" t="t" r="r" b="b"/>
              <a:pathLst>
                <a:path w="861" h="753" extrusionOk="0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472;p38">
              <a:extLst>
                <a:ext uri="{FF2B5EF4-FFF2-40B4-BE49-F238E27FC236}">
                  <a16:creationId xmlns:a16="http://schemas.microsoft.com/office/drawing/2014/main" id="{E688CFBC-572D-334D-3ED8-68BC34889851}"/>
                </a:ext>
              </a:extLst>
            </p:cNvPr>
            <p:cNvSpPr/>
            <p:nvPr/>
          </p:nvSpPr>
          <p:spPr>
            <a:xfrm>
              <a:off x="5248585" y="-1938132"/>
              <a:ext cx="23178" cy="20271"/>
            </a:xfrm>
            <a:custGeom>
              <a:avLst/>
              <a:gdLst/>
              <a:ahLst/>
              <a:cxnLst/>
              <a:rect l="l" t="t" r="r" b="b"/>
              <a:pathLst>
                <a:path w="861" h="753" fill="none" extrusionOk="0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473;p38">
              <a:extLst>
                <a:ext uri="{FF2B5EF4-FFF2-40B4-BE49-F238E27FC236}">
                  <a16:creationId xmlns:a16="http://schemas.microsoft.com/office/drawing/2014/main" id="{E8F5280A-9251-2593-7F07-76321788B490}"/>
                </a:ext>
              </a:extLst>
            </p:cNvPr>
            <p:cNvSpPr/>
            <p:nvPr/>
          </p:nvSpPr>
          <p:spPr>
            <a:xfrm>
              <a:off x="5404264" y="-1884319"/>
              <a:ext cx="23151" cy="18548"/>
            </a:xfrm>
            <a:custGeom>
              <a:avLst/>
              <a:gdLst/>
              <a:ahLst/>
              <a:cxnLst/>
              <a:rect l="l" t="t" r="r" b="b"/>
              <a:pathLst>
                <a:path w="860" h="689" extrusionOk="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474;p38">
              <a:extLst>
                <a:ext uri="{FF2B5EF4-FFF2-40B4-BE49-F238E27FC236}">
                  <a16:creationId xmlns:a16="http://schemas.microsoft.com/office/drawing/2014/main" id="{46E46E79-DD4C-4730-BEE1-D6C1C3AEB134}"/>
                </a:ext>
              </a:extLst>
            </p:cNvPr>
            <p:cNvSpPr/>
            <p:nvPr/>
          </p:nvSpPr>
          <p:spPr>
            <a:xfrm>
              <a:off x="5404264" y="-1884319"/>
              <a:ext cx="23151" cy="18548"/>
            </a:xfrm>
            <a:custGeom>
              <a:avLst/>
              <a:gdLst/>
              <a:ahLst/>
              <a:cxnLst/>
              <a:rect l="l" t="t" r="r" b="b"/>
              <a:pathLst>
                <a:path w="860" h="689" fill="none" extrusionOk="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475;p38">
              <a:extLst>
                <a:ext uri="{FF2B5EF4-FFF2-40B4-BE49-F238E27FC236}">
                  <a16:creationId xmlns:a16="http://schemas.microsoft.com/office/drawing/2014/main" id="{0742D26D-A2ED-C6F9-6C19-2B1E26380E37}"/>
                </a:ext>
              </a:extLst>
            </p:cNvPr>
            <p:cNvSpPr/>
            <p:nvPr/>
          </p:nvSpPr>
          <p:spPr>
            <a:xfrm>
              <a:off x="5434925" y="-1873901"/>
              <a:ext cx="23178" cy="20298"/>
            </a:xfrm>
            <a:custGeom>
              <a:avLst/>
              <a:gdLst/>
              <a:ahLst/>
              <a:cxnLst/>
              <a:rect l="l" t="t" r="r" b="b"/>
              <a:pathLst>
                <a:path w="861" h="754" extrusionOk="0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476;p38">
              <a:extLst>
                <a:ext uri="{FF2B5EF4-FFF2-40B4-BE49-F238E27FC236}">
                  <a16:creationId xmlns:a16="http://schemas.microsoft.com/office/drawing/2014/main" id="{7A7495CB-A028-D0B3-0604-E14593A70D8B}"/>
                </a:ext>
              </a:extLst>
            </p:cNvPr>
            <p:cNvSpPr/>
            <p:nvPr/>
          </p:nvSpPr>
          <p:spPr>
            <a:xfrm>
              <a:off x="5434925" y="-1873901"/>
              <a:ext cx="23178" cy="20298"/>
            </a:xfrm>
            <a:custGeom>
              <a:avLst/>
              <a:gdLst/>
              <a:ahLst/>
              <a:cxnLst/>
              <a:rect l="l" t="t" r="r" b="b"/>
              <a:pathLst>
                <a:path w="861" h="754" fill="none" extrusionOk="0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477;p38">
              <a:extLst>
                <a:ext uri="{FF2B5EF4-FFF2-40B4-BE49-F238E27FC236}">
                  <a16:creationId xmlns:a16="http://schemas.microsoft.com/office/drawing/2014/main" id="{03AD6BB4-1891-281F-EDA9-C0D0FF927BA2}"/>
                </a:ext>
              </a:extLst>
            </p:cNvPr>
            <p:cNvSpPr/>
            <p:nvPr/>
          </p:nvSpPr>
          <p:spPr>
            <a:xfrm>
              <a:off x="5465587" y="-1863483"/>
              <a:ext cx="23178" cy="21455"/>
            </a:xfrm>
            <a:custGeom>
              <a:avLst/>
              <a:gdLst/>
              <a:ahLst/>
              <a:cxnLst/>
              <a:rect l="l" t="t" r="r" b="b"/>
              <a:pathLst>
                <a:path w="861" h="797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478;p38">
              <a:extLst>
                <a:ext uri="{FF2B5EF4-FFF2-40B4-BE49-F238E27FC236}">
                  <a16:creationId xmlns:a16="http://schemas.microsoft.com/office/drawing/2014/main" id="{2C90BC4D-4A72-813A-E1AD-FF39CCD9292A}"/>
                </a:ext>
              </a:extLst>
            </p:cNvPr>
            <p:cNvSpPr/>
            <p:nvPr/>
          </p:nvSpPr>
          <p:spPr>
            <a:xfrm>
              <a:off x="5465587" y="-1863483"/>
              <a:ext cx="23178" cy="21455"/>
            </a:xfrm>
            <a:custGeom>
              <a:avLst/>
              <a:gdLst/>
              <a:ahLst/>
              <a:cxnLst/>
              <a:rect l="l" t="t" r="r" b="b"/>
              <a:pathLst>
                <a:path w="861" h="797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479;p38">
              <a:extLst>
                <a:ext uri="{FF2B5EF4-FFF2-40B4-BE49-F238E27FC236}">
                  <a16:creationId xmlns:a16="http://schemas.microsoft.com/office/drawing/2014/main" id="{2A02838B-8EAD-E7A8-62E0-59EB1569CB1D}"/>
                </a:ext>
              </a:extLst>
            </p:cNvPr>
            <p:cNvSpPr/>
            <p:nvPr/>
          </p:nvSpPr>
          <p:spPr>
            <a:xfrm>
              <a:off x="5496276" y="-1853065"/>
              <a:ext cx="23151" cy="22586"/>
            </a:xfrm>
            <a:custGeom>
              <a:avLst/>
              <a:gdLst/>
              <a:ahLst/>
              <a:cxnLst/>
              <a:rect l="l" t="t" r="r" b="b"/>
              <a:pathLst>
                <a:path w="860" h="839" extrusionOk="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480;p38">
              <a:extLst>
                <a:ext uri="{FF2B5EF4-FFF2-40B4-BE49-F238E27FC236}">
                  <a16:creationId xmlns:a16="http://schemas.microsoft.com/office/drawing/2014/main" id="{ECBC6DC8-92FC-EEDE-88CF-C0A364F8A498}"/>
                </a:ext>
              </a:extLst>
            </p:cNvPr>
            <p:cNvSpPr/>
            <p:nvPr/>
          </p:nvSpPr>
          <p:spPr>
            <a:xfrm>
              <a:off x="5496276" y="-1853065"/>
              <a:ext cx="23151" cy="22586"/>
            </a:xfrm>
            <a:custGeom>
              <a:avLst/>
              <a:gdLst/>
              <a:ahLst/>
              <a:cxnLst/>
              <a:rect l="l" t="t" r="r" b="b"/>
              <a:pathLst>
                <a:path w="860" h="839" fill="none" extrusionOk="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481;p38">
              <a:extLst>
                <a:ext uri="{FF2B5EF4-FFF2-40B4-BE49-F238E27FC236}">
                  <a16:creationId xmlns:a16="http://schemas.microsoft.com/office/drawing/2014/main" id="{946402EE-20DE-0DE0-3995-8376572E55EB}"/>
                </a:ext>
              </a:extLst>
            </p:cNvPr>
            <p:cNvSpPr/>
            <p:nvPr/>
          </p:nvSpPr>
          <p:spPr>
            <a:xfrm>
              <a:off x="5526346" y="-1842055"/>
              <a:ext cx="24336" cy="23743"/>
            </a:xfrm>
            <a:custGeom>
              <a:avLst/>
              <a:gdLst/>
              <a:ahLst/>
              <a:cxnLst/>
              <a:rect l="l" t="t" r="r" b="b"/>
              <a:pathLst>
                <a:path w="904" h="882" extrusionOk="0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482;p38">
              <a:extLst>
                <a:ext uri="{FF2B5EF4-FFF2-40B4-BE49-F238E27FC236}">
                  <a16:creationId xmlns:a16="http://schemas.microsoft.com/office/drawing/2014/main" id="{0031C63F-72D5-204A-C4E7-8A958260DC68}"/>
                </a:ext>
              </a:extLst>
            </p:cNvPr>
            <p:cNvSpPr/>
            <p:nvPr/>
          </p:nvSpPr>
          <p:spPr>
            <a:xfrm>
              <a:off x="5526346" y="-1842055"/>
              <a:ext cx="24336" cy="23743"/>
            </a:xfrm>
            <a:custGeom>
              <a:avLst/>
              <a:gdLst/>
              <a:ahLst/>
              <a:cxnLst/>
              <a:rect l="l" t="t" r="r" b="b"/>
              <a:pathLst>
                <a:path w="904" h="882" fill="none" extrusionOk="0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483;p38">
              <a:extLst>
                <a:ext uri="{FF2B5EF4-FFF2-40B4-BE49-F238E27FC236}">
                  <a16:creationId xmlns:a16="http://schemas.microsoft.com/office/drawing/2014/main" id="{7AEC2334-4D45-4C13-F4A2-9A8CE7CAF865}"/>
                </a:ext>
              </a:extLst>
            </p:cNvPr>
            <p:cNvSpPr/>
            <p:nvPr/>
          </p:nvSpPr>
          <p:spPr>
            <a:xfrm>
              <a:off x="5557035" y="-1831637"/>
              <a:ext cx="24336" cy="24901"/>
            </a:xfrm>
            <a:custGeom>
              <a:avLst/>
              <a:gdLst/>
              <a:ahLst/>
              <a:cxnLst/>
              <a:rect l="l" t="t" r="r" b="b"/>
              <a:pathLst>
                <a:path w="904" h="925" extrusionOk="0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484;p38">
              <a:extLst>
                <a:ext uri="{FF2B5EF4-FFF2-40B4-BE49-F238E27FC236}">
                  <a16:creationId xmlns:a16="http://schemas.microsoft.com/office/drawing/2014/main" id="{35F3F1E8-F286-FBD6-F340-1E4CF033625B}"/>
                </a:ext>
              </a:extLst>
            </p:cNvPr>
            <p:cNvSpPr/>
            <p:nvPr/>
          </p:nvSpPr>
          <p:spPr>
            <a:xfrm>
              <a:off x="5557035" y="-1831637"/>
              <a:ext cx="24336" cy="24901"/>
            </a:xfrm>
            <a:custGeom>
              <a:avLst/>
              <a:gdLst/>
              <a:ahLst/>
              <a:cxnLst/>
              <a:rect l="l" t="t" r="r" b="b"/>
              <a:pathLst>
                <a:path w="904" h="925" fill="none" extrusionOk="0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485;p38">
              <a:extLst>
                <a:ext uri="{FF2B5EF4-FFF2-40B4-BE49-F238E27FC236}">
                  <a16:creationId xmlns:a16="http://schemas.microsoft.com/office/drawing/2014/main" id="{BA081039-C41D-7195-0F1F-503716361356}"/>
                </a:ext>
              </a:extLst>
            </p:cNvPr>
            <p:cNvSpPr/>
            <p:nvPr/>
          </p:nvSpPr>
          <p:spPr>
            <a:xfrm>
              <a:off x="5587696" y="-1821246"/>
              <a:ext cx="24336" cy="26651"/>
            </a:xfrm>
            <a:custGeom>
              <a:avLst/>
              <a:gdLst/>
              <a:ahLst/>
              <a:cxnLst/>
              <a:rect l="l" t="t" r="r" b="b"/>
              <a:pathLst>
                <a:path w="904" h="990" extrusionOk="0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486;p38">
              <a:extLst>
                <a:ext uri="{FF2B5EF4-FFF2-40B4-BE49-F238E27FC236}">
                  <a16:creationId xmlns:a16="http://schemas.microsoft.com/office/drawing/2014/main" id="{CB9C102E-24E3-8BB7-EE1A-3C9FAC946FC7}"/>
                </a:ext>
              </a:extLst>
            </p:cNvPr>
            <p:cNvSpPr/>
            <p:nvPr/>
          </p:nvSpPr>
          <p:spPr>
            <a:xfrm>
              <a:off x="5587696" y="-1821246"/>
              <a:ext cx="24336" cy="26651"/>
            </a:xfrm>
            <a:custGeom>
              <a:avLst/>
              <a:gdLst/>
              <a:ahLst/>
              <a:cxnLst/>
              <a:rect l="l" t="t" r="r" b="b"/>
              <a:pathLst>
                <a:path w="904" h="990" fill="none" extrusionOk="0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487;p38">
              <a:extLst>
                <a:ext uri="{FF2B5EF4-FFF2-40B4-BE49-F238E27FC236}">
                  <a16:creationId xmlns:a16="http://schemas.microsoft.com/office/drawing/2014/main" id="{CB7E3FB0-613A-9D48-FA29-AD00D66C6F1E}"/>
                </a:ext>
              </a:extLst>
            </p:cNvPr>
            <p:cNvSpPr/>
            <p:nvPr/>
          </p:nvSpPr>
          <p:spPr>
            <a:xfrm>
              <a:off x="5618358" y="-1810235"/>
              <a:ext cx="24336" cy="27216"/>
            </a:xfrm>
            <a:custGeom>
              <a:avLst/>
              <a:gdLst/>
              <a:ahLst/>
              <a:cxnLst/>
              <a:rect l="l" t="t" r="r" b="b"/>
              <a:pathLst>
                <a:path w="904" h="1011" extrusionOk="0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488;p38">
              <a:extLst>
                <a:ext uri="{FF2B5EF4-FFF2-40B4-BE49-F238E27FC236}">
                  <a16:creationId xmlns:a16="http://schemas.microsoft.com/office/drawing/2014/main" id="{91A3D344-C70B-9612-8CF2-AE631DBA02B4}"/>
                </a:ext>
              </a:extLst>
            </p:cNvPr>
            <p:cNvSpPr/>
            <p:nvPr/>
          </p:nvSpPr>
          <p:spPr>
            <a:xfrm>
              <a:off x="5618358" y="-1810235"/>
              <a:ext cx="24336" cy="27216"/>
            </a:xfrm>
            <a:custGeom>
              <a:avLst/>
              <a:gdLst/>
              <a:ahLst/>
              <a:cxnLst/>
              <a:rect l="l" t="t" r="r" b="b"/>
              <a:pathLst>
                <a:path w="904" h="1011" fill="none" extrusionOk="0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489;p38">
              <a:extLst>
                <a:ext uri="{FF2B5EF4-FFF2-40B4-BE49-F238E27FC236}">
                  <a16:creationId xmlns:a16="http://schemas.microsoft.com/office/drawing/2014/main" id="{1ED0361A-76D0-D8D5-F1A8-1FBA3AB7136F}"/>
                </a:ext>
              </a:extLst>
            </p:cNvPr>
            <p:cNvSpPr/>
            <p:nvPr/>
          </p:nvSpPr>
          <p:spPr>
            <a:xfrm>
              <a:off x="5649047" y="-1799252"/>
              <a:ext cx="24336" cy="28401"/>
            </a:xfrm>
            <a:custGeom>
              <a:avLst/>
              <a:gdLst/>
              <a:ahLst/>
              <a:cxnLst/>
              <a:rect l="l" t="t" r="r" b="b"/>
              <a:pathLst>
                <a:path w="904" h="1055" extrusionOk="0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490;p38">
              <a:extLst>
                <a:ext uri="{FF2B5EF4-FFF2-40B4-BE49-F238E27FC236}">
                  <a16:creationId xmlns:a16="http://schemas.microsoft.com/office/drawing/2014/main" id="{63A760B1-3759-E86C-B71E-C64BD107BEFF}"/>
                </a:ext>
              </a:extLst>
            </p:cNvPr>
            <p:cNvSpPr/>
            <p:nvPr/>
          </p:nvSpPr>
          <p:spPr>
            <a:xfrm>
              <a:off x="5649047" y="-1799252"/>
              <a:ext cx="24336" cy="28401"/>
            </a:xfrm>
            <a:custGeom>
              <a:avLst/>
              <a:gdLst/>
              <a:ahLst/>
              <a:cxnLst/>
              <a:rect l="l" t="t" r="r" b="b"/>
              <a:pathLst>
                <a:path w="904" h="1055" fill="none" extrusionOk="0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491;p38">
              <a:extLst>
                <a:ext uri="{FF2B5EF4-FFF2-40B4-BE49-F238E27FC236}">
                  <a16:creationId xmlns:a16="http://schemas.microsoft.com/office/drawing/2014/main" id="{8DF3D585-6C9A-A14D-0214-6D3A45351124}"/>
                </a:ext>
              </a:extLst>
            </p:cNvPr>
            <p:cNvSpPr/>
            <p:nvPr/>
          </p:nvSpPr>
          <p:spPr>
            <a:xfrm>
              <a:off x="5679709" y="-178824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492;p38">
              <a:extLst>
                <a:ext uri="{FF2B5EF4-FFF2-40B4-BE49-F238E27FC236}">
                  <a16:creationId xmlns:a16="http://schemas.microsoft.com/office/drawing/2014/main" id="{2E5A2182-80D1-B913-620A-0F29B7A9336C}"/>
                </a:ext>
              </a:extLst>
            </p:cNvPr>
            <p:cNvSpPr/>
            <p:nvPr/>
          </p:nvSpPr>
          <p:spPr>
            <a:xfrm>
              <a:off x="5679709" y="-178824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493;p38">
              <a:extLst>
                <a:ext uri="{FF2B5EF4-FFF2-40B4-BE49-F238E27FC236}">
                  <a16:creationId xmlns:a16="http://schemas.microsoft.com/office/drawing/2014/main" id="{5CBB36D3-CBA0-ADA8-5A43-A05CC2BD1BFD}"/>
                </a:ext>
              </a:extLst>
            </p:cNvPr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494;p38">
              <a:extLst>
                <a:ext uri="{FF2B5EF4-FFF2-40B4-BE49-F238E27FC236}">
                  <a16:creationId xmlns:a16="http://schemas.microsoft.com/office/drawing/2014/main" id="{43D4CACF-C573-0481-9F05-0121CB85DA7A}"/>
                </a:ext>
              </a:extLst>
            </p:cNvPr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495;p38">
              <a:extLst>
                <a:ext uri="{FF2B5EF4-FFF2-40B4-BE49-F238E27FC236}">
                  <a16:creationId xmlns:a16="http://schemas.microsoft.com/office/drawing/2014/main" id="{E6C8CF6A-DABE-9C59-3160-F7D78CCA8E03}"/>
                </a:ext>
              </a:extLst>
            </p:cNvPr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496;p38">
              <a:extLst>
                <a:ext uri="{FF2B5EF4-FFF2-40B4-BE49-F238E27FC236}">
                  <a16:creationId xmlns:a16="http://schemas.microsoft.com/office/drawing/2014/main" id="{DE05FBBC-9A99-0EAE-8521-D2D4ED074FC4}"/>
                </a:ext>
              </a:extLst>
            </p:cNvPr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497;p38">
              <a:extLst>
                <a:ext uri="{FF2B5EF4-FFF2-40B4-BE49-F238E27FC236}">
                  <a16:creationId xmlns:a16="http://schemas.microsoft.com/office/drawing/2014/main" id="{17CEF6DC-382B-5760-9A85-8486574F1A6F}"/>
                </a:ext>
              </a:extLst>
            </p:cNvPr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498;p38">
              <a:extLst>
                <a:ext uri="{FF2B5EF4-FFF2-40B4-BE49-F238E27FC236}">
                  <a16:creationId xmlns:a16="http://schemas.microsoft.com/office/drawing/2014/main" id="{2E7890BE-9FD1-F965-45B5-2142331B7EA3}"/>
                </a:ext>
              </a:extLst>
            </p:cNvPr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499;p38">
              <a:extLst>
                <a:ext uri="{FF2B5EF4-FFF2-40B4-BE49-F238E27FC236}">
                  <a16:creationId xmlns:a16="http://schemas.microsoft.com/office/drawing/2014/main" id="{8E7CDF45-73E9-9E27-75C3-B28F283C353C}"/>
                </a:ext>
              </a:extLst>
            </p:cNvPr>
            <p:cNvSpPr/>
            <p:nvPr/>
          </p:nvSpPr>
          <p:spPr>
            <a:xfrm>
              <a:off x="5348701" y="-1903998"/>
              <a:ext cx="2342" cy="619"/>
            </a:xfrm>
            <a:custGeom>
              <a:avLst/>
              <a:gdLst/>
              <a:ahLst/>
              <a:cxnLst/>
              <a:rect l="l" t="t" r="r" b="b"/>
              <a:pathLst>
                <a:path w="87" h="23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500;p38">
              <a:extLst>
                <a:ext uri="{FF2B5EF4-FFF2-40B4-BE49-F238E27FC236}">
                  <a16:creationId xmlns:a16="http://schemas.microsoft.com/office/drawing/2014/main" id="{01188DB4-C9D4-02FE-6AEE-E1E2D21CC876}"/>
                </a:ext>
              </a:extLst>
            </p:cNvPr>
            <p:cNvSpPr/>
            <p:nvPr/>
          </p:nvSpPr>
          <p:spPr>
            <a:xfrm>
              <a:off x="5348701" y="-1903998"/>
              <a:ext cx="2342" cy="619"/>
            </a:xfrm>
            <a:custGeom>
              <a:avLst/>
              <a:gdLst/>
              <a:ahLst/>
              <a:cxnLst/>
              <a:rect l="l" t="t" r="r" b="b"/>
              <a:pathLst>
                <a:path w="87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501;p38">
              <a:extLst>
                <a:ext uri="{FF2B5EF4-FFF2-40B4-BE49-F238E27FC236}">
                  <a16:creationId xmlns:a16="http://schemas.microsoft.com/office/drawing/2014/main" id="{D132E06C-0146-7176-0357-9106003D1317}"/>
                </a:ext>
              </a:extLst>
            </p:cNvPr>
            <p:cNvSpPr/>
            <p:nvPr/>
          </p:nvSpPr>
          <p:spPr>
            <a:xfrm>
              <a:off x="6201123" y="-1637786"/>
              <a:ext cx="479176" cy="127332"/>
            </a:xfrm>
            <a:custGeom>
              <a:avLst/>
              <a:gdLst/>
              <a:ahLst/>
              <a:cxnLst/>
              <a:rect l="l" t="t" r="r" b="b"/>
              <a:pathLst>
                <a:path w="17800" h="4730" extrusionOk="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502;p38">
              <a:extLst>
                <a:ext uri="{FF2B5EF4-FFF2-40B4-BE49-F238E27FC236}">
                  <a16:creationId xmlns:a16="http://schemas.microsoft.com/office/drawing/2014/main" id="{CD6197A1-2974-6565-A9F8-5F9C6292E05F}"/>
                </a:ext>
              </a:extLst>
            </p:cNvPr>
            <p:cNvSpPr/>
            <p:nvPr/>
          </p:nvSpPr>
          <p:spPr>
            <a:xfrm>
              <a:off x="6201123" y="-1637786"/>
              <a:ext cx="479176" cy="127332"/>
            </a:xfrm>
            <a:custGeom>
              <a:avLst/>
              <a:gdLst/>
              <a:ahLst/>
              <a:cxnLst/>
              <a:rect l="l" t="t" r="r" b="b"/>
              <a:pathLst>
                <a:path w="17800" h="4730" fill="none" extrusionOk="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503;p38">
              <a:extLst>
                <a:ext uri="{FF2B5EF4-FFF2-40B4-BE49-F238E27FC236}">
                  <a16:creationId xmlns:a16="http://schemas.microsoft.com/office/drawing/2014/main" id="{D20CD999-59D6-BC10-BEDE-63A5FDBBD6C8}"/>
                </a:ext>
              </a:extLst>
            </p:cNvPr>
            <p:cNvSpPr/>
            <p:nvPr/>
          </p:nvSpPr>
          <p:spPr>
            <a:xfrm>
              <a:off x="4748600" y="-2040563"/>
              <a:ext cx="792256" cy="877915"/>
            </a:xfrm>
            <a:custGeom>
              <a:avLst/>
              <a:gdLst/>
              <a:ahLst/>
              <a:cxnLst/>
              <a:rect l="l" t="t" r="r" b="b"/>
              <a:pathLst>
                <a:path w="29430" h="32612" extrusionOk="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504;p38">
              <a:extLst>
                <a:ext uri="{FF2B5EF4-FFF2-40B4-BE49-F238E27FC236}">
                  <a16:creationId xmlns:a16="http://schemas.microsoft.com/office/drawing/2014/main" id="{22418A12-7084-1410-F95E-0151011AFEB2}"/>
                </a:ext>
              </a:extLst>
            </p:cNvPr>
            <p:cNvSpPr/>
            <p:nvPr/>
          </p:nvSpPr>
          <p:spPr>
            <a:xfrm>
              <a:off x="6585944" y="-1608282"/>
              <a:ext cx="424771" cy="335665"/>
            </a:xfrm>
            <a:custGeom>
              <a:avLst/>
              <a:gdLst/>
              <a:ahLst/>
              <a:cxnLst/>
              <a:rect l="l" t="t" r="r" b="b"/>
              <a:pathLst>
                <a:path w="15779" h="12469" extrusionOk="0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505;p38">
              <a:extLst>
                <a:ext uri="{FF2B5EF4-FFF2-40B4-BE49-F238E27FC236}">
                  <a16:creationId xmlns:a16="http://schemas.microsoft.com/office/drawing/2014/main" id="{7A2AB09A-A1C2-74C1-CCC1-C1634BD1D73A}"/>
                </a:ext>
              </a:extLst>
            </p:cNvPr>
            <p:cNvSpPr/>
            <p:nvPr/>
          </p:nvSpPr>
          <p:spPr>
            <a:xfrm>
              <a:off x="4876497" y="-2033618"/>
              <a:ext cx="664359" cy="837966"/>
            </a:xfrm>
            <a:custGeom>
              <a:avLst/>
              <a:gdLst/>
              <a:ahLst/>
              <a:cxnLst/>
              <a:rect l="l" t="t" r="r" b="b"/>
              <a:pathLst>
                <a:path w="24679" h="31128" extrusionOk="0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506;p38">
              <a:extLst>
                <a:ext uri="{FF2B5EF4-FFF2-40B4-BE49-F238E27FC236}">
                  <a16:creationId xmlns:a16="http://schemas.microsoft.com/office/drawing/2014/main" id="{CA92B997-7436-BF47-E02B-3F9D5336E2B2}"/>
                </a:ext>
              </a:extLst>
            </p:cNvPr>
            <p:cNvSpPr/>
            <p:nvPr/>
          </p:nvSpPr>
          <p:spPr>
            <a:xfrm>
              <a:off x="5422758" y="-2454431"/>
              <a:ext cx="1784150" cy="497105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507;p38">
              <a:extLst>
                <a:ext uri="{FF2B5EF4-FFF2-40B4-BE49-F238E27FC236}">
                  <a16:creationId xmlns:a16="http://schemas.microsoft.com/office/drawing/2014/main" id="{06C091D8-93D9-5F33-E444-81E28BC3E6ED}"/>
                </a:ext>
              </a:extLst>
            </p:cNvPr>
            <p:cNvSpPr/>
            <p:nvPr/>
          </p:nvSpPr>
          <p:spPr>
            <a:xfrm>
              <a:off x="6425635" y="-1879097"/>
              <a:ext cx="149325" cy="112283"/>
            </a:xfrm>
            <a:custGeom>
              <a:avLst/>
              <a:gdLst/>
              <a:ahLst/>
              <a:cxnLst/>
              <a:rect l="l" t="t" r="r" b="b"/>
              <a:pathLst>
                <a:path w="5547" h="4171" extrusionOk="0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508;p38">
              <a:extLst>
                <a:ext uri="{FF2B5EF4-FFF2-40B4-BE49-F238E27FC236}">
                  <a16:creationId xmlns:a16="http://schemas.microsoft.com/office/drawing/2014/main" id="{654B1D1E-D7EE-A8DD-B7A5-A784689993B1}"/>
                </a:ext>
              </a:extLst>
            </p:cNvPr>
            <p:cNvSpPr/>
            <p:nvPr/>
          </p:nvSpPr>
          <p:spPr>
            <a:xfrm>
              <a:off x="6425635" y="-1879097"/>
              <a:ext cx="149325" cy="112283"/>
            </a:xfrm>
            <a:custGeom>
              <a:avLst/>
              <a:gdLst/>
              <a:ahLst/>
              <a:cxnLst/>
              <a:rect l="l" t="t" r="r" b="b"/>
              <a:pathLst>
                <a:path w="5547" h="41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509;p38">
              <a:extLst>
                <a:ext uri="{FF2B5EF4-FFF2-40B4-BE49-F238E27FC236}">
                  <a16:creationId xmlns:a16="http://schemas.microsoft.com/office/drawing/2014/main" id="{4AFDBACE-B86C-5270-44A0-B99CF6338D83}"/>
                </a:ext>
              </a:extLst>
            </p:cNvPr>
            <p:cNvSpPr/>
            <p:nvPr/>
          </p:nvSpPr>
          <p:spPr>
            <a:xfrm>
              <a:off x="6440684" y="-1860010"/>
              <a:ext cx="159178" cy="67165"/>
            </a:xfrm>
            <a:custGeom>
              <a:avLst/>
              <a:gdLst/>
              <a:ahLst/>
              <a:cxnLst/>
              <a:rect l="l" t="t" r="r" b="b"/>
              <a:pathLst>
                <a:path w="5913" h="2495" extrusionOk="0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510;p38">
              <a:extLst>
                <a:ext uri="{FF2B5EF4-FFF2-40B4-BE49-F238E27FC236}">
                  <a16:creationId xmlns:a16="http://schemas.microsoft.com/office/drawing/2014/main" id="{6A8BA65E-E681-8C70-52CF-535A5FA3DF84}"/>
                </a:ext>
              </a:extLst>
            </p:cNvPr>
            <p:cNvSpPr/>
            <p:nvPr/>
          </p:nvSpPr>
          <p:spPr>
            <a:xfrm>
              <a:off x="6974830" y="-1636063"/>
              <a:ext cx="50933" cy="24336"/>
            </a:xfrm>
            <a:custGeom>
              <a:avLst/>
              <a:gdLst/>
              <a:ahLst/>
              <a:cxnLst/>
              <a:rect l="l" t="t" r="r" b="b"/>
              <a:pathLst>
                <a:path w="1892" h="904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511;p38">
              <a:extLst>
                <a:ext uri="{FF2B5EF4-FFF2-40B4-BE49-F238E27FC236}">
                  <a16:creationId xmlns:a16="http://schemas.microsoft.com/office/drawing/2014/main" id="{7B028FCA-7174-2C84-8FD2-115453DF3C4A}"/>
                </a:ext>
              </a:extLst>
            </p:cNvPr>
            <p:cNvSpPr/>
            <p:nvPr/>
          </p:nvSpPr>
          <p:spPr>
            <a:xfrm>
              <a:off x="6974830" y="-1636063"/>
              <a:ext cx="50933" cy="24336"/>
            </a:xfrm>
            <a:custGeom>
              <a:avLst/>
              <a:gdLst/>
              <a:ahLst/>
              <a:cxnLst/>
              <a:rect l="l" t="t" r="r" b="b"/>
              <a:pathLst>
                <a:path w="1892" h="90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512;p38">
              <a:extLst>
                <a:ext uri="{FF2B5EF4-FFF2-40B4-BE49-F238E27FC236}">
                  <a16:creationId xmlns:a16="http://schemas.microsoft.com/office/drawing/2014/main" id="{800D32F9-2CEC-4EF5-1E83-88A88C4D92BC}"/>
                </a:ext>
              </a:extLst>
            </p:cNvPr>
            <p:cNvSpPr/>
            <p:nvPr/>
          </p:nvSpPr>
          <p:spPr>
            <a:xfrm>
              <a:off x="6779795" y="-1685246"/>
              <a:ext cx="245968" cy="73519"/>
            </a:xfrm>
            <a:custGeom>
              <a:avLst/>
              <a:gdLst/>
              <a:ahLst/>
              <a:cxnLst/>
              <a:rect l="l" t="t" r="r" b="b"/>
              <a:pathLst>
                <a:path w="9137" h="2731" extrusionOk="0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513;p38">
              <a:extLst>
                <a:ext uri="{FF2B5EF4-FFF2-40B4-BE49-F238E27FC236}">
                  <a16:creationId xmlns:a16="http://schemas.microsoft.com/office/drawing/2014/main" id="{F8C0A9C8-F520-C8EF-FB4E-14D6CF2C7BEC}"/>
                </a:ext>
              </a:extLst>
            </p:cNvPr>
            <p:cNvSpPr/>
            <p:nvPr/>
          </p:nvSpPr>
          <p:spPr>
            <a:xfrm>
              <a:off x="6779795" y="-1685246"/>
              <a:ext cx="245968" cy="73519"/>
            </a:xfrm>
            <a:custGeom>
              <a:avLst/>
              <a:gdLst/>
              <a:ahLst/>
              <a:cxnLst/>
              <a:rect l="l" t="t" r="r" b="b"/>
              <a:pathLst>
                <a:path w="9137" h="2731" fill="none" extrusionOk="0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514;p38">
              <a:extLst>
                <a:ext uri="{FF2B5EF4-FFF2-40B4-BE49-F238E27FC236}">
                  <a16:creationId xmlns:a16="http://schemas.microsoft.com/office/drawing/2014/main" id="{684C1A87-B9BD-8858-3BF6-84CDB9843241}"/>
                </a:ext>
              </a:extLst>
            </p:cNvPr>
            <p:cNvSpPr/>
            <p:nvPr/>
          </p:nvSpPr>
          <p:spPr>
            <a:xfrm>
              <a:off x="6824347" y="-1698544"/>
              <a:ext cx="150510" cy="68296"/>
            </a:xfrm>
            <a:custGeom>
              <a:avLst/>
              <a:gdLst/>
              <a:ahLst/>
              <a:cxnLst/>
              <a:rect l="l" t="t" r="r" b="b"/>
              <a:pathLst>
                <a:path w="5591" h="2537" extrusionOk="0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515;p38">
              <a:extLst>
                <a:ext uri="{FF2B5EF4-FFF2-40B4-BE49-F238E27FC236}">
                  <a16:creationId xmlns:a16="http://schemas.microsoft.com/office/drawing/2014/main" id="{9FD4C40C-C853-1340-A63C-7D64BD9B287F}"/>
                </a:ext>
              </a:extLst>
            </p:cNvPr>
            <p:cNvSpPr/>
            <p:nvPr/>
          </p:nvSpPr>
          <p:spPr>
            <a:xfrm>
              <a:off x="6533288" y="-1808512"/>
              <a:ext cx="311357" cy="152825"/>
            </a:xfrm>
            <a:custGeom>
              <a:avLst/>
              <a:gdLst/>
              <a:ahLst/>
              <a:cxnLst/>
              <a:rect l="l" t="t" r="r" b="b"/>
              <a:pathLst>
                <a:path w="11566" h="5677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516;p38">
              <a:extLst>
                <a:ext uri="{FF2B5EF4-FFF2-40B4-BE49-F238E27FC236}">
                  <a16:creationId xmlns:a16="http://schemas.microsoft.com/office/drawing/2014/main" id="{90919556-EB90-F391-5330-C02F6BA29569}"/>
                </a:ext>
              </a:extLst>
            </p:cNvPr>
            <p:cNvSpPr/>
            <p:nvPr/>
          </p:nvSpPr>
          <p:spPr>
            <a:xfrm>
              <a:off x="6533288" y="-1808512"/>
              <a:ext cx="311357" cy="152825"/>
            </a:xfrm>
            <a:custGeom>
              <a:avLst/>
              <a:gdLst/>
              <a:ahLst/>
              <a:cxnLst/>
              <a:rect l="l" t="t" r="r" b="b"/>
              <a:pathLst>
                <a:path w="11566" h="5677" fill="none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3" name="TextBox 3942">
            <a:extLst>
              <a:ext uri="{FF2B5EF4-FFF2-40B4-BE49-F238E27FC236}">
                <a16:creationId xmlns:a16="http://schemas.microsoft.com/office/drawing/2014/main" id="{DA14DE7E-980B-DBA8-B77F-135708FE5E0E}"/>
              </a:ext>
            </a:extLst>
          </p:cNvPr>
          <p:cNvSpPr txBox="1"/>
          <p:nvPr/>
        </p:nvSpPr>
        <p:spPr>
          <a:xfrm>
            <a:off x="744525" y="2546434"/>
            <a:ext cx="12600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spcBef>
                <a:spcPts val="0"/>
              </a:spcBef>
              <a:spcAft>
                <a:spcPts val="1600"/>
              </a:spcAft>
            </a:pPr>
            <a:r>
              <a:rPr lang="pl-PL" sz="1200" b="0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Real-time flight</a:t>
            </a:r>
            <a:r>
              <a:rPr lang="en-IE" sz="1200" b="0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 </a:t>
            </a:r>
            <a:r>
              <a:rPr lang="pl-PL" sz="1200" b="0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tracking</a:t>
            </a:r>
          </a:p>
        </p:txBody>
      </p:sp>
      <p:sp>
        <p:nvSpPr>
          <p:cNvPr id="3944" name="TextBox 3943">
            <a:extLst>
              <a:ext uri="{FF2B5EF4-FFF2-40B4-BE49-F238E27FC236}">
                <a16:creationId xmlns:a16="http://schemas.microsoft.com/office/drawing/2014/main" id="{C3A040AB-79F6-A306-3DBB-7FB960B3B08C}"/>
              </a:ext>
            </a:extLst>
          </p:cNvPr>
          <p:cNvSpPr txBox="1"/>
          <p:nvPr/>
        </p:nvSpPr>
        <p:spPr>
          <a:xfrm>
            <a:off x="3898359" y="2546435"/>
            <a:ext cx="1396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600"/>
              </a:spcAft>
            </a:pPr>
            <a:r>
              <a:rPr lang="pl-PL" sz="1200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Maintenance &amp; safety insights</a:t>
            </a:r>
          </a:p>
        </p:txBody>
      </p:sp>
      <p:sp>
        <p:nvSpPr>
          <p:cNvPr id="3945" name="TextBox 3944">
            <a:extLst>
              <a:ext uri="{FF2B5EF4-FFF2-40B4-BE49-F238E27FC236}">
                <a16:creationId xmlns:a16="http://schemas.microsoft.com/office/drawing/2014/main" id="{1FD67B73-CBA6-738D-C16E-AD826FC66C0A}"/>
              </a:ext>
            </a:extLst>
          </p:cNvPr>
          <p:cNvSpPr txBox="1"/>
          <p:nvPr/>
        </p:nvSpPr>
        <p:spPr>
          <a:xfrm>
            <a:off x="5454626" y="2556643"/>
            <a:ext cx="1496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600"/>
              </a:spcAft>
            </a:pPr>
            <a:r>
              <a:rPr lang="pl-PL" sz="1200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Crew scheduling optimisation</a:t>
            </a:r>
          </a:p>
        </p:txBody>
      </p:sp>
      <p:sp>
        <p:nvSpPr>
          <p:cNvPr id="3946" name="TextBox 3945">
            <a:extLst>
              <a:ext uri="{FF2B5EF4-FFF2-40B4-BE49-F238E27FC236}">
                <a16:creationId xmlns:a16="http://schemas.microsoft.com/office/drawing/2014/main" id="{F11FE2DD-9B96-69E8-EBC6-473FED0FF66E}"/>
              </a:ext>
            </a:extLst>
          </p:cNvPr>
          <p:cNvSpPr txBox="1"/>
          <p:nvPr/>
        </p:nvSpPr>
        <p:spPr>
          <a:xfrm>
            <a:off x="2210657" y="2556644"/>
            <a:ext cx="1558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600"/>
              </a:spcAft>
            </a:pPr>
            <a:r>
              <a:rPr lang="pl-PL" sz="1200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Global reservatio</a:t>
            </a:r>
            <a:r>
              <a:rPr lang="en-IE" sz="1200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n </a:t>
            </a:r>
            <a:r>
              <a:rPr lang="pl-PL" sz="1200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&amp; check-in</a:t>
            </a:r>
          </a:p>
        </p:txBody>
      </p:sp>
      <p:sp>
        <p:nvSpPr>
          <p:cNvPr id="3947" name="TextBox 3946">
            <a:extLst>
              <a:ext uri="{FF2B5EF4-FFF2-40B4-BE49-F238E27FC236}">
                <a16:creationId xmlns:a16="http://schemas.microsoft.com/office/drawing/2014/main" id="{23ED8457-D887-2F6B-9418-D864A7B80471}"/>
              </a:ext>
            </a:extLst>
          </p:cNvPr>
          <p:cNvSpPr txBox="1"/>
          <p:nvPr/>
        </p:nvSpPr>
        <p:spPr>
          <a:xfrm>
            <a:off x="6696770" y="2508467"/>
            <a:ext cx="2130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200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Seamless data flow across 40+                  operational contexts</a:t>
            </a:r>
          </a:p>
        </p:txBody>
      </p:sp>
      <p:grpSp>
        <p:nvGrpSpPr>
          <p:cNvPr id="4198" name="Group 4197">
            <a:extLst>
              <a:ext uri="{FF2B5EF4-FFF2-40B4-BE49-F238E27FC236}">
                <a16:creationId xmlns:a16="http://schemas.microsoft.com/office/drawing/2014/main" id="{C5573C7C-CE1C-A8F3-F9C6-2F455BAED01F}"/>
              </a:ext>
            </a:extLst>
          </p:cNvPr>
          <p:cNvGrpSpPr/>
          <p:nvPr/>
        </p:nvGrpSpPr>
        <p:grpSpPr>
          <a:xfrm>
            <a:off x="7362121" y="1572260"/>
            <a:ext cx="858646" cy="858646"/>
            <a:chOff x="7362121" y="2159000"/>
            <a:chExt cx="858646" cy="858646"/>
          </a:xfrm>
        </p:grpSpPr>
        <p:sp>
          <p:nvSpPr>
            <p:cNvPr id="3940" name="Oval 3939">
              <a:extLst>
                <a:ext uri="{FF2B5EF4-FFF2-40B4-BE49-F238E27FC236}">
                  <a16:creationId xmlns:a16="http://schemas.microsoft.com/office/drawing/2014/main" id="{869C7AB9-4FB8-DF66-ACFA-8DD54AE96683}"/>
                </a:ext>
              </a:extLst>
            </p:cNvPr>
            <p:cNvSpPr/>
            <p:nvPr/>
          </p:nvSpPr>
          <p:spPr>
            <a:xfrm flipH="1" flipV="1">
              <a:off x="7362121" y="2159000"/>
              <a:ext cx="858646" cy="858646"/>
            </a:xfrm>
            <a:prstGeom prst="ellipse">
              <a:avLst/>
            </a:prstGeom>
            <a:solidFill>
              <a:srgbClr val="4B94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3949" name="Graphic 3948" descr="Workflow with solid fill">
              <a:extLst>
                <a:ext uri="{FF2B5EF4-FFF2-40B4-BE49-F238E27FC236}">
                  <a16:creationId xmlns:a16="http://schemas.microsoft.com/office/drawing/2014/main" id="{2A93DF5E-DE1C-9A87-5FE0-9AAD21546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66781" y="2263660"/>
              <a:ext cx="649326" cy="649326"/>
            </a:xfrm>
            <a:prstGeom prst="rect">
              <a:avLst/>
            </a:prstGeom>
          </p:spPr>
        </p:pic>
      </p:grpSp>
      <p:grpSp>
        <p:nvGrpSpPr>
          <p:cNvPr id="3962" name="Group 3961">
            <a:extLst>
              <a:ext uri="{FF2B5EF4-FFF2-40B4-BE49-F238E27FC236}">
                <a16:creationId xmlns:a16="http://schemas.microsoft.com/office/drawing/2014/main" id="{B0EC5680-178D-B024-7463-83B2A2A06609}"/>
              </a:ext>
            </a:extLst>
          </p:cNvPr>
          <p:cNvGrpSpPr/>
          <p:nvPr/>
        </p:nvGrpSpPr>
        <p:grpSpPr>
          <a:xfrm>
            <a:off x="5755574" y="1572260"/>
            <a:ext cx="858646" cy="858646"/>
            <a:chOff x="5673024" y="2076450"/>
            <a:chExt cx="1023746" cy="1023746"/>
          </a:xfrm>
        </p:grpSpPr>
        <p:sp>
          <p:nvSpPr>
            <p:cNvPr id="3939" name="Oval 3938">
              <a:extLst>
                <a:ext uri="{FF2B5EF4-FFF2-40B4-BE49-F238E27FC236}">
                  <a16:creationId xmlns:a16="http://schemas.microsoft.com/office/drawing/2014/main" id="{7E3B6734-13B0-926D-C578-A6F08A075622}"/>
                </a:ext>
              </a:extLst>
            </p:cNvPr>
            <p:cNvSpPr/>
            <p:nvPr/>
          </p:nvSpPr>
          <p:spPr>
            <a:xfrm flipH="1" flipV="1">
              <a:off x="5673024" y="2076450"/>
              <a:ext cx="1023746" cy="1023746"/>
            </a:xfrm>
            <a:prstGeom prst="ellipse">
              <a:avLst/>
            </a:prstGeom>
            <a:solidFill>
              <a:srgbClr val="4B94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3951" name="Graphic 3950" descr="Pilot male with solid fill">
              <a:extLst>
                <a:ext uri="{FF2B5EF4-FFF2-40B4-BE49-F238E27FC236}">
                  <a16:creationId xmlns:a16="http://schemas.microsoft.com/office/drawing/2014/main" id="{AB2552CD-80EF-55BB-7A26-224679D37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97808" y="2201234"/>
              <a:ext cx="774178" cy="774178"/>
            </a:xfrm>
            <a:prstGeom prst="rect">
              <a:avLst/>
            </a:prstGeom>
          </p:spPr>
        </p:pic>
      </p:grpSp>
      <p:grpSp>
        <p:nvGrpSpPr>
          <p:cNvPr id="3961" name="Group 3960">
            <a:extLst>
              <a:ext uri="{FF2B5EF4-FFF2-40B4-BE49-F238E27FC236}">
                <a16:creationId xmlns:a16="http://schemas.microsoft.com/office/drawing/2014/main" id="{86412A17-15E8-62FC-56A2-FF678F7051B7}"/>
              </a:ext>
            </a:extLst>
          </p:cNvPr>
          <p:cNvGrpSpPr/>
          <p:nvPr/>
        </p:nvGrpSpPr>
        <p:grpSpPr>
          <a:xfrm>
            <a:off x="4142677" y="1572260"/>
            <a:ext cx="858646" cy="858646"/>
            <a:chOff x="4066477" y="2076450"/>
            <a:chExt cx="1023746" cy="1023746"/>
          </a:xfrm>
        </p:grpSpPr>
        <p:sp>
          <p:nvSpPr>
            <p:cNvPr id="3936" name="Oval 3935">
              <a:extLst>
                <a:ext uri="{FF2B5EF4-FFF2-40B4-BE49-F238E27FC236}">
                  <a16:creationId xmlns:a16="http://schemas.microsoft.com/office/drawing/2014/main" id="{4159D84A-9D16-1CCF-7051-66E9D9DB7C00}"/>
                </a:ext>
              </a:extLst>
            </p:cNvPr>
            <p:cNvSpPr/>
            <p:nvPr/>
          </p:nvSpPr>
          <p:spPr>
            <a:xfrm flipH="1" flipV="1">
              <a:off x="4066477" y="2076450"/>
              <a:ext cx="1023746" cy="1023746"/>
            </a:xfrm>
            <a:prstGeom prst="ellipse">
              <a:avLst/>
            </a:prstGeom>
            <a:solidFill>
              <a:srgbClr val="4B94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3953" name="Graphic 3952" descr="Tools with solid fill">
              <a:extLst>
                <a:ext uri="{FF2B5EF4-FFF2-40B4-BE49-F238E27FC236}">
                  <a16:creationId xmlns:a16="http://schemas.microsoft.com/office/drawing/2014/main" id="{4E715F88-24E9-8A58-46A6-EE7ACF405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91261" y="2201234"/>
              <a:ext cx="774178" cy="774178"/>
            </a:xfrm>
            <a:prstGeom prst="rect">
              <a:avLst/>
            </a:prstGeom>
          </p:spPr>
        </p:pic>
      </p:grpSp>
      <p:grpSp>
        <p:nvGrpSpPr>
          <p:cNvPr id="3960" name="Group 3959">
            <a:extLst>
              <a:ext uri="{FF2B5EF4-FFF2-40B4-BE49-F238E27FC236}">
                <a16:creationId xmlns:a16="http://schemas.microsoft.com/office/drawing/2014/main" id="{6C9F1A30-3695-A59C-2517-7BBB3C07CCD6}"/>
              </a:ext>
            </a:extLst>
          </p:cNvPr>
          <p:cNvGrpSpPr/>
          <p:nvPr/>
        </p:nvGrpSpPr>
        <p:grpSpPr>
          <a:xfrm>
            <a:off x="2542480" y="1572260"/>
            <a:ext cx="858646" cy="858646"/>
            <a:chOff x="2459930" y="2076450"/>
            <a:chExt cx="1023746" cy="1023746"/>
          </a:xfrm>
        </p:grpSpPr>
        <p:sp>
          <p:nvSpPr>
            <p:cNvPr id="3938" name="Oval 3937">
              <a:extLst>
                <a:ext uri="{FF2B5EF4-FFF2-40B4-BE49-F238E27FC236}">
                  <a16:creationId xmlns:a16="http://schemas.microsoft.com/office/drawing/2014/main" id="{6962C187-9948-F9BB-FF8F-F483C5C8DCC1}"/>
                </a:ext>
              </a:extLst>
            </p:cNvPr>
            <p:cNvSpPr/>
            <p:nvPr/>
          </p:nvSpPr>
          <p:spPr>
            <a:xfrm flipH="1" flipV="1">
              <a:off x="2459930" y="2076450"/>
              <a:ext cx="1023746" cy="1023746"/>
            </a:xfrm>
            <a:prstGeom prst="ellipse">
              <a:avLst/>
            </a:prstGeom>
            <a:solidFill>
              <a:srgbClr val="4B94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3955" name="Graphic 3954" descr="Luggage with solid fill">
              <a:extLst>
                <a:ext uri="{FF2B5EF4-FFF2-40B4-BE49-F238E27FC236}">
                  <a16:creationId xmlns:a16="http://schemas.microsoft.com/office/drawing/2014/main" id="{8D0709A1-687C-CB63-284E-8DF54360E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584714" y="2201234"/>
              <a:ext cx="774178" cy="774178"/>
            </a:xfrm>
            <a:prstGeom prst="rect">
              <a:avLst/>
            </a:prstGeom>
          </p:spPr>
        </p:pic>
      </p:grpSp>
      <p:grpSp>
        <p:nvGrpSpPr>
          <p:cNvPr id="3959" name="Group 3958">
            <a:extLst>
              <a:ext uri="{FF2B5EF4-FFF2-40B4-BE49-F238E27FC236}">
                <a16:creationId xmlns:a16="http://schemas.microsoft.com/office/drawing/2014/main" id="{1ECB95EA-85B1-A7DC-55EB-38F88B38B3FB}"/>
              </a:ext>
            </a:extLst>
          </p:cNvPr>
          <p:cNvGrpSpPr/>
          <p:nvPr/>
        </p:nvGrpSpPr>
        <p:grpSpPr>
          <a:xfrm>
            <a:off x="935933" y="1572260"/>
            <a:ext cx="858646" cy="858646"/>
            <a:chOff x="853383" y="2076450"/>
            <a:chExt cx="1023746" cy="1023746"/>
          </a:xfrm>
        </p:grpSpPr>
        <p:sp>
          <p:nvSpPr>
            <p:cNvPr id="3937" name="Oval 3936">
              <a:extLst>
                <a:ext uri="{FF2B5EF4-FFF2-40B4-BE49-F238E27FC236}">
                  <a16:creationId xmlns:a16="http://schemas.microsoft.com/office/drawing/2014/main" id="{F9AF445C-5D81-B58D-31A1-BC235561B120}"/>
                </a:ext>
              </a:extLst>
            </p:cNvPr>
            <p:cNvSpPr/>
            <p:nvPr/>
          </p:nvSpPr>
          <p:spPr>
            <a:xfrm flipH="1" flipV="1">
              <a:off x="853383" y="2076450"/>
              <a:ext cx="1023746" cy="1023746"/>
            </a:xfrm>
            <a:prstGeom prst="ellipse">
              <a:avLst/>
            </a:prstGeom>
            <a:solidFill>
              <a:srgbClr val="4B94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3957" name="Graphic 3956" descr="Take Off with solid fill">
              <a:extLst>
                <a:ext uri="{FF2B5EF4-FFF2-40B4-BE49-F238E27FC236}">
                  <a16:creationId xmlns:a16="http://schemas.microsoft.com/office/drawing/2014/main" id="{96D842A2-7658-781B-5478-8D49438AA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78167" y="2201234"/>
              <a:ext cx="774178" cy="774178"/>
            </a:xfrm>
            <a:prstGeom prst="rect">
              <a:avLst/>
            </a:prstGeom>
          </p:spPr>
        </p:pic>
      </p:grpSp>
      <p:grpSp>
        <p:nvGrpSpPr>
          <p:cNvPr id="3964" name="Google Shape;3548;p39">
            <a:extLst>
              <a:ext uri="{FF2B5EF4-FFF2-40B4-BE49-F238E27FC236}">
                <a16:creationId xmlns:a16="http://schemas.microsoft.com/office/drawing/2014/main" id="{8C0084D6-4CCE-9952-F114-C4EC743763AD}"/>
              </a:ext>
            </a:extLst>
          </p:cNvPr>
          <p:cNvGrpSpPr/>
          <p:nvPr/>
        </p:nvGrpSpPr>
        <p:grpSpPr>
          <a:xfrm flipH="1">
            <a:off x="-1456081" y="1826588"/>
            <a:ext cx="1143167" cy="451268"/>
            <a:chOff x="5454775" y="-1447800"/>
            <a:chExt cx="3232025" cy="1275850"/>
          </a:xfrm>
        </p:grpSpPr>
        <p:sp>
          <p:nvSpPr>
            <p:cNvPr id="3965" name="Google Shape;3549;p39">
              <a:extLst>
                <a:ext uri="{FF2B5EF4-FFF2-40B4-BE49-F238E27FC236}">
                  <a16:creationId xmlns:a16="http://schemas.microsoft.com/office/drawing/2014/main" id="{15DE77C3-79C3-4195-2DC8-DB10BC35FD93}"/>
                </a:ext>
              </a:extLst>
            </p:cNvPr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550;p39">
              <a:extLst>
                <a:ext uri="{FF2B5EF4-FFF2-40B4-BE49-F238E27FC236}">
                  <a16:creationId xmlns:a16="http://schemas.microsoft.com/office/drawing/2014/main" id="{CAA90050-2C5E-A1E4-B8E9-EDE0A5B5000F}"/>
                </a:ext>
              </a:extLst>
            </p:cNvPr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551;p39">
              <a:extLst>
                <a:ext uri="{FF2B5EF4-FFF2-40B4-BE49-F238E27FC236}">
                  <a16:creationId xmlns:a16="http://schemas.microsoft.com/office/drawing/2014/main" id="{764B4FB7-54A2-6A86-165E-573DDB68BEBF}"/>
                </a:ext>
              </a:extLst>
            </p:cNvPr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552;p39">
              <a:extLst>
                <a:ext uri="{FF2B5EF4-FFF2-40B4-BE49-F238E27FC236}">
                  <a16:creationId xmlns:a16="http://schemas.microsoft.com/office/drawing/2014/main" id="{A7574479-C279-F420-7818-E3C1C564E634}"/>
                </a:ext>
              </a:extLst>
            </p:cNvPr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553;p39">
              <a:extLst>
                <a:ext uri="{FF2B5EF4-FFF2-40B4-BE49-F238E27FC236}">
                  <a16:creationId xmlns:a16="http://schemas.microsoft.com/office/drawing/2014/main" id="{C2E813A0-5695-02E5-423B-B40DC2630927}"/>
                </a:ext>
              </a:extLst>
            </p:cNvPr>
            <p:cNvSpPr/>
            <p:nvPr/>
          </p:nvSpPr>
          <p:spPr>
            <a:xfrm>
              <a:off x="7169125" y="-1359675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554;p39">
              <a:extLst>
                <a:ext uri="{FF2B5EF4-FFF2-40B4-BE49-F238E27FC236}">
                  <a16:creationId xmlns:a16="http://schemas.microsoft.com/office/drawing/2014/main" id="{0CCCE63B-797B-B95E-3833-620EBACF15D9}"/>
                </a:ext>
              </a:extLst>
            </p:cNvPr>
            <p:cNvSpPr/>
            <p:nvPr/>
          </p:nvSpPr>
          <p:spPr>
            <a:xfrm>
              <a:off x="6634925" y="-1230150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555;p39">
              <a:extLst>
                <a:ext uri="{FF2B5EF4-FFF2-40B4-BE49-F238E27FC236}">
                  <a16:creationId xmlns:a16="http://schemas.microsoft.com/office/drawing/2014/main" id="{C0AABCA6-ED6F-9F15-6200-F12DE31341B5}"/>
                </a:ext>
              </a:extLst>
            </p:cNvPr>
            <p:cNvSpPr/>
            <p:nvPr/>
          </p:nvSpPr>
          <p:spPr>
            <a:xfrm>
              <a:off x="7169125" y="-1317750"/>
              <a:ext cx="489075" cy="106425"/>
            </a:xfrm>
            <a:custGeom>
              <a:avLst/>
              <a:gdLst/>
              <a:ahLst/>
              <a:cxnLst/>
              <a:rect l="l" t="t" r="r" b="b"/>
              <a:pathLst>
                <a:path w="19563" h="4257" extrusionOk="0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556;p39">
              <a:extLst>
                <a:ext uri="{FF2B5EF4-FFF2-40B4-BE49-F238E27FC236}">
                  <a16:creationId xmlns:a16="http://schemas.microsoft.com/office/drawing/2014/main" id="{0899157B-59FF-A467-F180-9C6E86166E78}"/>
                </a:ext>
              </a:extLst>
            </p:cNvPr>
            <p:cNvSpPr/>
            <p:nvPr/>
          </p:nvSpPr>
          <p:spPr>
            <a:xfrm>
              <a:off x="6637075" y="-1200600"/>
              <a:ext cx="486925" cy="98375"/>
            </a:xfrm>
            <a:custGeom>
              <a:avLst/>
              <a:gdLst/>
              <a:ahLst/>
              <a:cxnLst/>
              <a:rect l="l" t="t" r="r" b="b"/>
              <a:pathLst>
                <a:path w="19477" h="3935" extrusionOk="0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557;p39">
              <a:extLst>
                <a:ext uri="{FF2B5EF4-FFF2-40B4-BE49-F238E27FC236}">
                  <a16:creationId xmlns:a16="http://schemas.microsoft.com/office/drawing/2014/main" id="{74926EA6-9D23-5A1E-48A1-A3D384D61D15}"/>
                </a:ext>
              </a:extLst>
            </p:cNvPr>
            <p:cNvSpPr/>
            <p:nvPr/>
          </p:nvSpPr>
          <p:spPr>
            <a:xfrm>
              <a:off x="6059900" y="-765300"/>
              <a:ext cx="419750" cy="224125"/>
            </a:xfrm>
            <a:custGeom>
              <a:avLst/>
              <a:gdLst/>
              <a:ahLst/>
              <a:cxnLst/>
              <a:rect l="l" t="t" r="r" b="b"/>
              <a:pathLst>
                <a:path w="16790" h="8965" extrusionOk="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558;p39">
              <a:extLst>
                <a:ext uri="{FF2B5EF4-FFF2-40B4-BE49-F238E27FC236}">
                  <a16:creationId xmlns:a16="http://schemas.microsoft.com/office/drawing/2014/main" id="{A191FCCA-30D7-590D-09C3-A36983D2EF49}"/>
                </a:ext>
              </a:extLst>
            </p:cNvPr>
            <p:cNvSpPr/>
            <p:nvPr/>
          </p:nvSpPr>
          <p:spPr>
            <a:xfrm>
              <a:off x="6124925" y="-528300"/>
              <a:ext cx="420275" cy="223600"/>
            </a:xfrm>
            <a:custGeom>
              <a:avLst/>
              <a:gdLst/>
              <a:ahLst/>
              <a:cxnLst/>
              <a:rect l="l" t="t" r="r" b="b"/>
              <a:pathLst>
                <a:path w="16811" h="8944" extrusionOk="0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559;p39">
              <a:extLst>
                <a:ext uri="{FF2B5EF4-FFF2-40B4-BE49-F238E27FC236}">
                  <a16:creationId xmlns:a16="http://schemas.microsoft.com/office/drawing/2014/main" id="{6BB4977F-5E7E-1293-C203-4C40BEF802BB}"/>
                </a:ext>
              </a:extLst>
            </p:cNvPr>
            <p:cNvSpPr/>
            <p:nvPr/>
          </p:nvSpPr>
          <p:spPr>
            <a:xfrm>
              <a:off x="6188875" y="-758850"/>
              <a:ext cx="290775" cy="217675"/>
            </a:xfrm>
            <a:custGeom>
              <a:avLst/>
              <a:gdLst/>
              <a:ahLst/>
              <a:cxnLst/>
              <a:rect l="l" t="t" r="r" b="b"/>
              <a:pathLst>
                <a:path w="11631" h="8707" extrusionOk="0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560;p39">
              <a:extLst>
                <a:ext uri="{FF2B5EF4-FFF2-40B4-BE49-F238E27FC236}">
                  <a16:creationId xmlns:a16="http://schemas.microsoft.com/office/drawing/2014/main" id="{0AFD24F4-5482-8AAB-D5B9-FC6726E1DDB3}"/>
                </a:ext>
              </a:extLst>
            </p:cNvPr>
            <p:cNvSpPr/>
            <p:nvPr/>
          </p:nvSpPr>
          <p:spPr>
            <a:xfrm>
              <a:off x="6298500" y="-511625"/>
              <a:ext cx="246700" cy="206925"/>
            </a:xfrm>
            <a:custGeom>
              <a:avLst/>
              <a:gdLst/>
              <a:ahLst/>
              <a:cxnLst/>
              <a:rect l="l" t="t" r="r" b="b"/>
              <a:pathLst>
                <a:path w="9868" h="8277" extrusionOk="0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561;p39">
              <a:extLst>
                <a:ext uri="{FF2B5EF4-FFF2-40B4-BE49-F238E27FC236}">
                  <a16:creationId xmlns:a16="http://schemas.microsoft.com/office/drawing/2014/main" id="{8EAA5BA7-D5B1-A0C6-7278-080587FD7057}"/>
                </a:ext>
              </a:extLst>
            </p:cNvPr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extrusionOk="0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562;p39">
              <a:extLst>
                <a:ext uri="{FF2B5EF4-FFF2-40B4-BE49-F238E27FC236}">
                  <a16:creationId xmlns:a16="http://schemas.microsoft.com/office/drawing/2014/main" id="{BECD51DF-A540-F88F-4FB9-896101997B61}"/>
                </a:ext>
              </a:extLst>
            </p:cNvPr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fill="none" extrusionOk="0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563;p39">
              <a:extLst>
                <a:ext uri="{FF2B5EF4-FFF2-40B4-BE49-F238E27FC236}">
                  <a16:creationId xmlns:a16="http://schemas.microsoft.com/office/drawing/2014/main" id="{CA6C33A2-234D-18F5-7671-77B75C4D017B}"/>
                </a:ext>
              </a:extLst>
            </p:cNvPr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extrusionOk="0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564;p39">
              <a:extLst>
                <a:ext uri="{FF2B5EF4-FFF2-40B4-BE49-F238E27FC236}">
                  <a16:creationId xmlns:a16="http://schemas.microsoft.com/office/drawing/2014/main" id="{BF2C861B-23FA-1954-91C1-B1C0A49A7BD6}"/>
                </a:ext>
              </a:extLst>
            </p:cNvPr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fill="none" extrusionOk="0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565;p39">
              <a:extLst>
                <a:ext uri="{FF2B5EF4-FFF2-40B4-BE49-F238E27FC236}">
                  <a16:creationId xmlns:a16="http://schemas.microsoft.com/office/drawing/2014/main" id="{EDED1DD8-EC59-4ACA-0239-912BFADC28FC}"/>
                </a:ext>
              </a:extLst>
            </p:cNvPr>
            <p:cNvSpPr/>
            <p:nvPr/>
          </p:nvSpPr>
          <p:spPr>
            <a:xfrm>
              <a:off x="7617325" y="-1163525"/>
              <a:ext cx="835175" cy="557325"/>
            </a:xfrm>
            <a:custGeom>
              <a:avLst/>
              <a:gdLst/>
              <a:ahLst/>
              <a:cxnLst/>
              <a:rect l="l" t="t" r="r" b="b"/>
              <a:pathLst>
                <a:path w="33407" h="22293" extrusionOk="0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566;p39">
              <a:extLst>
                <a:ext uri="{FF2B5EF4-FFF2-40B4-BE49-F238E27FC236}">
                  <a16:creationId xmlns:a16="http://schemas.microsoft.com/office/drawing/2014/main" id="{58D0FF0F-3FAD-97D8-471B-100DF0262141}"/>
                </a:ext>
              </a:extLst>
            </p:cNvPr>
            <p:cNvSpPr/>
            <p:nvPr/>
          </p:nvSpPr>
          <p:spPr>
            <a:xfrm>
              <a:off x="6672000" y="-14478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567;p39">
              <a:extLst>
                <a:ext uri="{FF2B5EF4-FFF2-40B4-BE49-F238E27FC236}">
                  <a16:creationId xmlns:a16="http://schemas.microsoft.com/office/drawing/2014/main" id="{463210CB-52B6-2C6E-AE4E-93E84CD9AD13}"/>
                </a:ext>
              </a:extLst>
            </p:cNvPr>
            <p:cNvSpPr/>
            <p:nvPr/>
          </p:nvSpPr>
          <p:spPr>
            <a:xfrm>
              <a:off x="5536975" y="-1344100"/>
              <a:ext cx="50550" cy="59700"/>
            </a:xfrm>
            <a:custGeom>
              <a:avLst/>
              <a:gdLst/>
              <a:ahLst/>
              <a:cxnLst/>
              <a:rect l="l" t="t" r="r" b="b"/>
              <a:pathLst>
                <a:path w="2022" h="2388" extrusionOk="0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568;p39">
              <a:extLst>
                <a:ext uri="{FF2B5EF4-FFF2-40B4-BE49-F238E27FC236}">
                  <a16:creationId xmlns:a16="http://schemas.microsoft.com/office/drawing/2014/main" id="{903C8346-3048-5D55-EFC5-E8A99B19371E}"/>
                </a:ext>
              </a:extLst>
            </p:cNvPr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569;p39">
              <a:extLst>
                <a:ext uri="{FF2B5EF4-FFF2-40B4-BE49-F238E27FC236}">
                  <a16:creationId xmlns:a16="http://schemas.microsoft.com/office/drawing/2014/main" id="{74667D7E-1037-C9A3-A92B-D55532BE2F11}"/>
                </a:ext>
              </a:extLst>
            </p:cNvPr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570;p39">
              <a:extLst>
                <a:ext uri="{FF2B5EF4-FFF2-40B4-BE49-F238E27FC236}">
                  <a16:creationId xmlns:a16="http://schemas.microsoft.com/office/drawing/2014/main" id="{328D7D2E-7184-47B1-820F-311B2C982248}"/>
                </a:ext>
              </a:extLst>
            </p:cNvPr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571;p39">
              <a:extLst>
                <a:ext uri="{FF2B5EF4-FFF2-40B4-BE49-F238E27FC236}">
                  <a16:creationId xmlns:a16="http://schemas.microsoft.com/office/drawing/2014/main" id="{EE73583C-178E-7A2E-1517-8256CA10E27A}"/>
                </a:ext>
              </a:extLst>
            </p:cNvPr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572;p39">
              <a:extLst>
                <a:ext uri="{FF2B5EF4-FFF2-40B4-BE49-F238E27FC236}">
                  <a16:creationId xmlns:a16="http://schemas.microsoft.com/office/drawing/2014/main" id="{328A969E-5ABC-15AA-A8CF-887C5B013EA1}"/>
                </a:ext>
              </a:extLst>
            </p:cNvPr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573;p39">
              <a:extLst>
                <a:ext uri="{FF2B5EF4-FFF2-40B4-BE49-F238E27FC236}">
                  <a16:creationId xmlns:a16="http://schemas.microsoft.com/office/drawing/2014/main" id="{E461A57B-BC40-C914-37A6-E47247470186}"/>
                </a:ext>
              </a:extLst>
            </p:cNvPr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574;p39">
              <a:extLst>
                <a:ext uri="{FF2B5EF4-FFF2-40B4-BE49-F238E27FC236}">
                  <a16:creationId xmlns:a16="http://schemas.microsoft.com/office/drawing/2014/main" id="{24736B28-D183-45C9-E0AF-F9950064A7F7}"/>
                </a:ext>
              </a:extLst>
            </p:cNvPr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575;p39">
              <a:extLst>
                <a:ext uri="{FF2B5EF4-FFF2-40B4-BE49-F238E27FC236}">
                  <a16:creationId xmlns:a16="http://schemas.microsoft.com/office/drawing/2014/main" id="{5BC98D1E-4F64-4EC0-F9C2-0565848EF963}"/>
                </a:ext>
              </a:extLst>
            </p:cNvPr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576;p39">
              <a:extLst>
                <a:ext uri="{FF2B5EF4-FFF2-40B4-BE49-F238E27FC236}">
                  <a16:creationId xmlns:a16="http://schemas.microsoft.com/office/drawing/2014/main" id="{E1D3FDD9-8343-E3D8-61FC-A77A44608C06}"/>
                </a:ext>
              </a:extLst>
            </p:cNvPr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577;p39">
              <a:extLst>
                <a:ext uri="{FF2B5EF4-FFF2-40B4-BE49-F238E27FC236}">
                  <a16:creationId xmlns:a16="http://schemas.microsoft.com/office/drawing/2014/main" id="{16141CFE-C546-6176-E93C-F92CBD6F8BAA}"/>
                </a:ext>
              </a:extLst>
            </p:cNvPr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578;p39">
              <a:extLst>
                <a:ext uri="{FF2B5EF4-FFF2-40B4-BE49-F238E27FC236}">
                  <a16:creationId xmlns:a16="http://schemas.microsoft.com/office/drawing/2014/main" id="{E0A48099-F2EA-CD35-5506-CB3F914747F7}"/>
                </a:ext>
              </a:extLst>
            </p:cNvPr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579;p39">
              <a:extLst>
                <a:ext uri="{FF2B5EF4-FFF2-40B4-BE49-F238E27FC236}">
                  <a16:creationId xmlns:a16="http://schemas.microsoft.com/office/drawing/2014/main" id="{FAFA1AA2-409C-5F78-C8FE-931A72356638}"/>
                </a:ext>
              </a:extLst>
            </p:cNvPr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580;p39">
              <a:extLst>
                <a:ext uri="{FF2B5EF4-FFF2-40B4-BE49-F238E27FC236}">
                  <a16:creationId xmlns:a16="http://schemas.microsoft.com/office/drawing/2014/main" id="{42CDAD6B-A771-BF67-B245-7E29B91A6427}"/>
                </a:ext>
              </a:extLst>
            </p:cNvPr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581;p39">
              <a:extLst>
                <a:ext uri="{FF2B5EF4-FFF2-40B4-BE49-F238E27FC236}">
                  <a16:creationId xmlns:a16="http://schemas.microsoft.com/office/drawing/2014/main" id="{AE5E18C9-12F6-C3DB-39E3-BEFBF146490E}"/>
                </a:ext>
              </a:extLst>
            </p:cNvPr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582;p39">
              <a:extLst>
                <a:ext uri="{FF2B5EF4-FFF2-40B4-BE49-F238E27FC236}">
                  <a16:creationId xmlns:a16="http://schemas.microsoft.com/office/drawing/2014/main" id="{0B6035A0-B5FD-B988-5556-B33A7C0DC18F}"/>
                </a:ext>
              </a:extLst>
            </p:cNvPr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583;p39">
              <a:extLst>
                <a:ext uri="{FF2B5EF4-FFF2-40B4-BE49-F238E27FC236}">
                  <a16:creationId xmlns:a16="http://schemas.microsoft.com/office/drawing/2014/main" id="{F47DE01D-628F-AE7F-4A6D-A99EC08094E1}"/>
                </a:ext>
              </a:extLst>
            </p:cNvPr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3584;p39">
              <a:extLst>
                <a:ext uri="{FF2B5EF4-FFF2-40B4-BE49-F238E27FC236}">
                  <a16:creationId xmlns:a16="http://schemas.microsoft.com/office/drawing/2014/main" id="{D8D35570-277F-A2B8-48CC-BE512969C709}"/>
                </a:ext>
              </a:extLst>
            </p:cNvPr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3585;p39">
              <a:extLst>
                <a:ext uri="{FF2B5EF4-FFF2-40B4-BE49-F238E27FC236}">
                  <a16:creationId xmlns:a16="http://schemas.microsoft.com/office/drawing/2014/main" id="{CC0EA836-0CBB-7039-22CF-4ADA88364D4F}"/>
                </a:ext>
              </a:extLst>
            </p:cNvPr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3586;p39">
              <a:extLst>
                <a:ext uri="{FF2B5EF4-FFF2-40B4-BE49-F238E27FC236}">
                  <a16:creationId xmlns:a16="http://schemas.microsoft.com/office/drawing/2014/main" id="{D4B1C608-5188-299C-14D8-680876084CEA}"/>
                </a:ext>
              </a:extLst>
            </p:cNvPr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3587;p39">
              <a:extLst>
                <a:ext uri="{FF2B5EF4-FFF2-40B4-BE49-F238E27FC236}">
                  <a16:creationId xmlns:a16="http://schemas.microsoft.com/office/drawing/2014/main" id="{76447A62-B538-BC84-3CF8-284A97C2BD4D}"/>
                </a:ext>
              </a:extLst>
            </p:cNvPr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3588;p39">
              <a:extLst>
                <a:ext uri="{FF2B5EF4-FFF2-40B4-BE49-F238E27FC236}">
                  <a16:creationId xmlns:a16="http://schemas.microsoft.com/office/drawing/2014/main" id="{EE9F384A-AEE2-28D2-A966-C276A380756C}"/>
                </a:ext>
              </a:extLst>
            </p:cNvPr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extrusionOk="0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3589;p39">
              <a:extLst>
                <a:ext uri="{FF2B5EF4-FFF2-40B4-BE49-F238E27FC236}">
                  <a16:creationId xmlns:a16="http://schemas.microsoft.com/office/drawing/2014/main" id="{A0EE5923-D233-A0B0-5E2A-F55C58A61044}"/>
                </a:ext>
              </a:extLst>
            </p:cNvPr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3590;p39">
              <a:extLst>
                <a:ext uri="{FF2B5EF4-FFF2-40B4-BE49-F238E27FC236}">
                  <a16:creationId xmlns:a16="http://schemas.microsoft.com/office/drawing/2014/main" id="{EB31B73B-922C-3F42-0493-F2095E1364E0}"/>
                </a:ext>
              </a:extLst>
            </p:cNvPr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3591;p39">
              <a:extLst>
                <a:ext uri="{FF2B5EF4-FFF2-40B4-BE49-F238E27FC236}">
                  <a16:creationId xmlns:a16="http://schemas.microsoft.com/office/drawing/2014/main" id="{385DA5CA-C82C-2E9B-FAEC-3D347F31FE7B}"/>
                </a:ext>
              </a:extLst>
            </p:cNvPr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3592;p39">
              <a:extLst>
                <a:ext uri="{FF2B5EF4-FFF2-40B4-BE49-F238E27FC236}">
                  <a16:creationId xmlns:a16="http://schemas.microsoft.com/office/drawing/2014/main" id="{41D72362-6A4E-9671-84BC-B066C720219D}"/>
                </a:ext>
              </a:extLst>
            </p:cNvPr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3593;p39">
              <a:extLst>
                <a:ext uri="{FF2B5EF4-FFF2-40B4-BE49-F238E27FC236}">
                  <a16:creationId xmlns:a16="http://schemas.microsoft.com/office/drawing/2014/main" id="{AC594F68-D19C-FABD-2A1E-DCBE6BDD73C2}"/>
                </a:ext>
              </a:extLst>
            </p:cNvPr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3594;p39">
              <a:extLst>
                <a:ext uri="{FF2B5EF4-FFF2-40B4-BE49-F238E27FC236}">
                  <a16:creationId xmlns:a16="http://schemas.microsoft.com/office/drawing/2014/main" id="{91BEE642-B77A-29D2-7A1D-EEACB9C886D6}"/>
                </a:ext>
              </a:extLst>
            </p:cNvPr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3595;p39">
              <a:extLst>
                <a:ext uri="{FF2B5EF4-FFF2-40B4-BE49-F238E27FC236}">
                  <a16:creationId xmlns:a16="http://schemas.microsoft.com/office/drawing/2014/main" id="{CA14E230-6D0E-B3CC-BE68-85ADEB2D894B}"/>
                </a:ext>
              </a:extLst>
            </p:cNvPr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3596;p39">
              <a:extLst>
                <a:ext uri="{FF2B5EF4-FFF2-40B4-BE49-F238E27FC236}">
                  <a16:creationId xmlns:a16="http://schemas.microsoft.com/office/drawing/2014/main" id="{1C2F231B-CEF8-A7EA-3212-EEEC63B487E7}"/>
                </a:ext>
              </a:extLst>
            </p:cNvPr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3597;p39">
              <a:extLst>
                <a:ext uri="{FF2B5EF4-FFF2-40B4-BE49-F238E27FC236}">
                  <a16:creationId xmlns:a16="http://schemas.microsoft.com/office/drawing/2014/main" id="{FCB0D97D-F44F-8C87-EE45-0EC3006A3E66}"/>
                </a:ext>
              </a:extLst>
            </p:cNvPr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3598;p39">
              <a:extLst>
                <a:ext uri="{FF2B5EF4-FFF2-40B4-BE49-F238E27FC236}">
                  <a16:creationId xmlns:a16="http://schemas.microsoft.com/office/drawing/2014/main" id="{A76840D5-A174-A2B8-A3BF-6D28BC45E891}"/>
                </a:ext>
              </a:extLst>
            </p:cNvPr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3599;p39">
              <a:extLst>
                <a:ext uri="{FF2B5EF4-FFF2-40B4-BE49-F238E27FC236}">
                  <a16:creationId xmlns:a16="http://schemas.microsoft.com/office/drawing/2014/main" id="{BCB6BFF7-7154-519D-C33B-18836F313A35}"/>
                </a:ext>
              </a:extLst>
            </p:cNvPr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3600;p39">
              <a:extLst>
                <a:ext uri="{FF2B5EF4-FFF2-40B4-BE49-F238E27FC236}">
                  <a16:creationId xmlns:a16="http://schemas.microsoft.com/office/drawing/2014/main" id="{DA7655D9-FD47-1B28-2DBE-8AF1C2EDB8E5}"/>
                </a:ext>
              </a:extLst>
            </p:cNvPr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3601;p39">
              <a:extLst>
                <a:ext uri="{FF2B5EF4-FFF2-40B4-BE49-F238E27FC236}">
                  <a16:creationId xmlns:a16="http://schemas.microsoft.com/office/drawing/2014/main" id="{11F138EB-20F8-425A-2FB2-6E12721DE4F0}"/>
                </a:ext>
              </a:extLst>
            </p:cNvPr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3602;p39">
              <a:extLst>
                <a:ext uri="{FF2B5EF4-FFF2-40B4-BE49-F238E27FC236}">
                  <a16:creationId xmlns:a16="http://schemas.microsoft.com/office/drawing/2014/main" id="{01209E59-1C72-9014-18E1-54E910D25D80}"/>
                </a:ext>
              </a:extLst>
            </p:cNvPr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3603;p39">
              <a:extLst>
                <a:ext uri="{FF2B5EF4-FFF2-40B4-BE49-F238E27FC236}">
                  <a16:creationId xmlns:a16="http://schemas.microsoft.com/office/drawing/2014/main" id="{CCC69813-E88E-5D9D-45C7-9633779E35AB}"/>
                </a:ext>
              </a:extLst>
            </p:cNvPr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3604;p39">
              <a:extLst>
                <a:ext uri="{FF2B5EF4-FFF2-40B4-BE49-F238E27FC236}">
                  <a16:creationId xmlns:a16="http://schemas.microsoft.com/office/drawing/2014/main" id="{D819B0B7-D79A-06C2-9EB0-B1F9EE4B360E}"/>
                </a:ext>
              </a:extLst>
            </p:cNvPr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extrusionOk="0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3605;p39">
              <a:extLst>
                <a:ext uri="{FF2B5EF4-FFF2-40B4-BE49-F238E27FC236}">
                  <a16:creationId xmlns:a16="http://schemas.microsoft.com/office/drawing/2014/main" id="{A97EA154-6C54-6A46-39E6-8835F19DF68E}"/>
                </a:ext>
              </a:extLst>
            </p:cNvPr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3606;p39">
              <a:extLst>
                <a:ext uri="{FF2B5EF4-FFF2-40B4-BE49-F238E27FC236}">
                  <a16:creationId xmlns:a16="http://schemas.microsoft.com/office/drawing/2014/main" id="{A282EC7D-EF81-C962-8999-168F1732D974}"/>
                </a:ext>
              </a:extLst>
            </p:cNvPr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3607;p39">
              <a:extLst>
                <a:ext uri="{FF2B5EF4-FFF2-40B4-BE49-F238E27FC236}">
                  <a16:creationId xmlns:a16="http://schemas.microsoft.com/office/drawing/2014/main" id="{FA0FD635-2363-0561-158C-8B4AAFBB02A4}"/>
                </a:ext>
              </a:extLst>
            </p:cNvPr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3608;p39">
              <a:extLst>
                <a:ext uri="{FF2B5EF4-FFF2-40B4-BE49-F238E27FC236}">
                  <a16:creationId xmlns:a16="http://schemas.microsoft.com/office/drawing/2014/main" id="{F599CE31-2534-907C-0BE5-698B60507D76}"/>
                </a:ext>
              </a:extLst>
            </p:cNvPr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3609;p39">
              <a:extLst>
                <a:ext uri="{FF2B5EF4-FFF2-40B4-BE49-F238E27FC236}">
                  <a16:creationId xmlns:a16="http://schemas.microsoft.com/office/drawing/2014/main" id="{698EFC51-B98A-0051-B29E-605FA30AB0F7}"/>
                </a:ext>
              </a:extLst>
            </p:cNvPr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3610;p39">
              <a:extLst>
                <a:ext uri="{FF2B5EF4-FFF2-40B4-BE49-F238E27FC236}">
                  <a16:creationId xmlns:a16="http://schemas.microsoft.com/office/drawing/2014/main" id="{C80B0870-F617-FCEF-B825-4F2A064298DD}"/>
                </a:ext>
              </a:extLst>
            </p:cNvPr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3611;p39">
              <a:extLst>
                <a:ext uri="{FF2B5EF4-FFF2-40B4-BE49-F238E27FC236}">
                  <a16:creationId xmlns:a16="http://schemas.microsoft.com/office/drawing/2014/main" id="{8B8CE36D-B88A-CF3D-5BE0-68C48C220AC3}"/>
                </a:ext>
              </a:extLst>
            </p:cNvPr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3612;p39">
              <a:extLst>
                <a:ext uri="{FF2B5EF4-FFF2-40B4-BE49-F238E27FC236}">
                  <a16:creationId xmlns:a16="http://schemas.microsoft.com/office/drawing/2014/main" id="{DA224118-09E3-B3C6-D553-54DF5AB5B215}"/>
                </a:ext>
              </a:extLst>
            </p:cNvPr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3613;p39">
              <a:extLst>
                <a:ext uri="{FF2B5EF4-FFF2-40B4-BE49-F238E27FC236}">
                  <a16:creationId xmlns:a16="http://schemas.microsoft.com/office/drawing/2014/main" id="{B32BFFCF-E32C-7788-A062-F27AA75853CB}"/>
                </a:ext>
              </a:extLst>
            </p:cNvPr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3614;p39">
              <a:extLst>
                <a:ext uri="{FF2B5EF4-FFF2-40B4-BE49-F238E27FC236}">
                  <a16:creationId xmlns:a16="http://schemas.microsoft.com/office/drawing/2014/main" id="{04E14612-CEB0-82C3-4BBB-CAA140F7ACFE}"/>
                </a:ext>
              </a:extLst>
            </p:cNvPr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3615;p39">
              <a:extLst>
                <a:ext uri="{FF2B5EF4-FFF2-40B4-BE49-F238E27FC236}">
                  <a16:creationId xmlns:a16="http://schemas.microsoft.com/office/drawing/2014/main" id="{3410C8F7-F792-D072-98F2-03487F767CAE}"/>
                </a:ext>
              </a:extLst>
            </p:cNvPr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3616;p39">
              <a:extLst>
                <a:ext uri="{FF2B5EF4-FFF2-40B4-BE49-F238E27FC236}">
                  <a16:creationId xmlns:a16="http://schemas.microsoft.com/office/drawing/2014/main" id="{0F788577-0F2A-4FCB-B6F2-D693DB40AF73}"/>
                </a:ext>
              </a:extLst>
            </p:cNvPr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3617;p39">
              <a:extLst>
                <a:ext uri="{FF2B5EF4-FFF2-40B4-BE49-F238E27FC236}">
                  <a16:creationId xmlns:a16="http://schemas.microsoft.com/office/drawing/2014/main" id="{65753B0E-4D06-6FBF-7555-EA3203E97BE2}"/>
                </a:ext>
              </a:extLst>
            </p:cNvPr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3618;p39">
              <a:extLst>
                <a:ext uri="{FF2B5EF4-FFF2-40B4-BE49-F238E27FC236}">
                  <a16:creationId xmlns:a16="http://schemas.microsoft.com/office/drawing/2014/main" id="{DCDCF094-EE2A-70D9-C887-B1D11046B551}"/>
                </a:ext>
              </a:extLst>
            </p:cNvPr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3619;p39">
              <a:extLst>
                <a:ext uri="{FF2B5EF4-FFF2-40B4-BE49-F238E27FC236}">
                  <a16:creationId xmlns:a16="http://schemas.microsoft.com/office/drawing/2014/main" id="{0E84F81E-84AC-BB04-0C29-EFA4C59FE4D0}"/>
                </a:ext>
              </a:extLst>
            </p:cNvPr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3620;p39">
              <a:extLst>
                <a:ext uri="{FF2B5EF4-FFF2-40B4-BE49-F238E27FC236}">
                  <a16:creationId xmlns:a16="http://schemas.microsoft.com/office/drawing/2014/main" id="{1178639C-5E71-CA2A-DA3C-4A1F6CB89340}"/>
                </a:ext>
              </a:extLst>
            </p:cNvPr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3621;p39">
              <a:extLst>
                <a:ext uri="{FF2B5EF4-FFF2-40B4-BE49-F238E27FC236}">
                  <a16:creationId xmlns:a16="http://schemas.microsoft.com/office/drawing/2014/main" id="{F4F3038A-8CCD-7604-F5C0-E9D43A0259BE}"/>
                </a:ext>
              </a:extLst>
            </p:cNvPr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3622;p39">
              <a:extLst>
                <a:ext uri="{FF2B5EF4-FFF2-40B4-BE49-F238E27FC236}">
                  <a16:creationId xmlns:a16="http://schemas.microsoft.com/office/drawing/2014/main" id="{8A1C8886-E5F7-5A26-F9B9-D502EA27ADA6}"/>
                </a:ext>
              </a:extLst>
            </p:cNvPr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3623;p39">
              <a:extLst>
                <a:ext uri="{FF2B5EF4-FFF2-40B4-BE49-F238E27FC236}">
                  <a16:creationId xmlns:a16="http://schemas.microsoft.com/office/drawing/2014/main" id="{41F94B4A-449C-35DC-1D6E-FEE97B5D1F5C}"/>
                </a:ext>
              </a:extLst>
            </p:cNvPr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3624;p39">
              <a:extLst>
                <a:ext uri="{FF2B5EF4-FFF2-40B4-BE49-F238E27FC236}">
                  <a16:creationId xmlns:a16="http://schemas.microsoft.com/office/drawing/2014/main" id="{8BC8DB30-34FE-2968-68B7-2D1985874765}"/>
                </a:ext>
              </a:extLst>
            </p:cNvPr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3625;p39">
              <a:extLst>
                <a:ext uri="{FF2B5EF4-FFF2-40B4-BE49-F238E27FC236}">
                  <a16:creationId xmlns:a16="http://schemas.microsoft.com/office/drawing/2014/main" id="{B8708B52-A61D-CAC6-0BDA-23FFAAD33B8D}"/>
                </a:ext>
              </a:extLst>
            </p:cNvPr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3626;p39">
              <a:extLst>
                <a:ext uri="{FF2B5EF4-FFF2-40B4-BE49-F238E27FC236}">
                  <a16:creationId xmlns:a16="http://schemas.microsoft.com/office/drawing/2014/main" id="{7313102A-1FF0-23A7-648F-1F4AA658AD85}"/>
                </a:ext>
              </a:extLst>
            </p:cNvPr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3627;p39">
              <a:extLst>
                <a:ext uri="{FF2B5EF4-FFF2-40B4-BE49-F238E27FC236}">
                  <a16:creationId xmlns:a16="http://schemas.microsoft.com/office/drawing/2014/main" id="{961302A9-7E39-A018-EDFE-D61E7574F8BE}"/>
                </a:ext>
              </a:extLst>
            </p:cNvPr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3628;p39">
              <a:extLst>
                <a:ext uri="{FF2B5EF4-FFF2-40B4-BE49-F238E27FC236}">
                  <a16:creationId xmlns:a16="http://schemas.microsoft.com/office/drawing/2014/main" id="{FA60DBED-2E84-B30A-CFF3-6AC0D5F99CD6}"/>
                </a:ext>
              </a:extLst>
            </p:cNvPr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3629;p39">
              <a:extLst>
                <a:ext uri="{FF2B5EF4-FFF2-40B4-BE49-F238E27FC236}">
                  <a16:creationId xmlns:a16="http://schemas.microsoft.com/office/drawing/2014/main" id="{B42C6933-813C-D8C1-8BB8-3E29463419CF}"/>
                </a:ext>
              </a:extLst>
            </p:cNvPr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3630;p39">
              <a:extLst>
                <a:ext uri="{FF2B5EF4-FFF2-40B4-BE49-F238E27FC236}">
                  <a16:creationId xmlns:a16="http://schemas.microsoft.com/office/drawing/2014/main" id="{FE65DABD-C89F-159C-B91B-DC7C03998C52}"/>
                </a:ext>
              </a:extLst>
            </p:cNvPr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3631;p39">
              <a:extLst>
                <a:ext uri="{FF2B5EF4-FFF2-40B4-BE49-F238E27FC236}">
                  <a16:creationId xmlns:a16="http://schemas.microsoft.com/office/drawing/2014/main" id="{E8B41EBB-885A-BC46-47AB-1F505C04F7BB}"/>
                </a:ext>
              </a:extLst>
            </p:cNvPr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3632;p39">
              <a:extLst>
                <a:ext uri="{FF2B5EF4-FFF2-40B4-BE49-F238E27FC236}">
                  <a16:creationId xmlns:a16="http://schemas.microsoft.com/office/drawing/2014/main" id="{3D82D5DD-8466-1D7A-A317-1E85CB28A451}"/>
                </a:ext>
              </a:extLst>
            </p:cNvPr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3633;p39">
              <a:extLst>
                <a:ext uri="{FF2B5EF4-FFF2-40B4-BE49-F238E27FC236}">
                  <a16:creationId xmlns:a16="http://schemas.microsoft.com/office/drawing/2014/main" id="{30483E8A-2E7C-C0C5-719C-B2F4C64C1C48}"/>
                </a:ext>
              </a:extLst>
            </p:cNvPr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3634;p39">
              <a:extLst>
                <a:ext uri="{FF2B5EF4-FFF2-40B4-BE49-F238E27FC236}">
                  <a16:creationId xmlns:a16="http://schemas.microsoft.com/office/drawing/2014/main" id="{1D0B15E3-2DEF-50EB-9A68-889CA45617A1}"/>
                </a:ext>
              </a:extLst>
            </p:cNvPr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3635;p39">
              <a:extLst>
                <a:ext uri="{FF2B5EF4-FFF2-40B4-BE49-F238E27FC236}">
                  <a16:creationId xmlns:a16="http://schemas.microsoft.com/office/drawing/2014/main" id="{44941F93-837C-791B-31F0-936DDFC36F47}"/>
                </a:ext>
              </a:extLst>
            </p:cNvPr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3636;p39">
              <a:extLst>
                <a:ext uri="{FF2B5EF4-FFF2-40B4-BE49-F238E27FC236}">
                  <a16:creationId xmlns:a16="http://schemas.microsoft.com/office/drawing/2014/main" id="{19D808BE-EFA8-F2C2-7579-E2DD9C684318}"/>
                </a:ext>
              </a:extLst>
            </p:cNvPr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3637;p39">
              <a:extLst>
                <a:ext uri="{FF2B5EF4-FFF2-40B4-BE49-F238E27FC236}">
                  <a16:creationId xmlns:a16="http://schemas.microsoft.com/office/drawing/2014/main" id="{E027A7F4-B6E1-3192-F80E-7A6CB3FE6B2C}"/>
                </a:ext>
              </a:extLst>
            </p:cNvPr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3638;p39">
              <a:extLst>
                <a:ext uri="{FF2B5EF4-FFF2-40B4-BE49-F238E27FC236}">
                  <a16:creationId xmlns:a16="http://schemas.microsoft.com/office/drawing/2014/main" id="{8AB7FD0F-F56F-A4BE-7F01-47D6310C8FCA}"/>
                </a:ext>
              </a:extLst>
            </p:cNvPr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3639;p39">
              <a:extLst>
                <a:ext uri="{FF2B5EF4-FFF2-40B4-BE49-F238E27FC236}">
                  <a16:creationId xmlns:a16="http://schemas.microsoft.com/office/drawing/2014/main" id="{B28C299D-E32C-9455-FFF7-FF785E386C53}"/>
                </a:ext>
              </a:extLst>
            </p:cNvPr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3640;p39">
              <a:extLst>
                <a:ext uri="{FF2B5EF4-FFF2-40B4-BE49-F238E27FC236}">
                  <a16:creationId xmlns:a16="http://schemas.microsoft.com/office/drawing/2014/main" id="{EE016EFC-D9EA-A56E-60F9-7A61BFA29374}"/>
                </a:ext>
              </a:extLst>
            </p:cNvPr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3641;p39">
              <a:extLst>
                <a:ext uri="{FF2B5EF4-FFF2-40B4-BE49-F238E27FC236}">
                  <a16:creationId xmlns:a16="http://schemas.microsoft.com/office/drawing/2014/main" id="{1EB4349E-EECB-3B9E-3F33-4F2A76491F45}"/>
                </a:ext>
              </a:extLst>
            </p:cNvPr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3642;p39">
              <a:extLst>
                <a:ext uri="{FF2B5EF4-FFF2-40B4-BE49-F238E27FC236}">
                  <a16:creationId xmlns:a16="http://schemas.microsoft.com/office/drawing/2014/main" id="{70900450-CC42-6187-78DE-8D43A25DE00D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3643;p39">
              <a:extLst>
                <a:ext uri="{FF2B5EF4-FFF2-40B4-BE49-F238E27FC236}">
                  <a16:creationId xmlns:a16="http://schemas.microsoft.com/office/drawing/2014/main" id="{BA16D9C8-C7F5-7E33-78DE-F9F9D12F6FF0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3644;p39">
              <a:extLst>
                <a:ext uri="{FF2B5EF4-FFF2-40B4-BE49-F238E27FC236}">
                  <a16:creationId xmlns:a16="http://schemas.microsoft.com/office/drawing/2014/main" id="{247E1124-A9D0-B450-FB34-FEC251A37260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3645;p39">
              <a:extLst>
                <a:ext uri="{FF2B5EF4-FFF2-40B4-BE49-F238E27FC236}">
                  <a16:creationId xmlns:a16="http://schemas.microsoft.com/office/drawing/2014/main" id="{1CBE31F7-7A86-A804-DC94-67C70B5FD755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3646;p39">
              <a:extLst>
                <a:ext uri="{FF2B5EF4-FFF2-40B4-BE49-F238E27FC236}">
                  <a16:creationId xmlns:a16="http://schemas.microsoft.com/office/drawing/2014/main" id="{5ABB5395-7287-F6FA-2BAF-B5ABB0224567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3647;p39">
              <a:extLst>
                <a:ext uri="{FF2B5EF4-FFF2-40B4-BE49-F238E27FC236}">
                  <a16:creationId xmlns:a16="http://schemas.microsoft.com/office/drawing/2014/main" id="{E666A71F-291F-360C-2FF4-7D4C19E54132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3648;p39">
              <a:extLst>
                <a:ext uri="{FF2B5EF4-FFF2-40B4-BE49-F238E27FC236}">
                  <a16:creationId xmlns:a16="http://schemas.microsoft.com/office/drawing/2014/main" id="{AC9B3D0C-C939-2079-95AE-5AA139E831AC}"/>
                </a:ext>
              </a:extLst>
            </p:cNvPr>
            <p:cNvSpPr/>
            <p:nvPr/>
          </p:nvSpPr>
          <p:spPr>
            <a:xfrm>
              <a:off x="6103425" y="-1128050"/>
              <a:ext cx="51075" cy="93000"/>
            </a:xfrm>
            <a:custGeom>
              <a:avLst/>
              <a:gdLst/>
              <a:ahLst/>
              <a:cxnLst/>
              <a:rect l="l" t="t" r="r" b="b"/>
              <a:pathLst>
                <a:path w="2043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3649;p39">
              <a:extLst>
                <a:ext uri="{FF2B5EF4-FFF2-40B4-BE49-F238E27FC236}">
                  <a16:creationId xmlns:a16="http://schemas.microsoft.com/office/drawing/2014/main" id="{16139434-6652-0313-A737-8FF19BB1E1B3}"/>
                </a:ext>
              </a:extLst>
            </p:cNvPr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3650;p39">
              <a:extLst>
                <a:ext uri="{FF2B5EF4-FFF2-40B4-BE49-F238E27FC236}">
                  <a16:creationId xmlns:a16="http://schemas.microsoft.com/office/drawing/2014/main" id="{7E1C087A-597F-E2B8-2857-065107337065}"/>
                </a:ext>
              </a:extLst>
            </p:cNvPr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3651;p39">
              <a:extLst>
                <a:ext uri="{FF2B5EF4-FFF2-40B4-BE49-F238E27FC236}">
                  <a16:creationId xmlns:a16="http://schemas.microsoft.com/office/drawing/2014/main" id="{C558445E-230F-4CF9-A1EE-01D2C3925B1C}"/>
                </a:ext>
              </a:extLst>
            </p:cNvPr>
            <p:cNvSpPr/>
            <p:nvPr/>
          </p:nvSpPr>
          <p:spPr>
            <a:xfrm>
              <a:off x="7394850" y="-1138800"/>
              <a:ext cx="1057650" cy="643850"/>
            </a:xfrm>
            <a:custGeom>
              <a:avLst/>
              <a:gdLst/>
              <a:ahLst/>
              <a:cxnLst/>
              <a:rect l="l" t="t" r="r" b="b"/>
              <a:pathLst>
                <a:path w="42306" h="25754" fill="none" extrusionOk="0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3652;p39">
              <a:extLst>
                <a:ext uri="{FF2B5EF4-FFF2-40B4-BE49-F238E27FC236}">
                  <a16:creationId xmlns:a16="http://schemas.microsoft.com/office/drawing/2014/main" id="{4E6CA74E-AF49-5790-2AA2-7B829105AEB7}"/>
                </a:ext>
              </a:extLst>
            </p:cNvPr>
            <p:cNvSpPr/>
            <p:nvPr/>
          </p:nvSpPr>
          <p:spPr>
            <a:xfrm>
              <a:off x="5455300" y="-1260800"/>
              <a:ext cx="550" cy="3800"/>
            </a:xfrm>
            <a:custGeom>
              <a:avLst/>
              <a:gdLst/>
              <a:ahLst/>
              <a:cxnLst/>
              <a:rect l="l" t="t" r="r" b="b"/>
              <a:pathLst>
                <a:path w="22" h="152" extrusionOk="0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3653;p39">
              <a:extLst>
                <a:ext uri="{FF2B5EF4-FFF2-40B4-BE49-F238E27FC236}">
                  <a16:creationId xmlns:a16="http://schemas.microsoft.com/office/drawing/2014/main" id="{F22C638B-64A8-DE86-032E-3AE367F6D9BE}"/>
                </a:ext>
              </a:extLst>
            </p:cNvPr>
            <p:cNvSpPr/>
            <p:nvPr/>
          </p:nvSpPr>
          <p:spPr>
            <a:xfrm>
              <a:off x="5455300" y="-125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3654;p39">
              <a:extLst>
                <a:ext uri="{FF2B5EF4-FFF2-40B4-BE49-F238E27FC236}">
                  <a16:creationId xmlns:a16="http://schemas.microsoft.com/office/drawing/2014/main" id="{F8D01B68-F78D-F389-D033-BA37EA9A5EC3}"/>
                </a:ext>
              </a:extLst>
            </p:cNvPr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3655;p39">
              <a:extLst>
                <a:ext uri="{FF2B5EF4-FFF2-40B4-BE49-F238E27FC236}">
                  <a16:creationId xmlns:a16="http://schemas.microsoft.com/office/drawing/2014/main" id="{40388A37-0BF1-628B-6A33-7FB956440539}"/>
                </a:ext>
              </a:extLst>
            </p:cNvPr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3656;p39">
              <a:extLst>
                <a:ext uri="{FF2B5EF4-FFF2-40B4-BE49-F238E27FC236}">
                  <a16:creationId xmlns:a16="http://schemas.microsoft.com/office/drawing/2014/main" id="{9A3F4318-3372-3BA5-A52B-04947262FCB0}"/>
                </a:ext>
              </a:extLst>
            </p:cNvPr>
            <p:cNvSpPr/>
            <p:nvPr/>
          </p:nvSpPr>
          <p:spPr>
            <a:xfrm>
              <a:off x="5455300" y="-1258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3657;p39">
              <a:extLst>
                <a:ext uri="{FF2B5EF4-FFF2-40B4-BE49-F238E27FC236}">
                  <a16:creationId xmlns:a16="http://schemas.microsoft.com/office/drawing/2014/main" id="{E5DB835B-8A36-8627-297A-478D6FC2B271}"/>
                </a:ext>
              </a:extLst>
            </p:cNvPr>
            <p:cNvSpPr/>
            <p:nvPr/>
          </p:nvSpPr>
          <p:spPr>
            <a:xfrm>
              <a:off x="5455300" y="-1258650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3658;p39">
              <a:extLst>
                <a:ext uri="{FF2B5EF4-FFF2-40B4-BE49-F238E27FC236}">
                  <a16:creationId xmlns:a16="http://schemas.microsoft.com/office/drawing/2014/main" id="{39A8100B-0816-23DC-7D16-BA715EC8DEB3}"/>
                </a:ext>
              </a:extLst>
            </p:cNvPr>
            <p:cNvSpPr/>
            <p:nvPr/>
          </p:nvSpPr>
          <p:spPr>
            <a:xfrm>
              <a:off x="5455300" y="-1258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3659;p39">
              <a:extLst>
                <a:ext uri="{FF2B5EF4-FFF2-40B4-BE49-F238E27FC236}">
                  <a16:creationId xmlns:a16="http://schemas.microsoft.com/office/drawing/2014/main" id="{2A7CB3B8-6359-E084-D19D-C7508CAFA05B}"/>
                </a:ext>
              </a:extLst>
            </p:cNvPr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3660;p39">
              <a:extLst>
                <a:ext uri="{FF2B5EF4-FFF2-40B4-BE49-F238E27FC236}">
                  <a16:creationId xmlns:a16="http://schemas.microsoft.com/office/drawing/2014/main" id="{C477E68A-E50E-6B7F-13DA-C89D77807004}"/>
                </a:ext>
              </a:extLst>
            </p:cNvPr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3661;p39">
              <a:extLst>
                <a:ext uri="{FF2B5EF4-FFF2-40B4-BE49-F238E27FC236}">
                  <a16:creationId xmlns:a16="http://schemas.microsoft.com/office/drawing/2014/main" id="{D4424D9D-63F3-26AD-8D51-209C139114AF}"/>
                </a:ext>
              </a:extLst>
            </p:cNvPr>
            <p:cNvSpPr/>
            <p:nvPr/>
          </p:nvSpPr>
          <p:spPr>
            <a:xfrm>
              <a:off x="5455300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3662;p39">
              <a:extLst>
                <a:ext uri="{FF2B5EF4-FFF2-40B4-BE49-F238E27FC236}">
                  <a16:creationId xmlns:a16="http://schemas.microsoft.com/office/drawing/2014/main" id="{EF60DFB8-BD4C-DA93-40EF-8C93F3606B3F}"/>
                </a:ext>
              </a:extLst>
            </p:cNvPr>
            <p:cNvSpPr/>
            <p:nvPr/>
          </p:nvSpPr>
          <p:spPr>
            <a:xfrm>
              <a:off x="5455825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3663;p39">
              <a:extLst>
                <a:ext uri="{FF2B5EF4-FFF2-40B4-BE49-F238E27FC236}">
                  <a16:creationId xmlns:a16="http://schemas.microsoft.com/office/drawing/2014/main" id="{0FED6129-F5BB-1597-4205-EC957B8EDE99}"/>
                </a:ext>
              </a:extLst>
            </p:cNvPr>
            <p:cNvSpPr/>
            <p:nvPr/>
          </p:nvSpPr>
          <p:spPr>
            <a:xfrm>
              <a:off x="5455825" y="-1260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3664;p39">
              <a:extLst>
                <a:ext uri="{FF2B5EF4-FFF2-40B4-BE49-F238E27FC236}">
                  <a16:creationId xmlns:a16="http://schemas.microsoft.com/office/drawing/2014/main" id="{F8C268B7-91C3-56D8-2106-54A572AE8227}"/>
                </a:ext>
              </a:extLst>
            </p:cNvPr>
            <p:cNvSpPr/>
            <p:nvPr/>
          </p:nvSpPr>
          <p:spPr>
            <a:xfrm>
              <a:off x="5455825" y="-1260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3665;p39">
              <a:extLst>
                <a:ext uri="{FF2B5EF4-FFF2-40B4-BE49-F238E27FC236}">
                  <a16:creationId xmlns:a16="http://schemas.microsoft.com/office/drawing/2014/main" id="{F913D8AE-73C0-5E70-60A2-1C9BB2A28031}"/>
                </a:ext>
              </a:extLst>
            </p:cNvPr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extrusionOk="0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3666;p39">
              <a:extLst>
                <a:ext uri="{FF2B5EF4-FFF2-40B4-BE49-F238E27FC236}">
                  <a16:creationId xmlns:a16="http://schemas.microsoft.com/office/drawing/2014/main" id="{4197D08A-A04A-D191-C887-68E5F8349F67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3667;p39">
              <a:extLst>
                <a:ext uri="{FF2B5EF4-FFF2-40B4-BE49-F238E27FC236}">
                  <a16:creationId xmlns:a16="http://schemas.microsoft.com/office/drawing/2014/main" id="{8070968B-9735-0B26-6E4A-F395236FCD45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3668;p39">
              <a:extLst>
                <a:ext uri="{FF2B5EF4-FFF2-40B4-BE49-F238E27FC236}">
                  <a16:creationId xmlns:a16="http://schemas.microsoft.com/office/drawing/2014/main" id="{1EA388EC-F794-58CB-E52B-C4CA13806280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3669;p39">
              <a:extLst>
                <a:ext uri="{FF2B5EF4-FFF2-40B4-BE49-F238E27FC236}">
                  <a16:creationId xmlns:a16="http://schemas.microsoft.com/office/drawing/2014/main" id="{C285E4B8-2563-C2E9-BA80-16E61E2EF437}"/>
                </a:ext>
              </a:extLst>
            </p:cNvPr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fill="none" extrusionOk="0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3670;p39">
              <a:extLst>
                <a:ext uri="{FF2B5EF4-FFF2-40B4-BE49-F238E27FC236}">
                  <a16:creationId xmlns:a16="http://schemas.microsoft.com/office/drawing/2014/main" id="{3F4F1019-751C-1376-B3CE-EB2F956ADA17}"/>
                </a:ext>
              </a:extLst>
            </p:cNvPr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extrusionOk="0">
                  <a:moveTo>
                    <a:pt x="130" y="1"/>
                  </a:move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3671;p39">
              <a:extLst>
                <a:ext uri="{FF2B5EF4-FFF2-40B4-BE49-F238E27FC236}">
                  <a16:creationId xmlns:a16="http://schemas.microsoft.com/office/drawing/2014/main" id="{2036C52F-EF2D-31BB-9CB2-FA20A9CE39CA}"/>
                </a:ext>
              </a:extLst>
            </p:cNvPr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fill="none" extrusionOk="0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3672;p39">
              <a:extLst>
                <a:ext uri="{FF2B5EF4-FFF2-40B4-BE49-F238E27FC236}">
                  <a16:creationId xmlns:a16="http://schemas.microsoft.com/office/drawing/2014/main" id="{886D4FB0-B1D8-8954-4F96-3CBAD9BAF794}"/>
                </a:ext>
              </a:extLst>
            </p:cNvPr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extrusionOk="0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3673;p39">
              <a:extLst>
                <a:ext uri="{FF2B5EF4-FFF2-40B4-BE49-F238E27FC236}">
                  <a16:creationId xmlns:a16="http://schemas.microsoft.com/office/drawing/2014/main" id="{E7E96367-3C80-AB79-40E1-B32A68C51AA6}"/>
                </a:ext>
              </a:extLst>
            </p:cNvPr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3674;p39">
              <a:extLst>
                <a:ext uri="{FF2B5EF4-FFF2-40B4-BE49-F238E27FC236}">
                  <a16:creationId xmlns:a16="http://schemas.microsoft.com/office/drawing/2014/main" id="{5C6498E4-732F-EAC0-B38F-964699E5C3C9}"/>
                </a:ext>
              </a:extLst>
            </p:cNvPr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extrusionOk="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3675;p39">
              <a:extLst>
                <a:ext uri="{FF2B5EF4-FFF2-40B4-BE49-F238E27FC236}">
                  <a16:creationId xmlns:a16="http://schemas.microsoft.com/office/drawing/2014/main" id="{05EA3A26-B8A9-AFB2-2A8E-6A287E7E1272}"/>
                </a:ext>
              </a:extLst>
            </p:cNvPr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3676;p39">
              <a:extLst>
                <a:ext uri="{FF2B5EF4-FFF2-40B4-BE49-F238E27FC236}">
                  <a16:creationId xmlns:a16="http://schemas.microsoft.com/office/drawing/2014/main" id="{5D9E8347-C98D-92AC-51B1-950099D8CFBF}"/>
                </a:ext>
              </a:extLst>
            </p:cNvPr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extrusionOk="0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3677;p39">
              <a:extLst>
                <a:ext uri="{FF2B5EF4-FFF2-40B4-BE49-F238E27FC236}">
                  <a16:creationId xmlns:a16="http://schemas.microsoft.com/office/drawing/2014/main" id="{CDB59493-0F3D-CB55-F660-192C8AD3A93A}"/>
                </a:ext>
              </a:extLst>
            </p:cNvPr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3678;p39">
              <a:extLst>
                <a:ext uri="{FF2B5EF4-FFF2-40B4-BE49-F238E27FC236}">
                  <a16:creationId xmlns:a16="http://schemas.microsoft.com/office/drawing/2014/main" id="{F21537DD-746C-5AB0-E61B-09832D387D3E}"/>
                </a:ext>
              </a:extLst>
            </p:cNvPr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extrusionOk="0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3679;p39">
              <a:extLst>
                <a:ext uri="{FF2B5EF4-FFF2-40B4-BE49-F238E27FC236}">
                  <a16:creationId xmlns:a16="http://schemas.microsoft.com/office/drawing/2014/main" id="{88BE3C3F-1942-B4E3-2B32-6232B45F2C1C}"/>
                </a:ext>
              </a:extLst>
            </p:cNvPr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3680;p39">
              <a:extLst>
                <a:ext uri="{FF2B5EF4-FFF2-40B4-BE49-F238E27FC236}">
                  <a16:creationId xmlns:a16="http://schemas.microsoft.com/office/drawing/2014/main" id="{B913DCF6-4D20-1239-B5A1-671675AE26D3}"/>
                </a:ext>
              </a:extLst>
            </p:cNvPr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extrusionOk="0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3681;p39">
              <a:extLst>
                <a:ext uri="{FF2B5EF4-FFF2-40B4-BE49-F238E27FC236}">
                  <a16:creationId xmlns:a16="http://schemas.microsoft.com/office/drawing/2014/main" id="{1390ADF7-2A38-66FE-1057-28BAF40FFD9F}"/>
                </a:ext>
              </a:extLst>
            </p:cNvPr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fill="none" extrusionOk="0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3682;p39">
              <a:extLst>
                <a:ext uri="{FF2B5EF4-FFF2-40B4-BE49-F238E27FC236}">
                  <a16:creationId xmlns:a16="http://schemas.microsoft.com/office/drawing/2014/main" id="{E95970BC-0EC1-9DE6-DAD1-698847F84DF7}"/>
                </a:ext>
              </a:extLst>
            </p:cNvPr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extrusionOk="0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3683;p39">
              <a:extLst>
                <a:ext uri="{FF2B5EF4-FFF2-40B4-BE49-F238E27FC236}">
                  <a16:creationId xmlns:a16="http://schemas.microsoft.com/office/drawing/2014/main" id="{BA0A52EF-BB90-3CF0-2572-DD6FA5404434}"/>
                </a:ext>
              </a:extLst>
            </p:cNvPr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fill="none" extrusionOk="0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3684;p39">
              <a:extLst>
                <a:ext uri="{FF2B5EF4-FFF2-40B4-BE49-F238E27FC236}">
                  <a16:creationId xmlns:a16="http://schemas.microsoft.com/office/drawing/2014/main" id="{69D10992-378A-129F-8D23-A93C82A106D7}"/>
                </a:ext>
              </a:extLst>
            </p:cNvPr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extrusionOk="0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3685;p39">
              <a:extLst>
                <a:ext uri="{FF2B5EF4-FFF2-40B4-BE49-F238E27FC236}">
                  <a16:creationId xmlns:a16="http://schemas.microsoft.com/office/drawing/2014/main" id="{BDF434F8-9E3C-BF6C-587C-514A2B52C035}"/>
                </a:ext>
              </a:extLst>
            </p:cNvPr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fill="none" extrusionOk="0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3686;p39">
              <a:extLst>
                <a:ext uri="{FF2B5EF4-FFF2-40B4-BE49-F238E27FC236}">
                  <a16:creationId xmlns:a16="http://schemas.microsoft.com/office/drawing/2014/main" id="{C5337C32-CA93-14E1-27EC-14B453E5EDE2}"/>
                </a:ext>
              </a:extLst>
            </p:cNvPr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extrusionOk="0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3687;p39">
              <a:extLst>
                <a:ext uri="{FF2B5EF4-FFF2-40B4-BE49-F238E27FC236}">
                  <a16:creationId xmlns:a16="http://schemas.microsoft.com/office/drawing/2014/main" id="{AFBD8E3C-BD95-CFC9-7480-0FB13A8636D1}"/>
                </a:ext>
              </a:extLst>
            </p:cNvPr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fill="none" extrusionOk="0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3688;p39">
              <a:extLst>
                <a:ext uri="{FF2B5EF4-FFF2-40B4-BE49-F238E27FC236}">
                  <a16:creationId xmlns:a16="http://schemas.microsoft.com/office/drawing/2014/main" id="{205FAF8C-0668-F528-0858-4ADF2AA3A39E}"/>
                </a:ext>
              </a:extLst>
            </p:cNvPr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extrusionOk="0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3689;p39">
              <a:extLst>
                <a:ext uri="{FF2B5EF4-FFF2-40B4-BE49-F238E27FC236}">
                  <a16:creationId xmlns:a16="http://schemas.microsoft.com/office/drawing/2014/main" id="{D7E1AE2D-3E39-DB48-40EF-2918A6C98225}"/>
                </a:ext>
              </a:extLst>
            </p:cNvPr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fill="none" extrusionOk="0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3690;p39">
              <a:extLst>
                <a:ext uri="{FF2B5EF4-FFF2-40B4-BE49-F238E27FC236}">
                  <a16:creationId xmlns:a16="http://schemas.microsoft.com/office/drawing/2014/main" id="{877906E7-001B-4926-4D49-A99B13F0C504}"/>
                </a:ext>
              </a:extLst>
            </p:cNvPr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extrusionOk="0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3691;p39">
              <a:extLst>
                <a:ext uri="{FF2B5EF4-FFF2-40B4-BE49-F238E27FC236}">
                  <a16:creationId xmlns:a16="http://schemas.microsoft.com/office/drawing/2014/main" id="{F0B648C6-1557-FBAC-D6CA-F9696BF44565}"/>
                </a:ext>
              </a:extLst>
            </p:cNvPr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fill="none" extrusionOk="0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3692;p39">
              <a:extLst>
                <a:ext uri="{FF2B5EF4-FFF2-40B4-BE49-F238E27FC236}">
                  <a16:creationId xmlns:a16="http://schemas.microsoft.com/office/drawing/2014/main" id="{C9B5792E-C220-ED40-F4F4-542E34D7C5F5}"/>
                </a:ext>
              </a:extLst>
            </p:cNvPr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extrusionOk="0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3693;p39">
              <a:extLst>
                <a:ext uri="{FF2B5EF4-FFF2-40B4-BE49-F238E27FC236}">
                  <a16:creationId xmlns:a16="http://schemas.microsoft.com/office/drawing/2014/main" id="{7AA70754-3176-1A13-B8BD-26B431A17AD4}"/>
                </a:ext>
              </a:extLst>
            </p:cNvPr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fill="none" extrusionOk="0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3694;p39">
              <a:extLst>
                <a:ext uri="{FF2B5EF4-FFF2-40B4-BE49-F238E27FC236}">
                  <a16:creationId xmlns:a16="http://schemas.microsoft.com/office/drawing/2014/main" id="{E187413E-1747-458C-250E-D604079FBE18}"/>
                </a:ext>
              </a:extLst>
            </p:cNvPr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extrusionOk="0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3695;p39">
              <a:extLst>
                <a:ext uri="{FF2B5EF4-FFF2-40B4-BE49-F238E27FC236}">
                  <a16:creationId xmlns:a16="http://schemas.microsoft.com/office/drawing/2014/main" id="{B5E4071E-EFE4-C571-8656-C9E5495296F7}"/>
                </a:ext>
              </a:extLst>
            </p:cNvPr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fill="none" extrusionOk="0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3696;p39">
              <a:extLst>
                <a:ext uri="{FF2B5EF4-FFF2-40B4-BE49-F238E27FC236}">
                  <a16:creationId xmlns:a16="http://schemas.microsoft.com/office/drawing/2014/main" id="{55065C05-67E5-E1A6-328B-D072E4BD6C3B}"/>
                </a:ext>
              </a:extLst>
            </p:cNvPr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3697;p39">
              <a:extLst>
                <a:ext uri="{FF2B5EF4-FFF2-40B4-BE49-F238E27FC236}">
                  <a16:creationId xmlns:a16="http://schemas.microsoft.com/office/drawing/2014/main" id="{7218C8EF-5185-2978-0866-EEDA5BC1E4C5}"/>
                </a:ext>
              </a:extLst>
            </p:cNvPr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3698;p39">
              <a:extLst>
                <a:ext uri="{FF2B5EF4-FFF2-40B4-BE49-F238E27FC236}">
                  <a16:creationId xmlns:a16="http://schemas.microsoft.com/office/drawing/2014/main" id="{7E9A9522-79FF-6C6E-6748-A98898F2BE7C}"/>
                </a:ext>
              </a:extLst>
            </p:cNvPr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extrusionOk="0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3699;p39">
              <a:extLst>
                <a:ext uri="{FF2B5EF4-FFF2-40B4-BE49-F238E27FC236}">
                  <a16:creationId xmlns:a16="http://schemas.microsoft.com/office/drawing/2014/main" id="{700D8A6F-F021-EA49-5E8A-5ACEACF38102}"/>
                </a:ext>
              </a:extLst>
            </p:cNvPr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fill="none" extrusionOk="0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3700;p39">
              <a:extLst>
                <a:ext uri="{FF2B5EF4-FFF2-40B4-BE49-F238E27FC236}">
                  <a16:creationId xmlns:a16="http://schemas.microsoft.com/office/drawing/2014/main" id="{9863690D-E43B-8B37-621C-8232C8C2F1F5}"/>
                </a:ext>
              </a:extLst>
            </p:cNvPr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extrusionOk="0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3701;p39">
              <a:extLst>
                <a:ext uri="{FF2B5EF4-FFF2-40B4-BE49-F238E27FC236}">
                  <a16:creationId xmlns:a16="http://schemas.microsoft.com/office/drawing/2014/main" id="{EF2472F9-0194-F184-3AB5-25C02F206F0B}"/>
                </a:ext>
              </a:extLst>
            </p:cNvPr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3702;p39">
              <a:extLst>
                <a:ext uri="{FF2B5EF4-FFF2-40B4-BE49-F238E27FC236}">
                  <a16:creationId xmlns:a16="http://schemas.microsoft.com/office/drawing/2014/main" id="{C3A26E03-2286-6308-85B5-B468DC4FB56E}"/>
                </a:ext>
              </a:extLst>
            </p:cNvPr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extrusionOk="0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3703;p39">
              <a:extLst>
                <a:ext uri="{FF2B5EF4-FFF2-40B4-BE49-F238E27FC236}">
                  <a16:creationId xmlns:a16="http://schemas.microsoft.com/office/drawing/2014/main" id="{BD8E83B1-41D2-9C97-DB4F-EE14D3BE374D}"/>
                </a:ext>
              </a:extLst>
            </p:cNvPr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3704;p39">
              <a:extLst>
                <a:ext uri="{FF2B5EF4-FFF2-40B4-BE49-F238E27FC236}">
                  <a16:creationId xmlns:a16="http://schemas.microsoft.com/office/drawing/2014/main" id="{96EE053B-32F6-1CBC-4992-D3895869311F}"/>
                </a:ext>
              </a:extLst>
            </p:cNvPr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extrusionOk="0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3705;p39">
              <a:extLst>
                <a:ext uri="{FF2B5EF4-FFF2-40B4-BE49-F238E27FC236}">
                  <a16:creationId xmlns:a16="http://schemas.microsoft.com/office/drawing/2014/main" id="{DA14FBEC-DBDB-DD31-5A0A-7618BB4540F3}"/>
                </a:ext>
              </a:extLst>
            </p:cNvPr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3706;p39">
              <a:extLst>
                <a:ext uri="{FF2B5EF4-FFF2-40B4-BE49-F238E27FC236}">
                  <a16:creationId xmlns:a16="http://schemas.microsoft.com/office/drawing/2014/main" id="{AA581A98-7E43-A48E-8DC8-1B527E4935BE}"/>
                </a:ext>
              </a:extLst>
            </p:cNvPr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extrusionOk="0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3707;p39">
              <a:extLst>
                <a:ext uri="{FF2B5EF4-FFF2-40B4-BE49-F238E27FC236}">
                  <a16:creationId xmlns:a16="http://schemas.microsoft.com/office/drawing/2014/main" id="{337B2B21-2443-4501-5A3D-F8E1B72BA29C}"/>
                </a:ext>
              </a:extLst>
            </p:cNvPr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fill="none" extrusionOk="0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3708;p39">
              <a:extLst>
                <a:ext uri="{FF2B5EF4-FFF2-40B4-BE49-F238E27FC236}">
                  <a16:creationId xmlns:a16="http://schemas.microsoft.com/office/drawing/2014/main" id="{C3384774-C2C6-22D0-94B8-A72F5831F68C}"/>
                </a:ext>
              </a:extLst>
            </p:cNvPr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extrusionOk="0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3709;p39">
              <a:extLst>
                <a:ext uri="{FF2B5EF4-FFF2-40B4-BE49-F238E27FC236}">
                  <a16:creationId xmlns:a16="http://schemas.microsoft.com/office/drawing/2014/main" id="{9333966E-6A39-23A8-D629-069715C72CCE}"/>
                </a:ext>
              </a:extLst>
            </p:cNvPr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fill="none" extrusionOk="0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3710;p39">
              <a:extLst>
                <a:ext uri="{FF2B5EF4-FFF2-40B4-BE49-F238E27FC236}">
                  <a16:creationId xmlns:a16="http://schemas.microsoft.com/office/drawing/2014/main" id="{2D6CA667-2A90-BA13-25BA-7CB2C6BB93F8}"/>
                </a:ext>
              </a:extLst>
            </p:cNvPr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extrusionOk="0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3711;p39">
              <a:extLst>
                <a:ext uri="{FF2B5EF4-FFF2-40B4-BE49-F238E27FC236}">
                  <a16:creationId xmlns:a16="http://schemas.microsoft.com/office/drawing/2014/main" id="{1D57D898-2D1D-3B5C-7008-BC7F3CB8032E}"/>
                </a:ext>
              </a:extLst>
            </p:cNvPr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fill="none" extrusionOk="0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3712;p39">
              <a:extLst>
                <a:ext uri="{FF2B5EF4-FFF2-40B4-BE49-F238E27FC236}">
                  <a16:creationId xmlns:a16="http://schemas.microsoft.com/office/drawing/2014/main" id="{0CBD3F7E-81BD-A625-1FAD-9C285B30C922}"/>
                </a:ext>
              </a:extLst>
            </p:cNvPr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extrusionOk="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3713;p39">
              <a:extLst>
                <a:ext uri="{FF2B5EF4-FFF2-40B4-BE49-F238E27FC236}">
                  <a16:creationId xmlns:a16="http://schemas.microsoft.com/office/drawing/2014/main" id="{B85D5FE2-68A9-C551-5341-105F77892FAF}"/>
                </a:ext>
              </a:extLst>
            </p:cNvPr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fill="none" extrusionOk="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3714;p39">
              <a:extLst>
                <a:ext uri="{FF2B5EF4-FFF2-40B4-BE49-F238E27FC236}">
                  <a16:creationId xmlns:a16="http://schemas.microsoft.com/office/drawing/2014/main" id="{2B72BB0B-5CCF-B347-0B6E-FDF490B9CD0D}"/>
                </a:ext>
              </a:extLst>
            </p:cNvPr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extrusionOk="0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3715;p39">
              <a:extLst>
                <a:ext uri="{FF2B5EF4-FFF2-40B4-BE49-F238E27FC236}">
                  <a16:creationId xmlns:a16="http://schemas.microsoft.com/office/drawing/2014/main" id="{E65BFBAC-7079-D008-17C1-DF47E76553B0}"/>
                </a:ext>
              </a:extLst>
            </p:cNvPr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fill="none" extrusionOk="0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3716;p39">
              <a:extLst>
                <a:ext uri="{FF2B5EF4-FFF2-40B4-BE49-F238E27FC236}">
                  <a16:creationId xmlns:a16="http://schemas.microsoft.com/office/drawing/2014/main" id="{F3CD0819-BC05-3709-F44C-33D585EBE379}"/>
                </a:ext>
              </a:extLst>
            </p:cNvPr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extrusionOk="0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3717;p39">
              <a:extLst>
                <a:ext uri="{FF2B5EF4-FFF2-40B4-BE49-F238E27FC236}">
                  <a16:creationId xmlns:a16="http://schemas.microsoft.com/office/drawing/2014/main" id="{EE0E20AC-9251-3B79-0C01-D2C5B472318B}"/>
                </a:ext>
              </a:extLst>
            </p:cNvPr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fill="none" extrusionOk="0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3718;p39">
              <a:extLst>
                <a:ext uri="{FF2B5EF4-FFF2-40B4-BE49-F238E27FC236}">
                  <a16:creationId xmlns:a16="http://schemas.microsoft.com/office/drawing/2014/main" id="{0F6B288C-97F3-01D1-91BA-174FFEEF902B}"/>
                </a:ext>
              </a:extLst>
            </p:cNvPr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extrusionOk="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3719;p39">
              <a:extLst>
                <a:ext uri="{FF2B5EF4-FFF2-40B4-BE49-F238E27FC236}">
                  <a16:creationId xmlns:a16="http://schemas.microsoft.com/office/drawing/2014/main" id="{458586F3-7F55-B767-77D4-2F89340F9474}"/>
                </a:ext>
              </a:extLst>
            </p:cNvPr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fill="none" extrusionOk="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3720;p39">
              <a:extLst>
                <a:ext uri="{FF2B5EF4-FFF2-40B4-BE49-F238E27FC236}">
                  <a16:creationId xmlns:a16="http://schemas.microsoft.com/office/drawing/2014/main" id="{548C3CC5-F1C6-4070-A05B-6F9D0463CF9E}"/>
                </a:ext>
              </a:extLst>
            </p:cNvPr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extrusionOk="0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3721;p39">
              <a:extLst>
                <a:ext uri="{FF2B5EF4-FFF2-40B4-BE49-F238E27FC236}">
                  <a16:creationId xmlns:a16="http://schemas.microsoft.com/office/drawing/2014/main" id="{310C0D3C-C9B3-B519-C95F-A2E3BDE72B54}"/>
                </a:ext>
              </a:extLst>
            </p:cNvPr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fill="none" extrusionOk="0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3722;p39">
              <a:extLst>
                <a:ext uri="{FF2B5EF4-FFF2-40B4-BE49-F238E27FC236}">
                  <a16:creationId xmlns:a16="http://schemas.microsoft.com/office/drawing/2014/main" id="{B8C01A62-AA83-B3FC-F46B-BBCC1381944D}"/>
                </a:ext>
              </a:extLst>
            </p:cNvPr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extrusionOk="0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3723;p39">
              <a:extLst>
                <a:ext uri="{FF2B5EF4-FFF2-40B4-BE49-F238E27FC236}">
                  <a16:creationId xmlns:a16="http://schemas.microsoft.com/office/drawing/2014/main" id="{8AE93804-FF9A-FC68-0162-FE9E947EE86D}"/>
                </a:ext>
              </a:extLst>
            </p:cNvPr>
            <p:cNvSpPr/>
            <p:nvPr/>
          </p:nvSpPr>
          <p:spPr>
            <a:xfrm>
              <a:off x="7675375" y="-499275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3724;p39">
              <a:extLst>
                <a:ext uri="{FF2B5EF4-FFF2-40B4-BE49-F238E27FC236}">
                  <a16:creationId xmlns:a16="http://schemas.microsoft.com/office/drawing/2014/main" id="{962E1BB3-7D19-BCE1-8E99-2A5177735608}"/>
                </a:ext>
              </a:extLst>
            </p:cNvPr>
            <p:cNvSpPr/>
            <p:nvPr/>
          </p:nvSpPr>
          <p:spPr>
            <a:xfrm>
              <a:off x="76743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3725;p39">
              <a:extLst>
                <a:ext uri="{FF2B5EF4-FFF2-40B4-BE49-F238E27FC236}">
                  <a16:creationId xmlns:a16="http://schemas.microsoft.com/office/drawing/2014/main" id="{0F3FE597-8404-A5E5-3768-7C8B7BCC9B67}"/>
                </a:ext>
              </a:extLst>
            </p:cNvPr>
            <p:cNvSpPr/>
            <p:nvPr/>
          </p:nvSpPr>
          <p:spPr>
            <a:xfrm>
              <a:off x="76737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3726;p39">
              <a:extLst>
                <a:ext uri="{FF2B5EF4-FFF2-40B4-BE49-F238E27FC236}">
                  <a16:creationId xmlns:a16="http://schemas.microsoft.com/office/drawing/2014/main" id="{C94EFC4D-B003-B6DC-CC32-ECA61110FAAE}"/>
                </a:ext>
              </a:extLst>
            </p:cNvPr>
            <p:cNvSpPr/>
            <p:nvPr/>
          </p:nvSpPr>
          <p:spPr>
            <a:xfrm>
              <a:off x="7673225" y="-499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3727;p39">
              <a:extLst>
                <a:ext uri="{FF2B5EF4-FFF2-40B4-BE49-F238E27FC236}">
                  <a16:creationId xmlns:a16="http://schemas.microsoft.com/office/drawing/2014/main" id="{B8A0EC2D-2939-832F-52C5-0D173A09830F}"/>
                </a:ext>
              </a:extLst>
            </p:cNvPr>
            <p:cNvSpPr/>
            <p:nvPr/>
          </p:nvSpPr>
          <p:spPr>
            <a:xfrm>
              <a:off x="767215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3728;p39">
              <a:extLst>
                <a:ext uri="{FF2B5EF4-FFF2-40B4-BE49-F238E27FC236}">
                  <a16:creationId xmlns:a16="http://schemas.microsoft.com/office/drawing/2014/main" id="{53D86644-8B10-B70B-A19A-395A3FE47232}"/>
                </a:ext>
              </a:extLst>
            </p:cNvPr>
            <p:cNvSpPr/>
            <p:nvPr/>
          </p:nvSpPr>
          <p:spPr>
            <a:xfrm>
              <a:off x="767160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3729;p39">
              <a:extLst>
                <a:ext uri="{FF2B5EF4-FFF2-40B4-BE49-F238E27FC236}">
                  <a16:creationId xmlns:a16="http://schemas.microsoft.com/office/drawing/2014/main" id="{CA7E0DFC-F070-935C-5F41-75992AB48114}"/>
                </a:ext>
              </a:extLst>
            </p:cNvPr>
            <p:cNvSpPr/>
            <p:nvPr/>
          </p:nvSpPr>
          <p:spPr>
            <a:xfrm>
              <a:off x="7671075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3730;p39">
              <a:extLst>
                <a:ext uri="{FF2B5EF4-FFF2-40B4-BE49-F238E27FC236}">
                  <a16:creationId xmlns:a16="http://schemas.microsoft.com/office/drawing/2014/main" id="{5768E242-D58C-4194-B708-554747ED5791}"/>
                </a:ext>
              </a:extLst>
            </p:cNvPr>
            <p:cNvSpPr/>
            <p:nvPr/>
          </p:nvSpPr>
          <p:spPr>
            <a:xfrm>
              <a:off x="76700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3731;p39">
              <a:extLst>
                <a:ext uri="{FF2B5EF4-FFF2-40B4-BE49-F238E27FC236}">
                  <a16:creationId xmlns:a16="http://schemas.microsoft.com/office/drawing/2014/main" id="{9972838F-FEE7-6BAC-BF83-D6FB5B327EFE}"/>
                </a:ext>
              </a:extLst>
            </p:cNvPr>
            <p:cNvSpPr/>
            <p:nvPr/>
          </p:nvSpPr>
          <p:spPr>
            <a:xfrm>
              <a:off x="76694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3732;p39">
              <a:extLst>
                <a:ext uri="{FF2B5EF4-FFF2-40B4-BE49-F238E27FC236}">
                  <a16:creationId xmlns:a16="http://schemas.microsoft.com/office/drawing/2014/main" id="{570B960F-80CB-37C6-0904-6F202BC8D864}"/>
                </a:ext>
              </a:extLst>
            </p:cNvPr>
            <p:cNvSpPr/>
            <p:nvPr/>
          </p:nvSpPr>
          <p:spPr>
            <a:xfrm>
              <a:off x="7668925" y="-499800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3733;p39">
              <a:extLst>
                <a:ext uri="{FF2B5EF4-FFF2-40B4-BE49-F238E27FC236}">
                  <a16:creationId xmlns:a16="http://schemas.microsoft.com/office/drawing/2014/main" id="{89369B20-CAA3-9B04-0CF4-27B51E1736D1}"/>
                </a:ext>
              </a:extLst>
            </p:cNvPr>
            <p:cNvSpPr/>
            <p:nvPr/>
          </p:nvSpPr>
          <p:spPr>
            <a:xfrm>
              <a:off x="7667850" y="-499800"/>
              <a:ext cx="1100" cy="25"/>
            </a:xfrm>
            <a:custGeom>
              <a:avLst/>
              <a:gdLst/>
              <a:ahLst/>
              <a:cxnLst/>
              <a:rect l="l" t="t" r="r" b="b"/>
              <a:pathLst>
                <a:path w="44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3734;p39">
              <a:extLst>
                <a:ext uri="{FF2B5EF4-FFF2-40B4-BE49-F238E27FC236}">
                  <a16:creationId xmlns:a16="http://schemas.microsoft.com/office/drawing/2014/main" id="{4FDBC531-C2BD-AC44-2535-AE5E56A170E4}"/>
                </a:ext>
              </a:extLst>
            </p:cNvPr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fill="none" extrusionOk="0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3735;p39">
              <a:extLst>
                <a:ext uri="{FF2B5EF4-FFF2-40B4-BE49-F238E27FC236}">
                  <a16:creationId xmlns:a16="http://schemas.microsoft.com/office/drawing/2014/main" id="{AD2C9152-FED3-D835-B068-EB453D4833EB}"/>
                </a:ext>
              </a:extLst>
            </p:cNvPr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extrusionOk="0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3736;p39">
              <a:extLst>
                <a:ext uri="{FF2B5EF4-FFF2-40B4-BE49-F238E27FC236}">
                  <a16:creationId xmlns:a16="http://schemas.microsoft.com/office/drawing/2014/main" id="{E78606BD-4661-98F4-F880-86CCFBDBAEA9}"/>
                </a:ext>
              </a:extLst>
            </p:cNvPr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fill="none" extrusionOk="0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3737;p39">
              <a:extLst>
                <a:ext uri="{FF2B5EF4-FFF2-40B4-BE49-F238E27FC236}">
                  <a16:creationId xmlns:a16="http://schemas.microsoft.com/office/drawing/2014/main" id="{0D8719C4-EED9-3D55-698F-CFD74259B252}"/>
                </a:ext>
              </a:extLst>
            </p:cNvPr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extrusionOk="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3738;p39">
              <a:extLst>
                <a:ext uri="{FF2B5EF4-FFF2-40B4-BE49-F238E27FC236}">
                  <a16:creationId xmlns:a16="http://schemas.microsoft.com/office/drawing/2014/main" id="{003B58D3-65F8-0EC5-7475-893D077B6524}"/>
                </a:ext>
              </a:extLst>
            </p:cNvPr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fill="none" extrusionOk="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3739;p39">
              <a:extLst>
                <a:ext uri="{FF2B5EF4-FFF2-40B4-BE49-F238E27FC236}">
                  <a16:creationId xmlns:a16="http://schemas.microsoft.com/office/drawing/2014/main" id="{DB768132-E11E-6CDF-B44F-1925FBA9D33E}"/>
                </a:ext>
              </a:extLst>
            </p:cNvPr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extrusionOk="0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3740;p39">
              <a:extLst>
                <a:ext uri="{FF2B5EF4-FFF2-40B4-BE49-F238E27FC236}">
                  <a16:creationId xmlns:a16="http://schemas.microsoft.com/office/drawing/2014/main" id="{332184FF-66FD-EB9B-7DB2-AAEB85E2B7F8}"/>
                </a:ext>
              </a:extLst>
            </p:cNvPr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fill="none" extrusionOk="0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3741;p39">
              <a:extLst>
                <a:ext uri="{FF2B5EF4-FFF2-40B4-BE49-F238E27FC236}">
                  <a16:creationId xmlns:a16="http://schemas.microsoft.com/office/drawing/2014/main" id="{25FC4FF7-9809-E68A-9D15-C4E73047761E}"/>
                </a:ext>
              </a:extLst>
            </p:cNvPr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3742;p39">
              <a:extLst>
                <a:ext uri="{FF2B5EF4-FFF2-40B4-BE49-F238E27FC236}">
                  <a16:creationId xmlns:a16="http://schemas.microsoft.com/office/drawing/2014/main" id="{6D2BE846-8A53-E694-25EE-4B729216DBF7}"/>
                </a:ext>
              </a:extLst>
            </p:cNvPr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3743;p39">
              <a:extLst>
                <a:ext uri="{FF2B5EF4-FFF2-40B4-BE49-F238E27FC236}">
                  <a16:creationId xmlns:a16="http://schemas.microsoft.com/office/drawing/2014/main" id="{FB598B2A-E016-0CD3-3B7B-4C197FBB34AD}"/>
                </a:ext>
              </a:extLst>
            </p:cNvPr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extrusionOk="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3744;p39">
              <a:extLst>
                <a:ext uri="{FF2B5EF4-FFF2-40B4-BE49-F238E27FC236}">
                  <a16:creationId xmlns:a16="http://schemas.microsoft.com/office/drawing/2014/main" id="{5F211B7C-A56A-9180-1ECF-4963D35D15C1}"/>
                </a:ext>
              </a:extLst>
            </p:cNvPr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fill="none" extrusionOk="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3745;p39">
              <a:extLst>
                <a:ext uri="{FF2B5EF4-FFF2-40B4-BE49-F238E27FC236}">
                  <a16:creationId xmlns:a16="http://schemas.microsoft.com/office/drawing/2014/main" id="{4FEE5394-006A-E103-558C-59866887F210}"/>
                </a:ext>
              </a:extLst>
            </p:cNvPr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extrusionOk="0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3746;p39">
              <a:extLst>
                <a:ext uri="{FF2B5EF4-FFF2-40B4-BE49-F238E27FC236}">
                  <a16:creationId xmlns:a16="http://schemas.microsoft.com/office/drawing/2014/main" id="{0A016BDF-B6B2-500D-1EA6-3F283E61CCC1}"/>
                </a:ext>
              </a:extLst>
            </p:cNvPr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fill="none" extrusionOk="0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3747;p39">
              <a:extLst>
                <a:ext uri="{FF2B5EF4-FFF2-40B4-BE49-F238E27FC236}">
                  <a16:creationId xmlns:a16="http://schemas.microsoft.com/office/drawing/2014/main" id="{6A688E1B-58BC-E729-5F8F-A6BFFCC6FE82}"/>
                </a:ext>
              </a:extLst>
            </p:cNvPr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extrusionOk="0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3748;p39">
              <a:extLst>
                <a:ext uri="{FF2B5EF4-FFF2-40B4-BE49-F238E27FC236}">
                  <a16:creationId xmlns:a16="http://schemas.microsoft.com/office/drawing/2014/main" id="{91840447-75A4-5D3E-13CC-7FB606B343B7}"/>
                </a:ext>
              </a:extLst>
            </p:cNvPr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fill="none" extrusionOk="0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3749;p39">
              <a:extLst>
                <a:ext uri="{FF2B5EF4-FFF2-40B4-BE49-F238E27FC236}">
                  <a16:creationId xmlns:a16="http://schemas.microsoft.com/office/drawing/2014/main" id="{3A33F9B7-DC8C-BDA6-9D76-96E13AA7F6DF}"/>
                </a:ext>
              </a:extLst>
            </p:cNvPr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extrusionOk="0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3750;p39">
              <a:extLst>
                <a:ext uri="{FF2B5EF4-FFF2-40B4-BE49-F238E27FC236}">
                  <a16:creationId xmlns:a16="http://schemas.microsoft.com/office/drawing/2014/main" id="{B1CF5637-279E-0DE6-9A30-5BAA62B657B1}"/>
                </a:ext>
              </a:extLst>
            </p:cNvPr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fill="none" extrusionOk="0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3751;p39">
              <a:extLst>
                <a:ext uri="{FF2B5EF4-FFF2-40B4-BE49-F238E27FC236}">
                  <a16:creationId xmlns:a16="http://schemas.microsoft.com/office/drawing/2014/main" id="{B088D5E3-95C7-7337-EBF2-CEFB53162689}"/>
                </a:ext>
              </a:extLst>
            </p:cNvPr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extrusionOk="0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3752;p39">
              <a:extLst>
                <a:ext uri="{FF2B5EF4-FFF2-40B4-BE49-F238E27FC236}">
                  <a16:creationId xmlns:a16="http://schemas.microsoft.com/office/drawing/2014/main" id="{9AA058A9-D271-872D-B98D-CC8A7023D9F1}"/>
                </a:ext>
              </a:extLst>
            </p:cNvPr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fill="none" extrusionOk="0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3753;p39">
              <a:extLst>
                <a:ext uri="{FF2B5EF4-FFF2-40B4-BE49-F238E27FC236}">
                  <a16:creationId xmlns:a16="http://schemas.microsoft.com/office/drawing/2014/main" id="{4489BEDE-7BBF-0504-44F9-AB36F76AE82B}"/>
                </a:ext>
              </a:extLst>
            </p:cNvPr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extrusionOk="0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3754;p39">
              <a:extLst>
                <a:ext uri="{FF2B5EF4-FFF2-40B4-BE49-F238E27FC236}">
                  <a16:creationId xmlns:a16="http://schemas.microsoft.com/office/drawing/2014/main" id="{B7819895-5A34-8434-4B28-F6C62499F941}"/>
                </a:ext>
              </a:extLst>
            </p:cNvPr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fill="none" extrusionOk="0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3755;p39">
              <a:extLst>
                <a:ext uri="{FF2B5EF4-FFF2-40B4-BE49-F238E27FC236}">
                  <a16:creationId xmlns:a16="http://schemas.microsoft.com/office/drawing/2014/main" id="{89962F89-0244-0820-313B-EFDAF07B5FB5}"/>
                </a:ext>
              </a:extLst>
            </p:cNvPr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3756;p39">
              <a:extLst>
                <a:ext uri="{FF2B5EF4-FFF2-40B4-BE49-F238E27FC236}">
                  <a16:creationId xmlns:a16="http://schemas.microsoft.com/office/drawing/2014/main" id="{BEFDC84E-1B7F-0C54-0B13-3A4008DF4D92}"/>
                </a:ext>
              </a:extLst>
            </p:cNvPr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3757;p39">
              <a:extLst>
                <a:ext uri="{FF2B5EF4-FFF2-40B4-BE49-F238E27FC236}">
                  <a16:creationId xmlns:a16="http://schemas.microsoft.com/office/drawing/2014/main" id="{F6FD2FF4-74A3-9D1A-A358-E70120F9AEB7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3758;p39">
              <a:extLst>
                <a:ext uri="{FF2B5EF4-FFF2-40B4-BE49-F238E27FC236}">
                  <a16:creationId xmlns:a16="http://schemas.microsoft.com/office/drawing/2014/main" id="{6B88E21F-F61C-BDA2-3EE1-4E078D55B460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3759;p39">
              <a:extLst>
                <a:ext uri="{FF2B5EF4-FFF2-40B4-BE49-F238E27FC236}">
                  <a16:creationId xmlns:a16="http://schemas.microsoft.com/office/drawing/2014/main" id="{EB90546F-ACDE-7C48-08A0-103DC55BF878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3760;p39">
              <a:extLst>
                <a:ext uri="{FF2B5EF4-FFF2-40B4-BE49-F238E27FC236}">
                  <a16:creationId xmlns:a16="http://schemas.microsoft.com/office/drawing/2014/main" id="{0317EBC9-A466-9552-D41A-D75B28BB9AD2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3761;p39">
              <a:extLst>
                <a:ext uri="{FF2B5EF4-FFF2-40B4-BE49-F238E27FC236}">
                  <a16:creationId xmlns:a16="http://schemas.microsoft.com/office/drawing/2014/main" id="{B137015E-1D6A-D3DD-0368-ABF09A3BC7B2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3762;p39">
              <a:extLst>
                <a:ext uri="{FF2B5EF4-FFF2-40B4-BE49-F238E27FC236}">
                  <a16:creationId xmlns:a16="http://schemas.microsoft.com/office/drawing/2014/main" id="{715DF2AE-7C48-4633-8E9A-9E6F713518C2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3763;p39">
              <a:extLst>
                <a:ext uri="{FF2B5EF4-FFF2-40B4-BE49-F238E27FC236}">
                  <a16:creationId xmlns:a16="http://schemas.microsoft.com/office/drawing/2014/main" id="{84189DBF-FD78-A630-A055-BED3AD3DC1C6}"/>
                </a:ext>
              </a:extLst>
            </p:cNvPr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3764;p39">
              <a:extLst>
                <a:ext uri="{FF2B5EF4-FFF2-40B4-BE49-F238E27FC236}">
                  <a16:creationId xmlns:a16="http://schemas.microsoft.com/office/drawing/2014/main" id="{AB1CAC9D-5DF1-3AC3-9242-F13239EAC384}"/>
                </a:ext>
              </a:extLst>
            </p:cNvPr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3765;p39">
              <a:extLst>
                <a:ext uri="{FF2B5EF4-FFF2-40B4-BE49-F238E27FC236}">
                  <a16:creationId xmlns:a16="http://schemas.microsoft.com/office/drawing/2014/main" id="{0E8CAA29-20B1-4E73-7E43-6394217B0E84}"/>
                </a:ext>
              </a:extLst>
            </p:cNvPr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extrusionOk="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3766;p39">
              <a:extLst>
                <a:ext uri="{FF2B5EF4-FFF2-40B4-BE49-F238E27FC236}">
                  <a16:creationId xmlns:a16="http://schemas.microsoft.com/office/drawing/2014/main" id="{3AC1C2E6-6AA3-A778-055D-0DD30D237DE2}"/>
                </a:ext>
              </a:extLst>
            </p:cNvPr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fill="none" extrusionOk="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3767;p39">
              <a:extLst>
                <a:ext uri="{FF2B5EF4-FFF2-40B4-BE49-F238E27FC236}">
                  <a16:creationId xmlns:a16="http://schemas.microsoft.com/office/drawing/2014/main" id="{C2E69993-8BC0-21AD-3FAF-2DE030CCEA5A}"/>
                </a:ext>
              </a:extLst>
            </p:cNvPr>
            <p:cNvSpPr/>
            <p:nvPr/>
          </p:nvSpPr>
          <p:spPr>
            <a:xfrm>
              <a:off x="6045925" y="-987250"/>
              <a:ext cx="735750" cy="815300"/>
            </a:xfrm>
            <a:custGeom>
              <a:avLst/>
              <a:gdLst/>
              <a:ahLst/>
              <a:cxnLst/>
              <a:rect l="l" t="t" r="r" b="b"/>
              <a:pathLst>
                <a:path w="29430" h="32612" extrusionOk="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3768;p39">
              <a:extLst>
                <a:ext uri="{FF2B5EF4-FFF2-40B4-BE49-F238E27FC236}">
                  <a16:creationId xmlns:a16="http://schemas.microsoft.com/office/drawing/2014/main" id="{83B707D1-4C18-45FA-EC8A-B991AB6AFC96}"/>
                </a:ext>
              </a:extLst>
            </p:cNvPr>
            <p:cNvSpPr/>
            <p:nvPr/>
          </p:nvSpPr>
          <p:spPr>
            <a:xfrm>
              <a:off x="7752225" y="-585800"/>
              <a:ext cx="394475" cy="311725"/>
            </a:xfrm>
            <a:custGeom>
              <a:avLst/>
              <a:gdLst/>
              <a:ahLst/>
              <a:cxnLst/>
              <a:rect l="l" t="t" r="r" b="b"/>
              <a:pathLst>
                <a:path w="15779" h="12469" extrusionOk="0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3769;p39">
              <a:extLst>
                <a:ext uri="{FF2B5EF4-FFF2-40B4-BE49-F238E27FC236}">
                  <a16:creationId xmlns:a16="http://schemas.microsoft.com/office/drawing/2014/main" id="{4D1AC111-398E-2368-60A3-890C6A847192}"/>
                </a:ext>
              </a:extLst>
            </p:cNvPr>
            <p:cNvSpPr/>
            <p:nvPr/>
          </p:nvSpPr>
          <p:spPr>
            <a:xfrm>
              <a:off x="6164700" y="-980800"/>
              <a:ext cx="616975" cy="778200"/>
            </a:xfrm>
            <a:custGeom>
              <a:avLst/>
              <a:gdLst/>
              <a:ahLst/>
              <a:cxnLst/>
              <a:rect l="l" t="t" r="r" b="b"/>
              <a:pathLst>
                <a:path w="24679" h="31128" extrusionOk="0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3770;p39">
              <a:extLst>
                <a:ext uri="{FF2B5EF4-FFF2-40B4-BE49-F238E27FC236}">
                  <a16:creationId xmlns:a16="http://schemas.microsoft.com/office/drawing/2014/main" id="{C6D591F5-418A-E4FA-EB5A-B47F65A4E0EA}"/>
                </a:ext>
              </a:extLst>
            </p:cNvPr>
            <p:cNvSpPr/>
            <p:nvPr/>
          </p:nvSpPr>
          <p:spPr>
            <a:xfrm>
              <a:off x="6672000" y="-13716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3771;p39">
              <a:extLst>
                <a:ext uri="{FF2B5EF4-FFF2-40B4-BE49-F238E27FC236}">
                  <a16:creationId xmlns:a16="http://schemas.microsoft.com/office/drawing/2014/main" id="{31FBA8AE-FC8D-E56D-83EA-EBCF677727A7}"/>
                </a:ext>
              </a:extLst>
            </p:cNvPr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extrusionOk="0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3772;p39">
              <a:extLst>
                <a:ext uri="{FF2B5EF4-FFF2-40B4-BE49-F238E27FC236}">
                  <a16:creationId xmlns:a16="http://schemas.microsoft.com/office/drawing/2014/main" id="{E9715EF6-58F1-82DF-CFCB-D3EDF2AE900D}"/>
                </a:ext>
              </a:extLst>
            </p:cNvPr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3773;p39">
              <a:extLst>
                <a:ext uri="{FF2B5EF4-FFF2-40B4-BE49-F238E27FC236}">
                  <a16:creationId xmlns:a16="http://schemas.microsoft.com/office/drawing/2014/main" id="{ADD4AA94-A56E-A1E4-723E-5606C4183145}"/>
                </a:ext>
              </a:extLst>
            </p:cNvPr>
            <p:cNvSpPr/>
            <p:nvPr/>
          </p:nvSpPr>
          <p:spPr>
            <a:xfrm>
              <a:off x="7617325" y="-819575"/>
              <a:ext cx="147825" cy="62375"/>
            </a:xfrm>
            <a:custGeom>
              <a:avLst/>
              <a:gdLst/>
              <a:ahLst/>
              <a:cxnLst/>
              <a:rect l="l" t="t" r="r" b="b"/>
              <a:pathLst>
                <a:path w="5913" h="2495" extrusionOk="0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3774;p39">
              <a:extLst>
                <a:ext uri="{FF2B5EF4-FFF2-40B4-BE49-F238E27FC236}">
                  <a16:creationId xmlns:a16="http://schemas.microsoft.com/office/drawing/2014/main" id="{DD80B372-4110-5A71-E3D5-567A648538C2}"/>
                </a:ext>
              </a:extLst>
            </p:cNvPr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3775;p39">
              <a:extLst>
                <a:ext uri="{FF2B5EF4-FFF2-40B4-BE49-F238E27FC236}">
                  <a16:creationId xmlns:a16="http://schemas.microsoft.com/office/drawing/2014/main" id="{12784C2F-0F0B-DAD7-606F-FE2C3D2E7C7E}"/>
                </a:ext>
              </a:extLst>
            </p:cNvPr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3776;p39">
              <a:extLst>
                <a:ext uri="{FF2B5EF4-FFF2-40B4-BE49-F238E27FC236}">
                  <a16:creationId xmlns:a16="http://schemas.microsoft.com/office/drawing/2014/main" id="{6D73CBA2-2D9D-0697-B5F7-F2F345D677FE}"/>
                </a:ext>
              </a:extLst>
            </p:cNvPr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extrusionOk="0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3777;p39">
              <a:extLst>
                <a:ext uri="{FF2B5EF4-FFF2-40B4-BE49-F238E27FC236}">
                  <a16:creationId xmlns:a16="http://schemas.microsoft.com/office/drawing/2014/main" id="{708B7D1E-04D4-C690-0FFB-8AE421EB8E38}"/>
                </a:ext>
              </a:extLst>
            </p:cNvPr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fill="none" extrusionOk="0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3778;p39">
              <a:extLst>
                <a:ext uri="{FF2B5EF4-FFF2-40B4-BE49-F238E27FC236}">
                  <a16:creationId xmlns:a16="http://schemas.microsoft.com/office/drawing/2014/main" id="{3CADD790-39E6-F3B0-2DAF-EEA0E6F51EBE}"/>
                </a:ext>
              </a:extLst>
            </p:cNvPr>
            <p:cNvSpPr/>
            <p:nvPr/>
          </p:nvSpPr>
          <p:spPr>
            <a:xfrm>
              <a:off x="7973625" y="-669625"/>
              <a:ext cx="139775" cy="63425"/>
            </a:xfrm>
            <a:custGeom>
              <a:avLst/>
              <a:gdLst/>
              <a:ahLst/>
              <a:cxnLst/>
              <a:rect l="l" t="t" r="r" b="b"/>
              <a:pathLst>
                <a:path w="5591" h="2537" extrusionOk="0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3779;p39">
              <a:extLst>
                <a:ext uri="{FF2B5EF4-FFF2-40B4-BE49-F238E27FC236}">
                  <a16:creationId xmlns:a16="http://schemas.microsoft.com/office/drawing/2014/main" id="{2F92B5C2-2994-563D-0C29-D29EC09CE656}"/>
                </a:ext>
              </a:extLst>
            </p:cNvPr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3780;p39">
              <a:extLst>
                <a:ext uri="{FF2B5EF4-FFF2-40B4-BE49-F238E27FC236}">
                  <a16:creationId xmlns:a16="http://schemas.microsoft.com/office/drawing/2014/main" id="{911548C6-A8E3-4387-768B-E2B87CB80571}"/>
                </a:ext>
              </a:extLst>
            </p:cNvPr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fill="none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02" name="Google Shape;3546;p39">
            <a:extLst>
              <a:ext uri="{FF2B5EF4-FFF2-40B4-BE49-F238E27FC236}">
                <a16:creationId xmlns:a16="http://schemas.microsoft.com/office/drawing/2014/main" id="{9E47A7CA-FB10-80FD-CC03-FE26C4CC19EE}"/>
              </a:ext>
            </a:extLst>
          </p:cNvPr>
          <p:cNvSpPr txBox="1">
            <a:spLocks/>
          </p:cNvSpPr>
          <p:nvPr/>
        </p:nvSpPr>
        <p:spPr>
          <a:xfrm>
            <a:off x="191772" y="3814411"/>
            <a:ext cx="8760456" cy="30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None/>
            </a:pPr>
            <a:r>
              <a:rPr lang="en-US" b="1" dirty="0">
                <a:solidFill>
                  <a:srgbClr val="D14000"/>
                </a:solidFill>
                <a:latin typeface="Arial Rounded MT Bold" panose="020F0704030504030204" pitchFamily="34" charset="0"/>
              </a:rPr>
              <a:t>Business Outcomes: </a:t>
            </a:r>
            <a:r>
              <a:rPr lang="en-IE" dirty="0">
                <a:latin typeface="Arial Rounded MT Bold" panose="020F0704030504030204" pitchFamily="34" charset="0"/>
              </a:rPr>
              <a:t>Safety, Efficiency, Profitability, Customer Satisfaction</a:t>
            </a:r>
          </a:p>
          <a:p>
            <a:pPr marL="0" indent="0" algn="ctr">
              <a:buClr>
                <a:schemeClr val="dk1"/>
              </a:buClr>
              <a:buSzPts val="1100"/>
              <a:buNone/>
            </a:pPr>
            <a:endParaRPr lang="en-US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97" name="Google Shape;8848;p74">
            <a:extLst>
              <a:ext uri="{FF2B5EF4-FFF2-40B4-BE49-F238E27FC236}">
                <a16:creationId xmlns:a16="http://schemas.microsoft.com/office/drawing/2014/main" id="{0B22A1B5-1B5B-E3C5-02D4-C38DFC3BB6FB}"/>
              </a:ext>
            </a:extLst>
          </p:cNvPr>
          <p:cNvGrpSpPr/>
          <p:nvPr/>
        </p:nvGrpSpPr>
        <p:grpSpPr>
          <a:xfrm>
            <a:off x="3787214" y="2019300"/>
            <a:ext cx="1569574" cy="632462"/>
            <a:chOff x="3852075" y="1987750"/>
            <a:chExt cx="3707700" cy="1494025"/>
          </a:xfrm>
        </p:grpSpPr>
        <p:sp>
          <p:nvSpPr>
            <p:cNvPr id="4798" name="Google Shape;8849;p74">
              <a:extLst>
                <a:ext uri="{FF2B5EF4-FFF2-40B4-BE49-F238E27FC236}">
                  <a16:creationId xmlns:a16="http://schemas.microsoft.com/office/drawing/2014/main" id="{B84A3890-627D-77C6-DA05-BB4E795A2525}"/>
                </a:ext>
              </a:extLst>
            </p:cNvPr>
            <p:cNvSpPr/>
            <p:nvPr/>
          </p:nvSpPr>
          <p:spPr>
            <a:xfrm>
              <a:off x="3852075" y="1987750"/>
              <a:ext cx="3707700" cy="1494025"/>
            </a:xfrm>
            <a:custGeom>
              <a:avLst/>
              <a:gdLst/>
              <a:ahLst/>
              <a:cxnLst/>
              <a:rect l="l" t="t" r="r" b="b"/>
              <a:pathLst>
                <a:path w="148308" h="59761" extrusionOk="0">
                  <a:moveTo>
                    <a:pt x="74235" y="0"/>
                  </a:moveTo>
                  <a:lnTo>
                    <a:pt x="74074" y="27"/>
                  </a:lnTo>
                  <a:lnTo>
                    <a:pt x="73885" y="54"/>
                  </a:lnTo>
                  <a:lnTo>
                    <a:pt x="73723" y="135"/>
                  </a:lnTo>
                  <a:lnTo>
                    <a:pt x="73561" y="243"/>
                  </a:lnTo>
                  <a:lnTo>
                    <a:pt x="73427" y="378"/>
                  </a:lnTo>
                  <a:lnTo>
                    <a:pt x="73319" y="540"/>
                  </a:lnTo>
                  <a:lnTo>
                    <a:pt x="73265" y="728"/>
                  </a:lnTo>
                  <a:lnTo>
                    <a:pt x="73211" y="944"/>
                  </a:lnTo>
                  <a:lnTo>
                    <a:pt x="71621" y="19570"/>
                  </a:lnTo>
                  <a:lnTo>
                    <a:pt x="71082" y="19678"/>
                  </a:lnTo>
                  <a:lnTo>
                    <a:pt x="70569" y="19786"/>
                  </a:lnTo>
                  <a:lnTo>
                    <a:pt x="70057" y="19947"/>
                  </a:lnTo>
                  <a:lnTo>
                    <a:pt x="69518" y="20082"/>
                  </a:lnTo>
                  <a:lnTo>
                    <a:pt x="69033" y="20244"/>
                  </a:lnTo>
                  <a:lnTo>
                    <a:pt x="68521" y="20433"/>
                  </a:lnTo>
                  <a:lnTo>
                    <a:pt x="68036" y="20648"/>
                  </a:lnTo>
                  <a:lnTo>
                    <a:pt x="67550" y="20864"/>
                  </a:lnTo>
                  <a:lnTo>
                    <a:pt x="67065" y="21106"/>
                  </a:lnTo>
                  <a:lnTo>
                    <a:pt x="66580" y="21349"/>
                  </a:lnTo>
                  <a:lnTo>
                    <a:pt x="66122" y="21619"/>
                  </a:lnTo>
                  <a:lnTo>
                    <a:pt x="65664" y="21888"/>
                  </a:lnTo>
                  <a:lnTo>
                    <a:pt x="65205" y="22185"/>
                  </a:lnTo>
                  <a:lnTo>
                    <a:pt x="64774" y="22508"/>
                  </a:lnTo>
                  <a:lnTo>
                    <a:pt x="64343" y="22832"/>
                  </a:lnTo>
                  <a:lnTo>
                    <a:pt x="63911" y="23182"/>
                  </a:lnTo>
                  <a:lnTo>
                    <a:pt x="32320" y="18896"/>
                  </a:lnTo>
                  <a:lnTo>
                    <a:pt x="32077" y="18896"/>
                  </a:lnTo>
                  <a:lnTo>
                    <a:pt x="31862" y="18923"/>
                  </a:lnTo>
                  <a:lnTo>
                    <a:pt x="31673" y="18977"/>
                  </a:lnTo>
                  <a:lnTo>
                    <a:pt x="31484" y="19085"/>
                  </a:lnTo>
                  <a:lnTo>
                    <a:pt x="31350" y="19220"/>
                  </a:lnTo>
                  <a:lnTo>
                    <a:pt x="31242" y="19354"/>
                  </a:lnTo>
                  <a:lnTo>
                    <a:pt x="31161" y="19516"/>
                  </a:lnTo>
                  <a:lnTo>
                    <a:pt x="31107" y="19705"/>
                  </a:lnTo>
                  <a:lnTo>
                    <a:pt x="31080" y="19867"/>
                  </a:lnTo>
                  <a:lnTo>
                    <a:pt x="31080" y="20055"/>
                  </a:lnTo>
                  <a:lnTo>
                    <a:pt x="31134" y="20244"/>
                  </a:lnTo>
                  <a:lnTo>
                    <a:pt x="31215" y="20406"/>
                  </a:lnTo>
                  <a:lnTo>
                    <a:pt x="31323" y="20567"/>
                  </a:lnTo>
                  <a:lnTo>
                    <a:pt x="31484" y="20702"/>
                  </a:lnTo>
                  <a:lnTo>
                    <a:pt x="31673" y="20810"/>
                  </a:lnTo>
                  <a:lnTo>
                    <a:pt x="31889" y="20918"/>
                  </a:lnTo>
                  <a:lnTo>
                    <a:pt x="59221" y="28897"/>
                  </a:lnTo>
                  <a:lnTo>
                    <a:pt x="58952" y="29436"/>
                  </a:lnTo>
                  <a:lnTo>
                    <a:pt x="58655" y="30002"/>
                  </a:lnTo>
                  <a:lnTo>
                    <a:pt x="58413" y="30568"/>
                  </a:lnTo>
                  <a:lnTo>
                    <a:pt x="58170" y="31161"/>
                  </a:lnTo>
                  <a:lnTo>
                    <a:pt x="57927" y="31754"/>
                  </a:lnTo>
                  <a:lnTo>
                    <a:pt x="57712" y="32347"/>
                  </a:lnTo>
                  <a:lnTo>
                    <a:pt x="57523" y="32967"/>
                  </a:lnTo>
                  <a:lnTo>
                    <a:pt x="57361" y="33587"/>
                  </a:lnTo>
                  <a:lnTo>
                    <a:pt x="57200" y="34207"/>
                  </a:lnTo>
                  <a:lnTo>
                    <a:pt x="57038" y="34854"/>
                  </a:lnTo>
                  <a:lnTo>
                    <a:pt x="56930" y="35501"/>
                  </a:lnTo>
                  <a:lnTo>
                    <a:pt x="56822" y="36147"/>
                  </a:lnTo>
                  <a:lnTo>
                    <a:pt x="56714" y="36794"/>
                  </a:lnTo>
                  <a:lnTo>
                    <a:pt x="56661" y="37468"/>
                  </a:lnTo>
                  <a:lnTo>
                    <a:pt x="56607" y="38142"/>
                  </a:lnTo>
                  <a:lnTo>
                    <a:pt x="56580" y="38816"/>
                  </a:lnTo>
                  <a:lnTo>
                    <a:pt x="27279" y="35258"/>
                  </a:lnTo>
                  <a:lnTo>
                    <a:pt x="11861" y="33398"/>
                  </a:lnTo>
                  <a:lnTo>
                    <a:pt x="6605" y="32778"/>
                  </a:lnTo>
                  <a:lnTo>
                    <a:pt x="4044" y="32509"/>
                  </a:lnTo>
                  <a:lnTo>
                    <a:pt x="3801" y="32509"/>
                  </a:lnTo>
                  <a:lnTo>
                    <a:pt x="971" y="32913"/>
                  </a:lnTo>
                  <a:lnTo>
                    <a:pt x="756" y="32967"/>
                  </a:lnTo>
                  <a:lnTo>
                    <a:pt x="567" y="33048"/>
                  </a:lnTo>
                  <a:lnTo>
                    <a:pt x="405" y="33155"/>
                  </a:lnTo>
                  <a:lnTo>
                    <a:pt x="270" y="33290"/>
                  </a:lnTo>
                  <a:lnTo>
                    <a:pt x="163" y="33425"/>
                  </a:lnTo>
                  <a:lnTo>
                    <a:pt x="82" y="33614"/>
                  </a:lnTo>
                  <a:lnTo>
                    <a:pt x="28" y="33775"/>
                  </a:lnTo>
                  <a:lnTo>
                    <a:pt x="1" y="33964"/>
                  </a:lnTo>
                  <a:lnTo>
                    <a:pt x="1" y="34153"/>
                  </a:lnTo>
                  <a:lnTo>
                    <a:pt x="28" y="34341"/>
                  </a:lnTo>
                  <a:lnTo>
                    <a:pt x="109" y="34503"/>
                  </a:lnTo>
                  <a:lnTo>
                    <a:pt x="189" y="34665"/>
                  </a:lnTo>
                  <a:lnTo>
                    <a:pt x="297" y="34827"/>
                  </a:lnTo>
                  <a:lnTo>
                    <a:pt x="459" y="34934"/>
                  </a:lnTo>
                  <a:lnTo>
                    <a:pt x="648" y="35042"/>
                  </a:lnTo>
                  <a:lnTo>
                    <a:pt x="863" y="35123"/>
                  </a:lnTo>
                  <a:lnTo>
                    <a:pt x="23479" y="40703"/>
                  </a:lnTo>
                  <a:lnTo>
                    <a:pt x="23290" y="40999"/>
                  </a:lnTo>
                  <a:lnTo>
                    <a:pt x="23128" y="41323"/>
                  </a:lnTo>
                  <a:lnTo>
                    <a:pt x="22967" y="41646"/>
                  </a:lnTo>
                  <a:lnTo>
                    <a:pt x="22859" y="41997"/>
                  </a:lnTo>
                  <a:lnTo>
                    <a:pt x="22751" y="42347"/>
                  </a:lnTo>
                  <a:lnTo>
                    <a:pt x="22670" y="42698"/>
                  </a:lnTo>
                  <a:lnTo>
                    <a:pt x="22643" y="43075"/>
                  </a:lnTo>
                  <a:lnTo>
                    <a:pt x="22616" y="43452"/>
                  </a:lnTo>
                  <a:lnTo>
                    <a:pt x="22643" y="43938"/>
                  </a:lnTo>
                  <a:lnTo>
                    <a:pt x="22724" y="44423"/>
                  </a:lnTo>
                  <a:lnTo>
                    <a:pt x="22832" y="44908"/>
                  </a:lnTo>
                  <a:lnTo>
                    <a:pt x="22994" y="45339"/>
                  </a:lnTo>
                  <a:lnTo>
                    <a:pt x="23209" y="45770"/>
                  </a:lnTo>
                  <a:lnTo>
                    <a:pt x="23452" y="46175"/>
                  </a:lnTo>
                  <a:lnTo>
                    <a:pt x="23721" y="46552"/>
                  </a:lnTo>
                  <a:lnTo>
                    <a:pt x="24045" y="46876"/>
                  </a:lnTo>
                  <a:lnTo>
                    <a:pt x="24395" y="47199"/>
                  </a:lnTo>
                  <a:lnTo>
                    <a:pt x="24773" y="47469"/>
                  </a:lnTo>
                  <a:lnTo>
                    <a:pt x="25150" y="47711"/>
                  </a:lnTo>
                  <a:lnTo>
                    <a:pt x="25581" y="47927"/>
                  </a:lnTo>
                  <a:lnTo>
                    <a:pt x="26039" y="48089"/>
                  </a:lnTo>
                  <a:lnTo>
                    <a:pt x="26498" y="48196"/>
                  </a:lnTo>
                  <a:lnTo>
                    <a:pt x="26983" y="48277"/>
                  </a:lnTo>
                  <a:lnTo>
                    <a:pt x="27468" y="48304"/>
                  </a:lnTo>
                  <a:lnTo>
                    <a:pt x="27980" y="48277"/>
                  </a:lnTo>
                  <a:lnTo>
                    <a:pt x="28438" y="48196"/>
                  </a:lnTo>
                  <a:lnTo>
                    <a:pt x="28924" y="48089"/>
                  </a:lnTo>
                  <a:lnTo>
                    <a:pt x="29355" y="47927"/>
                  </a:lnTo>
                  <a:lnTo>
                    <a:pt x="29786" y="47711"/>
                  </a:lnTo>
                  <a:lnTo>
                    <a:pt x="30191" y="47469"/>
                  </a:lnTo>
                  <a:lnTo>
                    <a:pt x="30568" y="47199"/>
                  </a:lnTo>
                  <a:lnTo>
                    <a:pt x="30891" y="46876"/>
                  </a:lnTo>
                  <a:lnTo>
                    <a:pt x="31215" y="46552"/>
                  </a:lnTo>
                  <a:lnTo>
                    <a:pt x="31484" y="46175"/>
                  </a:lnTo>
                  <a:lnTo>
                    <a:pt x="31727" y="45770"/>
                  </a:lnTo>
                  <a:lnTo>
                    <a:pt x="31943" y="45339"/>
                  </a:lnTo>
                  <a:lnTo>
                    <a:pt x="32104" y="44908"/>
                  </a:lnTo>
                  <a:lnTo>
                    <a:pt x="32212" y="44423"/>
                  </a:lnTo>
                  <a:lnTo>
                    <a:pt x="32293" y="43938"/>
                  </a:lnTo>
                  <a:lnTo>
                    <a:pt x="32320" y="43452"/>
                  </a:lnTo>
                  <a:lnTo>
                    <a:pt x="32320" y="43156"/>
                  </a:lnTo>
                  <a:lnTo>
                    <a:pt x="32293" y="42859"/>
                  </a:lnTo>
                  <a:lnTo>
                    <a:pt x="36660" y="43938"/>
                  </a:lnTo>
                  <a:lnTo>
                    <a:pt x="36471" y="44288"/>
                  </a:lnTo>
                  <a:lnTo>
                    <a:pt x="36336" y="44665"/>
                  </a:lnTo>
                  <a:lnTo>
                    <a:pt x="36202" y="45043"/>
                  </a:lnTo>
                  <a:lnTo>
                    <a:pt x="36094" y="45447"/>
                  </a:lnTo>
                  <a:lnTo>
                    <a:pt x="35986" y="45824"/>
                  </a:lnTo>
                  <a:lnTo>
                    <a:pt x="35932" y="46229"/>
                  </a:lnTo>
                  <a:lnTo>
                    <a:pt x="35905" y="46660"/>
                  </a:lnTo>
                  <a:lnTo>
                    <a:pt x="35878" y="47064"/>
                  </a:lnTo>
                  <a:lnTo>
                    <a:pt x="35878" y="47415"/>
                  </a:lnTo>
                  <a:lnTo>
                    <a:pt x="35905" y="47765"/>
                  </a:lnTo>
                  <a:lnTo>
                    <a:pt x="35959" y="48089"/>
                  </a:lnTo>
                  <a:lnTo>
                    <a:pt x="36013" y="48412"/>
                  </a:lnTo>
                  <a:lnTo>
                    <a:pt x="36094" y="48736"/>
                  </a:lnTo>
                  <a:lnTo>
                    <a:pt x="36175" y="49059"/>
                  </a:lnTo>
                  <a:lnTo>
                    <a:pt x="36390" y="49679"/>
                  </a:lnTo>
                  <a:lnTo>
                    <a:pt x="36687" y="50245"/>
                  </a:lnTo>
                  <a:lnTo>
                    <a:pt x="37010" y="50811"/>
                  </a:lnTo>
                  <a:lnTo>
                    <a:pt x="37415" y="51323"/>
                  </a:lnTo>
                  <a:lnTo>
                    <a:pt x="37819" y="51782"/>
                  </a:lnTo>
                  <a:lnTo>
                    <a:pt x="38304" y="52213"/>
                  </a:lnTo>
                  <a:lnTo>
                    <a:pt x="38816" y="52590"/>
                  </a:lnTo>
                  <a:lnTo>
                    <a:pt x="39355" y="52941"/>
                  </a:lnTo>
                  <a:lnTo>
                    <a:pt x="39948" y="53210"/>
                  </a:lnTo>
                  <a:lnTo>
                    <a:pt x="40568" y="53453"/>
                  </a:lnTo>
                  <a:lnTo>
                    <a:pt x="40892" y="53534"/>
                  </a:lnTo>
                  <a:lnTo>
                    <a:pt x="41215" y="53614"/>
                  </a:lnTo>
                  <a:lnTo>
                    <a:pt x="41539" y="53668"/>
                  </a:lnTo>
                  <a:lnTo>
                    <a:pt x="41862" y="53695"/>
                  </a:lnTo>
                  <a:lnTo>
                    <a:pt x="42213" y="53722"/>
                  </a:lnTo>
                  <a:lnTo>
                    <a:pt x="42536" y="53749"/>
                  </a:lnTo>
                  <a:lnTo>
                    <a:pt x="42886" y="53722"/>
                  </a:lnTo>
                  <a:lnTo>
                    <a:pt x="43237" y="53695"/>
                  </a:lnTo>
                  <a:lnTo>
                    <a:pt x="43560" y="53668"/>
                  </a:lnTo>
                  <a:lnTo>
                    <a:pt x="43884" y="53614"/>
                  </a:lnTo>
                  <a:lnTo>
                    <a:pt x="44207" y="53534"/>
                  </a:lnTo>
                  <a:lnTo>
                    <a:pt x="44531" y="53453"/>
                  </a:lnTo>
                  <a:lnTo>
                    <a:pt x="45151" y="53210"/>
                  </a:lnTo>
                  <a:lnTo>
                    <a:pt x="45717" y="52941"/>
                  </a:lnTo>
                  <a:lnTo>
                    <a:pt x="46283" y="52590"/>
                  </a:lnTo>
                  <a:lnTo>
                    <a:pt x="46795" y="52213"/>
                  </a:lnTo>
                  <a:lnTo>
                    <a:pt x="47253" y="51782"/>
                  </a:lnTo>
                  <a:lnTo>
                    <a:pt x="47684" y="51323"/>
                  </a:lnTo>
                  <a:lnTo>
                    <a:pt x="48089" y="50811"/>
                  </a:lnTo>
                  <a:lnTo>
                    <a:pt x="48412" y="50245"/>
                  </a:lnTo>
                  <a:lnTo>
                    <a:pt x="48682" y="49679"/>
                  </a:lnTo>
                  <a:lnTo>
                    <a:pt x="48924" y="49059"/>
                  </a:lnTo>
                  <a:lnTo>
                    <a:pt x="49005" y="48736"/>
                  </a:lnTo>
                  <a:lnTo>
                    <a:pt x="49086" y="48412"/>
                  </a:lnTo>
                  <a:lnTo>
                    <a:pt x="49140" y="48089"/>
                  </a:lnTo>
                  <a:lnTo>
                    <a:pt x="49167" y="47765"/>
                  </a:lnTo>
                  <a:lnTo>
                    <a:pt x="49194" y="47415"/>
                  </a:lnTo>
                  <a:lnTo>
                    <a:pt x="49221" y="47064"/>
                  </a:lnTo>
                  <a:lnTo>
                    <a:pt x="49221" y="47037"/>
                  </a:lnTo>
                  <a:lnTo>
                    <a:pt x="58790" y="49409"/>
                  </a:lnTo>
                  <a:lnTo>
                    <a:pt x="59248" y="50272"/>
                  </a:lnTo>
                  <a:lnTo>
                    <a:pt x="59733" y="51081"/>
                  </a:lnTo>
                  <a:lnTo>
                    <a:pt x="60246" y="51889"/>
                  </a:lnTo>
                  <a:lnTo>
                    <a:pt x="60785" y="52671"/>
                  </a:lnTo>
                  <a:lnTo>
                    <a:pt x="61216" y="53210"/>
                  </a:lnTo>
                  <a:lnTo>
                    <a:pt x="61620" y="53722"/>
                  </a:lnTo>
                  <a:lnTo>
                    <a:pt x="62078" y="54207"/>
                  </a:lnTo>
                  <a:lnTo>
                    <a:pt x="62537" y="54693"/>
                  </a:lnTo>
                  <a:lnTo>
                    <a:pt x="62564" y="54720"/>
                  </a:lnTo>
                  <a:lnTo>
                    <a:pt x="63022" y="55178"/>
                  </a:lnTo>
                  <a:lnTo>
                    <a:pt x="63480" y="55582"/>
                  </a:lnTo>
                  <a:lnTo>
                    <a:pt x="63507" y="55636"/>
                  </a:lnTo>
                  <a:lnTo>
                    <a:pt x="63992" y="56040"/>
                  </a:lnTo>
                  <a:lnTo>
                    <a:pt x="64504" y="56418"/>
                  </a:lnTo>
                  <a:lnTo>
                    <a:pt x="64585" y="56472"/>
                  </a:lnTo>
                  <a:lnTo>
                    <a:pt x="65044" y="56822"/>
                  </a:lnTo>
                  <a:lnTo>
                    <a:pt x="65502" y="57119"/>
                  </a:lnTo>
                  <a:lnTo>
                    <a:pt x="65637" y="57226"/>
                  </a:lnTo>
                  <a:lnTo>
                    <a:pt x="66149" y="57523"/>
                  </a:lnTo>
                  <a:lnTo>
                    <a:pt x="66688" y="57819"/>
                  </a:lnTo>
                  <a:lnTo>
                    <a:pt x="66796" y="57873"/>
                  </a:lnTo>
                  <a:lnTo>
                    <a:pt x="67281" y="58143"/>
                  </a:lnTo>
                  <a:lnTo>
                    <a:pt x="67766" y="58359"/>
                  </a:lnTo>
                  <a:lnTo>
                    <a:pt x="67955" y="58439"/>
                  </a:lnTo>
                  <a:lnTo>
                    <a:pt x="68494" y="58682"/>
                  </a:lnTo>
                  <a:lnTo>
                    <a:pt x="69060" y="58871"/>
                  </a:lnTo>
                  <a:lnTo>
                    <a:pt x="69168" y="58925"/>
                  </a:lnTo>
                  <a:lnTo>
                    <a:pt x="69680" y="59086"/>
                  </a:lnTo>
                  <a:lnTo>
                    <a:pt x="70192" y="59221"/>
                  </a:lnTo>
                  <a:lnTo>
                    <a:pt x="70435" y="59302"/>
                  </a:lnTo>
                  <a:lnTo>
                    <a:pt x="71001" y="59437"/>
                  </a:lnTo>
                  <a:lnTo>
                    <a:pt x="71594" y="59545"/>
                  </a:lnTo>
                  <a:lnTo>
                    <a:pt x="71675" y="59545"/>
                  </a:lnTo>
                  <a:lnTo>
                    <a:pt x="72214" y="59625"/>
                  </a:lnTo>
                  <a:lnTo>
                    <a:pt x="72753" y="59679"/>
                  </a:lnTo>
                  <a:lnTo>
                    <a:pt x="73049" y="59706"/>
                  </a:lnTo>
                  <a:lnTo>
                    <a:pt x="73642" y="59760"/>
                  </a:lnTo>
                  <a:lnTo>
                    <a:pt x="74235" y="59760"/>
                  </a:lnTo>
                  <a:lnTo>
                    <a:pt x="75071" y="59733"/>
                  </a:lnTo>
                  <a:lnTo>
                    <a:pt x="75313" y="59733"/>
                  </a:lnTo>
                  <a:lnTo>
                    <a:pt x="75906" y="59679"/>
                  </a:lnTo>
                  <a:lnTo>
                    <a:pt x="76176" y="59652"/>
                  </a:lnTo>
                  <a:lnTo>
                    <a:pt x="76796" y="59545"/>
                  </a:lnTo>
                  <a:lnTo>
                    <a:pt x="76985" y="59518"/>
                  </a:lnTo>
                  <a:lnTo>
                    <a:pt x="77766" y="59356"/>
                  </a:lnTo>
                  <a:lnTo>
                    <a:pt x="77982" y="59329"/>
                  </a:lnTo>
                  <a:lnTo>
                    <a:pt x="78548" y="59167"/>
                  </a:lnTo>
                  <a:lnTo>
                    <a:pt x="78818" y="59086"/>
                  </a:lnTo>
                  <a:lnTo>
                    <a:pt x="79330" y="58925"/>
                  </a:lnTo>
                  <a:lnTo>
                    <a:pt x="79599" y="58817"/>
                  </a:lnTo>
                  <a:lnTo>
                    <a:pt x="80300" y="58547"/>
                  </a:lnTo>
                  <a:lnTo>
                    <a:pt x="80435" y="58493"/>
                  </a:lnTo>
                  <a:lnTo>
                    <a:pt x="81028" y="58224"/>
                  </a:lnTo>
                  <a:lnTo>
                    <a:pt x="81298" y="58089"/>
                  </a:lnTo>
                  <a:lnTo>
                    <a:pt x="81756" y="57873"/>
                  </a:lnTo>
                  <a:lnTo>
                    <a:pt x="82025" y="57712"/>
                  </a:lnTo>
                  <a:lnTo>
                    <a:pt x="82484" y="57442"/>
                  </a:lnTo>
                  <a:lnTo>
                    <a:pt x="82726" y="57307"/>
                  </a:lnTo>
                  <a:lnTo>
                    <a:pt x="83346" y="56903"/>
                  </a:lnTo>
                  <a:lnTo>
                    <a:pt x="83616" y="56687"/>
                  </a:lnTo>
                  <a:lnTo>
                    <a:pt x="83993" y="56418"/>
                  </a:lnTo>
                  <a:lnTo>
                    <a:pt x="84290" y="56202"/>
                  </a:lnTo>
                  <a:lnTo>
                    <a:pt x="84613" y="55933"/>
                  </a:lnTo>
                  <a:lnTo>
                    <a:pt x="84909" y="55663"/>
                  </a:lnTo>
                  <a:lnTo>
                    <a:pt x="85287" y="55367"/>
                  </a:lnTo>
                  <a:lnTo>
                    <a:pt x="85745" y="54908"/>
                  </a:lnTo>
                  <a:lnTo>
                    <a:pt x="86015" y="54639"/>
                  </a:lnTo>
                  <a:lnTo>
                    <a:pt x="86338" y="54315"/>
                  </a:lnTo>
                  <a:lnTo>
                    <a:pt x="86554" y="54046"/>
                  </a:lnTo>
                  <a:lnTo>
                    <a:pt x="86877" y="53695"/>
                  </a:lnTo>
                  <a:lnTo>
                    <a:pt x="87066" y="53480"/>
                  </a:lnTo>
                  <a:lnTo>
                    <a:pt x="87740" y="52644"/>
                  </a:lnTo>
                  <a:lnTo>
                    <a:pt x="87821" y="52536"/>
                  </a:lnTo>
                  <a:lnTo>
                    <a:pt x="88117" y="52105"/>
                  </a:lnTo>
                  <a:lnTo>
                    <a:pt x="88279" y="51862"/>
                  </a:lnTo>
                  <a:lnTo>
                    <a:pt x="88575" y="51431"/>
                  </a:lnTo>
                  <a:lnTo>
                    <a:pt x="88710" y="51215"/>
                  </a:lnTo>
                  <a:lnTo>
                    <a:pt x="89168" y="50407"/>
                  </a:lnTo>
                  <a:lnTo>
                    <a:pt x="89600" y="49571"/>
                  </a:lnTo>
                  <a:lnTo>
                    <a:pt x="89708" y="49409"/>
                  </a:lnTo>
                  <a:lnTo>
                    <a:pt x="89734" y="49356"/>
                  </a:lnTo>
                  <a:lnTo>
                    <a:pt x="99088" y="47037"/>
                  </a:lnTo>
                  <a:lnTo>
                    <a:pt x="99088" y="47064"/>
                  </a:lnTo>
                  <a:lnTo>
                    <a:pt x="99088" y="47415"/>
                  </a:lnTo>
                  <a:lnTo>
                    <a:pt x="99115" y="47765"/>
                  </a:lnTo>
                  <a:lnTo>
                    <a:pt x="99169" y="48089"/>
                  </a:lnTo>
                  <a:lnTo>
                    <a:pt x="99223" y="48412"/>
                  </a:lnTo>
                  <a:lnTo>
                    <a:pt x="99304" y="48736"/>
                  </a:lnTo>
                  <a:lnTo>
                    <a:pt x="99384" y="49059"/>
                  </a:lnTo>
                  <a:lnTo>
                    <a:pt x="99627" y="49679"/>
                  </a:lnTo>
                  <a:lnTo>
                    <a:pt x="99897" y="50245"/>
                  </a:lnTo>
                  <a:lnTo>
                    <a:pt x="100220" y="50811"/>
                  </a:lnTo>
                  <a:lnTo>
                    <a:pt x="100624" y="51323"/>
                  </a:lnTo>
                  <a:lnTo>
                    <a:pt x="101056" y="51782"/>
                  </a:lnTo>
                  <a:lnTo>
                    <a:pt x="101514" y="52213"/>
                  </a:lnTo>
                  <a:lnTo>
                    <a:pt x="102026" y="52590"/>
                  </a:lnTo>
                  <a:lnTo>
                    <a:pt x="102592" y="52941"/>
                  </a:lnTo>
                  <a:lnTo>
                    <a:pt x="103158" y="53210"/>
                  </a:lnTo>
                  <a:lnTo>
                    <a:pt x="103455" y="53345"/>
                  </a:lnTo>
                  <a:lnTo>
                    <a:pt x="103778" y="53453"/>
                  </a:lnTo>
                  <a:lnTo>
                    <a:pt x="104102" y="53534"/>
                  </a:lnTo>
                  <a:lnTo>
                    <a:pt x="104425" y="53614"/>
                  </a:lnTo>
                  <a:lnTo>
                    <a:pt x="104748" y="53668"/>
                  </a:lnTo>
                  <a:lnTo>
                    <a:pt x="105072" y="53695"/>
                  </a:lnTo>
                  <a:lnTo>
                    <a:pt x="105422" y="53722"/>
                  </a:lnTo>
                  <a:lnTo>
                    <a:pt x="105746" y="53749"/>
                  </a:lnTo>
                  <a:lnTo>
                    <a:pt x="106096" y="53722"/>
                  </a:lnTo>
                  <a:lnTo>
                    <a:pt x="106447" y="53695"/>
                  </a:lnTo>
                  <a:lnTo>
                    <a:pt x="106770" y="53668"/>
                  </a:lnTo>
                  <a:lnTo>
                    <a:pt x="107094" y="53614"/>
                  </a:lnTo>
                  <a:lnTo>
                    <a:pt x="107417" y="53534"/>
                  </a:lnTo>
                  <a:lnTo>
                    <a:pt x="107741" y="53453"/>
                  </a:lnTo>
                  <a:lnTo>
                    <a:pt x="108064" y="53345"/>
                  </a:lnTo>
                  <a:lnTo>
                    <a:pt x="108360" y="53210"/>
                  </a:lnTo>
                  <a:lnTo>
                    <a:pt x="108927" y="52941"/>
                  </a:lnTo>
                  <a:lnTo>
                    <a:pt x="109493" y="52590"/>
                  </a:lnTo>
                  <a:lnTo>
                    <a:pt x="110005" y="52213"/>
                  </a:lnTo>
                  <a:lnTo>
                    <a:pt x="110463" y="51782"/>
                  </a:lnTo>
                  <a:lnTo>
                    <a:pt x="110894" y="51323"/>
                  </a:lnTo>
                  <a:lnTo>
                    <a:pt x="111299" y="50811"/>
                  </a:lnTo>
                  <a:lnTo>
                    <a:pt x="111622" y="50245"/>
                  </a:lnTo>
                  <a:lnTo>
                    <a:pt x="111892" y="49679"/>
                  </a:lnTo>
                  <a:lnTo>
                    <a:pt x="112134" y="49059"/>
                  </a:lnTo>
                  <a:lnTo>
                    <a:pt x="112215" y="48736"/>
                  </a:lnTo>
                  <a:lnTo>
                    <a:pt x="112296" y="48412"/>
                  </a:lnTo>
                  <a:lnTo>
                    <a:pt x="112350" y="48089"/>
                  </a:lnTo>
                  <a:lnTo>
                    <a:pt x="112404" y="47765"/>
                  </a:lnTo>
                  <a:lnTo>
                    <a:pt x="112431" y="47415"/>
                  </a:lnTo>
                  <a:lnTo>
                    <a:pt x="112431" y="47064"/>
                  </a:lnTo>
                  <a:lnTo>
                    <a:pt x="112404" y="46660"/>
                  </a:lnTo>
                  <a:lnTo>
                    <a:pt x="112377" y="46229"/>
                  </a:lnTo>
                  <a:lnTo>
                    <a:pt x="112323" y="45824"/>
                  </a:lnTo>
                  <a:lnTo>
                    <a:pt x="112215" y="45447"/>
                  </a:lnTo>
                  <a:lnTo>
                    <a:pt x="112107" y="45043"/>
                  </a:lnTo>
                  <a:lnTo>
                    <a:pt x="111972" y="44665"/>
                  </a:lnTo>
                  <a:lnTo>
                    <a:pt x="111811" y="44288"/>
                  </a:lnTo>
                  <a:lnTo>
                    <a:pt x="111649" y="43938"/>
                  </a:lnTo>
                  <a:lnTo>
                    <a:pt x="116016" y="42859"/>
                  </a:lnTo>
                  <a:lnTo>
                    <a:pt x="115989" y="43156"/>
                  </a:lnTo>
                  <a:lnTo>
                    <a:pt x="115989" y="43452"/>
                  </a:lnTo>
                  <a:lnTo>
                    <a:pt x="116016" y="43938"/>
                  </a:lnTo>
                  <a:lnTo>
                    <a:pt x="116070" y="44423"/>
                  </a:lnTo>
                  <a:lnTo>
                    <a:pt x="116204" y="44908"/>
                  </a:lnTo>
                  <a:lnTo>
                    <a:pt x="116366" y="45339"/>
                  </a:lnTo>
                  <a:lnTo>
                    <a:pt x="116555" y="45770"/>
                  </a:lnTo>
                  <a:lnTo>
                    <a:pt x="116824" y="46175"/>
                  </a:lnTo>
                  <a:lnTo>
                    <a:pt x="117094" y="46552"/>
                  </a:lnTo>
                  <a:lnTo>
                    <a:pt x="117390" y="46876"/>
                  </a:lnTo>
                  <a:lnTo>
                    <a:pt x="117741" y="47199"/>
                  </a:lnTo>
                  <a:lnTo>
                    <a:pt x="118118" y="47469"/>
                  </a:lnTo>
                  <a:lnTo>
                    <a:pt x="118523" y="47711"/>
                  </a:lnTo>
                  <a:lnTo>
                    <a:pt x="118954" y="47927"/>
                  </a:lnTo>
                  <a:lnTo>
                    <a:pt x="119385" y="48089"/>
                  </a:lnTo>
                  <a:lnTo>
                    <a:pt x="119843" y="48196"/>
                  </a:lnTo>
                  <a:lnTo>
                    <a:pt x="120329" y="48277"/>
                  </a:lnTo>
                  <a:lnTo>
                    <a:pt x="120841" y="48304"/>
                  </a:lnTo>
                  <a:lnTo>
                    <a:pt x="121326" y="48277"/>
                  </a:lnTo>
                  <a:lnTo>
                    <a:pt x="121811" y="48196"/>
                  </a:lnTo>
                  <a:lnTo>
                    <a:pt x="122269" y="48089"/>
                  </a:lnTo>
                  <a:lnTo>
                    <a:pt x="122728" y="47927"/>
                  </a:lnTo>
                  <a:lnTo>
                    <a:pt x="123159" y="47711"/>
                  </a:lnTo>
                  <a:lnTo>
                    <a:pt x="123536" y="47469"/>
                  </a:lnTo>
                  <a:lnTo>
                    <a:pt x="123914" y="47199"/>
                  </a:lnTo>
                  <a:lnTo>
                    <a:pt x="124264" y="46876"/>
                  </a:lnTo>
                  <a:lnTo>
                    <a:pt x="124587" y="46552"/>
                  </a:lnTo>
                  <a:lnTo>
                    <a:pt x="124857" y="46175"/>
                  </a:lnTo>
                  <a:lnTo>
                    <a:pt x="125100" y="45770"/>
                  </a:lnTo>
                  <a:lnTo>
                    <a:pt x="125315" y="45339"/>
                  </a:lnTo>
                  <a:lnTo>
                    <a:pt x="125477" y="44908"/>
                  </a:lnTo>
                  <a:lnTo>
                    <a:pt x="125585" y="44423"/>
                  </a:lnTo>
                  <a:lnTo>
                    <a:pt x="125666" y="43938"/>
                  </a:lnTo>
                  <a:lnTo>
                    <a:pt x="125693" y="43452"/>
                  </a:lnTo>
                  <a:lnTo>
                    <a:pt x="125666" y="43075"/>
                  </a:lnTo>
                  <a:lnTo>
                    <a:pt x="125639" y="42698"/>
                  </a:lnTo>
                  <a:lnTo>
                    <a:pt x="125558" y="42347"/>
                  </a:lnTo>
                  <a:lnTo>
                    <a:pt x="125450" y="41997"/>
                  </a:lnTo>
                  <a:lnTo>
                    <a:pt x="125342" y="41646"/>
                  </a:lnTo>
                  <a:lnTo>
                    <a:pt x="125180" y="41323"/>
                  </a:lnTo>
                  <a:lnTo>
                    <a:pt x="125019" y="40999"/>
                  </a:lnTo>
                  <a:lnTo>
                    <a:pt x="124830" y="40703"/>
                  </a:lnTo>
                  <a:lnTo>
                    <a:pt x="147445" y="35123"/>
                  </a:lnTo>
                  <a:lnTo>
                    <a:pt x="147661" y="35042"/>
                  </a:lnTo>
                  <a:lnTo>
                    <a:pt x="147850" y="34934"/>
                  </a:lnTo>
                  <a:lnTo>
                    <a:pt x="147985" y="34827"/>
                  </a:lnTo>
                  <a:lnTo>
                    <a:pt x="148119" y="34665"/>
                  </a:lnTo>
                  <a:lnTo>
                    <a:pt x="148200" y="34503"/>
                  </a:lnTo>
                  <a:lnTo>
                    <a:pt x="148281" y="34341"/>
                  </a:lnTo>
                  <a:lnTo>
                    <a:pt x="148308" y="34153"/>
                  </a:lnTo>
                  <a:lnTo>
                    <a:pt x="148308" y="33964"/>
                  </a:lnTo>
                  <a:lnTo>
                    <a:pt x="148281" y="33775"/>
                  </a:lnTo>
                  <a:lnTo>
                    <a:pt x="148227" y="33614"/>
                  </a:lnTo>
                  <a:lnTo>
                    <a:pt x="148146" y="33425"/>
                  </a:lnTo>
                  <a:lnTo>
                    <a:pt x="148038" y="33290"/>
                  </a:lnTo>
                  <a:lnTo>
                    <a:pt x="147904" y="33155"/>
                  </a:lnTo>
                  <a:lnTo>
                    <a:pt x="147742" y="33048"/>
                  </a:lnTo>
                  <a:lnTo>
                    <a:pt x="147553" y="32967"/>
                  </a:lnTo>
                  <a:lnTo>
                    <a:pt x="147338" y="32913"/>
                  </a:lnTo>
                  <a:lnTo>
                    <a:pt x="144507" y="32509"/>
                  </a:lnTo>
                  <a:lnTo>
                    <a:pt x="144265" y="32509"/>
                  </a:lnTo>
                  <a:lnTo>
                    <a:pt x="141704" y="32778"/>
                  </a:lnTo>
                  <a:lnTo>
                    <a:pt x="136529" y="33398"/>
                  </a:lnTo>
                  <a:lnTo>
                    <a:pt x="121218" y="35231"/>
                  </a:lnTo>
                  <a:lnTo>
                    <a:pt x="91918" y="38816"/>
                  </a:lnTo>
                  <a:lnTo>
                    <a:pt x="91891" y="38142"/>
                  </a:lnTo>
                  <a:lnTo>
                    <a:pt x="91837" y="37468"/>
                  </a:lnTo>
                  <a:lnTo>
                    <a:pt x="91783" y="36821"/>
                  </a:lnTo>
                  <a:lnTo>
                    <a:pt x="91675" y="36174"/>
                  </a:lnTo>
                  <a:lnTo>
                    <a:pt x="91594" y="35527"/>
                  </a:lnTo>
                  <a:lnTo>
                    <a:pt x="91460" y="34908"/>
                  </a:lnTo>
                  <a:lnTo>
                    <a:pt x="91325" y="34288"/>
                  </a:lnTo>
                  <a:lnTo>
                    <a:pt x="91163" y="33668"/>
                  </a:lnTo>
                  <a:lnTo>
                    <a:pt x="91001" y="33048"/>
                  </a:lnTo>
                  <a:lnTo>
                    <a:pt x="90813" y="32455"/>
                  </a:lnTo>
                  <a:lnTo>
                    <a:pt x="90597" y="31862"/>
                  </a:lnTo>
                  <a:lnTo>
                    <a:pt x="90381" y="31269"/>
                  </a:lnTo>
                  <a:lnTo>
                    <a:pt x="90139" y="30703"/>
                  </a:lnTo>
                  <a:lnTo>
                    <a:pt x="89896" y="30136"/>
                  </a:lnTo>
                  <a:lnTo>
                    <a:pt x="89627" y="29597"/>
                  </a:lnTo>
                  <a:lnTo>
                    <a:pt x="89357" y="29058"/>
                  </a:lnTo>
                  <a:lnTo>
                    <a:pt x="117256" y="20918"/>
                  </a:lnTo>
                  <a:lnTo>
                    <a:pt x="117471" y="20810"/>
                  </a:lnTo>
                  <a:lnTo>
                    <a:pt x="117660" y="20702"/>
                  </a:lnTo>
                  <a:lnTo>
                    <a:pt x="117822" y="20567"/>
                  </a:lnTo>
                  <a:lnTo>
                    <a:pt x="117930" y="20406"/>
                  </a:lnTo>
                  <a:lnTo>
                    <a:pt x="118010" y="20244"/>
                  </a:lnTo>
                  <a:lnTo>
                    <a:pt x="118064" y="20055"/>
                  </a:lnTo>
                  <a:lnTo>
                    <a:pt x="118064" y="19867"/>
                  </a:lnTo>
                  <a:lnTo>
                    <a:pt x="118037" y="19705"/>
                  </a:lnTo>
                  <a:lnTo>
                    <a:pt x="117983" y="19516"/>
                  </a:lnTo>
                  <a:lnTo>
                    <a:pt x="117903" y="19354"/>
                  </a:lnTo>
                  <a:lnTo>
                    <a:pt x="117795" y="19220"/>
                  </a:lnTo>
                  <a:lnTo>
                    <a:pt x="117660" y="19085"/>
                  </a:lnTo>
                  <a:lnTo>
                    <a:pt x="117471" y="18977"/>
                  </a:lnTo>
                  <a:lnTo>
                    <a:pt x="117283" y="18923"/>
                  </a:lnTo>
                  <a:lnTo>
                    <a:pt x="117067" y="18896"/>
                  </a:lnTo>
                  <a:lnTo>
                    <a:pt x="116824" y="18896"/>
                  </a:lnTo>
                  <a:lnTo>
                    <a:pt x="84667" y="23236"/>
                  </a:lnTo>
                  <a:lnTo>
                    <a:pt x="84236" y="22885"/>
                  </a:lnTo>
                  <a:lnTo>
                    <a:pt x="83804" y="22562"/>
                  </a:lnTo>
                  <a:lnTo>
                    <a:pt x="83346" y="22239"/>
                  </a:lnTo>
                  <a:lnTo>
                    <a:pt x="82888" y="21915"/>
                  </a:lnTo>
                  <a:lnTo>
                    <a:pt x="82403" y="21646"/>
                  </a:lnTo>
                  <a:lnTo>
                    <a:pt x="81917" y="21349"/>
                  </a:lnTo>
                  <a:lnTo>
                    <a:pt x="81432" y="21106"/>
                  </a:lnTo>
                  <a:lnTo>
                    <a:pt x="80947" y="20864"/>
                  </a:lnTo>
                  <a:lnTo>
                    <a:pt x="80435" y="20621"/>
                  </a:lnTo>
                  <a:lnTo>
                    <a:pt x="79923" y="20433"/>
                  </a:lnTo>
                  <a:lnTo>
                    <a:pt x="79384" y="20244"/>
                  </a:lnTo>
                  <a:lnTo>
                    <a:pt x="78872" y="20055"/>
                  </a:lnTo>
                  <a:lnTo>
                    <a:pt x="78332" y="19893"/>
                  </a:lnTo>
                  <a:lnTo>
                    <a:pt x="77793" y="19759"/>
                  </a:lnTo>
                  <a:lnTo>
                    <a:pt x="77254" y="19651"/>
                  </a:lnTo>
                  <a:lnTo>
                    <a:pt x="76688" y="19543"/>
                  </a:lnTo>
                  <a:lnTo>
                    <a:pt x="75260" y="944"/>
                  </a:lnTo>
                  <a:lnTo>
                    <a:pt x="75233" y="728"/>
                  </a:lnTo>
                  <a:lnTo>
                    <a:pt x="75152" y="540"/>
                  </a:lnTo>
                  <a:lnTo>
                    <a:pt x="75044" y="378"/>
                  </a:lnTo>
                  <a:lnTo>
                    <a:pt x="74909" y="243"/>
                  </a:lnTo>
                  <a:lnTo>
                    <a:pt x="74774" y="135"/>
                  </a:lnTo>
                  <a:lnTo>
                    <a:pt x="74613" y="54"/>
                  </a:lnTo>
                  <a:lnTo>
                    <a:pt x="74424" y="27"/>
                  </a:lnTo>
                  <a:lnTo>
                    <a:pt x="742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8850;p74">
              <a:extLst>
                <a:ext uri="{FF2B5EF4-FFF2-40B4-BE49-F238E27FC236}">
                  <a16:creationId xmlns:a16="http://schemas.microsoft.com/office/drawing/2014/main" id="{D630344D-8796-195E-2DF2-80F016460C47}"/>
                </a:ext>
              </a:extLst>
            </p:cNvPr>
            <p:cNvSpPr/>
            <p:nvPr/>
          </p:nvSpPr>
          <p:spPr>
            <a:xfrm>
              <a:off x="6772000" y="2934550"/>
              <a:ext cx="202175" cy="202875"/>
            </a:xfrm>
            <a:custGeom>
              <a:avLst/>
              <a:gdLst/>
              <a:ahLst/>
              <a:cxnLst/>
              <a:rect l="l" t="t" r="r" b="b"/>
              <a:pathLst>
                <a:path w="8087" h="8115" extrusionOk="0">
                  <a:moveTo>
                    <a:pt x="4044" y="1"/>
                  </a:moveTo>
                  <a:lnTo>
                    <a:pt x="3612" y="28"/>
                  </a:lnTo>
                  <a:lnTo>
                    <a:pt x="3208" y="81"/>
                  </a:lnTo>
                  <a:lnTo>
                    <a:pt x="2831" y="189"/>
                  </a:lnTo>
                  <a:lnTo>
                    <a:pt x="2453" y="324"/>
                  </a:lnTo>
                  <a:lnTo>
                    <a:pt x="2103" y="513"/>
                  </a:lnTo>
                  <a:lnTo>
                    <a:pt x="1779" y="701"/>
                  </a:lnTo>
                  <a:lnTo>
                    <a:pt x="1456" y="944"/>
                  </a:lnTo>
                  <a:lnTo>
                    <a:pt x="1186" y="1187"/>
                  </a:lnTo>
                  <a:lnTo>
                    <a:pt x="917" y="1483"/>
                  </a:lnTo>
                  <a:lnTo>
                    <a:pt x="674" y="1807"/>
                  </a:lnTo>
                  <a:lnTo>
                    <a:pt x="486" y="2130"/>
                  </a:lnTo>
                  <a:lnTo>
                    <a:pt x="297" y="2480"/>
                  </a:lnTo>
                  <a:lnTo>
                    <a:pt x="162" y="2858"/>
                  </a:lnTo>
                  <a:lnTo>
                    <a:pt x="81" y="3235"/>
                  </a:lnTo>
                  <a:lnTo>
                    <a:pt x="0" y="3640"/>
                  </a:lnTo>
                  <a:lnTo>
                    <a:pt x="0" y="4071"/>
                  </a:lnTo>
                  <a:lnTo>
                    <a:pt x="0" y="4475"/>
                  </a:lnTo>
                  <a:lnTo>
                    <a:pt x="81" y="4879"/>
                  </a:lnTo>
                  <a:lnTo>
                    <a:pt x="162" y="5257"/>
                  </a:lnTo>
                  <a:lnTo>
                    <a:pt x="297" y="5634"/>
                  </a:lnTo>
                  <a:lnTo>
                    <a:pt x="486" y="5985"/>
                  </a:lnTo>
                  <a:lnTo>
                    <a:pt x="674" y="6308"/>
                  </a:lnTo>
                  <a:lnTo>
                    <a:pt x="917" y="6632"/>
                  </a:lnTo>
                  <a:lnTo>
                    <a:pt x="1186" y="6928"/>
                  </a:lnTo>
                  <a:lnTo>
                    <a:pt x="1456" y="7171"/>
                  </a:lnTo>
                  <a:lnTo>
                    <a:pt x="1779" y="7413"/>
                  </a:lnTo>
                  <a:lnTo>
                    <a:pt x="2103" y="7602"/>
                  </a:lnTo>
                  <a:lnTo>
                    <a:pt x="2453" y="7791"/>
                  </a:lnTo>
                  <a:lnTo>
                    <a:pt x="2831" y="7925"/>
                  </a:lnTo>
                  <a:lnTo>
                    <a:pt x="3208" y="8033"/>
                  </a:lnTo>
                  <a:lnTo>
                    <a:pt x="3612" y="8087"/>
                  </a:lnTo>
                  <a:lnTo>
                    <a:pt x="4044" y="8114"/>
                  </a:lnTo>
                  <a:lnTo>
                    <a:pt x="4448" y="8087"/>
                  </a:lnTo>
                  <a:lnTo>
                    <a:pt x="4852" y="8033"/>
                  </a:lnTo>
                  <a:lnTo>
                    <a:pt x="5230" y="7925"/>
                  </a:lnTo>
                  <a:lnTo>
                    <a:pt x="5607" y="7791"/>
                  </a:lnTo>
                  <a:lnTo>
                    <a:pt x="5958" y="7602"/>
                  </a:lnTo>
                  <a:lnTo>
                    <a:pt x="6308" y="7413"/>
                  </a:lnTo>
                  <a:lnTo>
                    <a:pt x="6604" y="7171"/>
                  </a:lnTo>
                  <a:lnTo>
                    <a:pt x="6901" y="6928"/>
                  </a:lnTo>
                  <a:lnTo>
                    <a:pt x="7171" y="6632"/>
                  </a:lnTo>
                  <a:lnTo>
                    <a:pt x="7386" y="6308"/>
                  </a:lnTo>
                  <a:lnTo>
                    <a:pt x="7602" y="5985"/>
                  </a:lnTo>
                  <a:lnTo>
                    <a:pt x="7764" y="5634"/>
                  </a:lnTo>
                  <a:lnTo>
                    <a:pt x="7898" y="5257"/>
                  </a:lnTo>
                  <a:lnTo>
                    <a:pt x="8006" y="4879"/>
                  </a:lnTo>
                  <a:lnTo>
                    <a:pt x="8060" y="4475"/>
                  </a:lnTo>
                  <a:lnTo>
                    <a:pt x="8087" y="4071"/>
                  </a:lnTo>
                  <a:lnTo>
                    <a:pt x="8060" y="3640"/>
                  </a:lnTo>
                  <a:lnTo>
                    <a:pt x="8006" y="3235"/>
                  </a:lnTo>
                  <a:lnTo>
                    <a:pt x="7898" y="2858"/>
                  </a:lnTo>
                  <a:lnTo>
                    <a:pt x="7764" y="2480"/>
                  </a:lnTo>
                  <a:lnTo>
                    <a:pt x="7602" y="2130"/>
                  </a:lnTo>
                  <a:lnTo>
                    <a:pt x="7386" y="1807"/>
                  </a:lnTo>
                  <a:lnTo>
                    <a:pt x="7171" y="1483"/>
                  </a:lnTo>
                  <a:lnTo>
                    <a:pt x="6901" y="1187"/>
                  </a:lnTo>
                  <a:lnTo>
                    <a:pt x="6604" y="944"/>
                  </a:lnTo>
                  <a:lnTo>
                    <a:pt x="6308" y="701"/>
                  </a:lnTo>
                  <a:lnTo>
                    <a:pt x="5958" y="513"/>
                  </a:lnTo>
                  <a:lnTo>
                    <a:pt x="5607" y="324"/>
                  </a:lnTo>
                  <a:lnTo>
                    <a:pt x="5230" y="189"/>
                  </a:lnTo>
                  <a:lnTo>
                    <a:pt x="4852" y="81"/>
                  </a:lnTo>
                  <a:lnTo>
                    <a:pt x="4448" y="28"/>
                  </a:lnTo>
                  <a:lnTo>
                    <a:pt x="40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8851;p74">
              <a:extLst>
                <a:ext uri="{FF2B5EF4-FFF2-40B4-BE49-F238E27FC236}">
                  <a16:creationId xmlns:a16="http://schemas.microsoft.com/office/drawing/2014/main" id="{C374370E-9B35-10B1-CCE7-B9634D0AFEEA}"/>
                </a:ext>
              </a:extLst>
            </p:cNvPr>
            <p:cNvSpPr/>
            <p:nvPr/>
          </p:nvSpPr>
          <p:spPr>
            <a:xfrm>
              <a:off x="6356900" y="2987125"/>
              <a:ext cx="278325" cy="278325"/>
            </a:xfrm>
            <a:custGeom>
              <a:avLst/>
              <a:gdLst/>
              <a:ahLst/>
              <a:cxnLst/>
              <a:rect l="l" t="t" r="r" b="b"/>
              <a:pathLst>
                <a:path w="11133" h="11133" extrusionOk="0">
                  <a:moveTo>
                    <a:pt x="5553" y="0"/>
                  </a:moveTo>
                  <a:lnTo>
                    <a:pt x="4987" y="54"/>
                  </a:lnTo>
                  <a:lnTo>
                    <a:pt x="4448" y="135"/>
                  </a:lnTo>
                  <a:lnTo>
                    <a:pt x="3909" y="270"/>
                  </a:lnTo>
                  <a:lnTo>
                    <a:pt x="3396" y="458"/>
                  </a:lnTo>
                  <a:lnTo>
                    <a:pt x="2911" y="674"/>
                  </a:lnTo>
                  <a:lnTo>
                    <a:pt x="2453" y="970"/>
                  </a:lnTo>
                  <a:lnTo>
                    <a:pt x="2022" y="1294"/>
                  </a:lnTo>
                  <a:lnTo>
                    <a:pt x="1644" y="1644"/>
                  </a:lnTo>
                  <a:lnTo>
                    <a:pt x="1267" y="2049"/>
                  </a:lnTo>
                  <a:lnTo>
                    <a:pt x="943" y="2453"/>
                  </a:lnTo>
                  <a:lnTo>
                    <a:pt x="674" y="2911"/>
                  </a:lnTo>
                  <a:lnTo>
                    <a:pt x="431" y="3396"/>
                  </a:lnTo>
                  <a:lnTo>
                    <a:pt x="243" y="3909"/>
                  </a:lnTo>
                  <a:lnTo>
                    <a:pt x="108" y="4448"/>
                  </a:lnTo>
                  <a:lnTo>
                    <a:pt x="27" y="5014"/>
                  </a:lnTo>
                  <a:lnTo>
                    <a:pt x="0" y="5580"/>
                  </a:lnTo>
                  <a:lnTo>
                    <a:pt x="27" y="6146"/>
                  </a:lnTo>
                  <a:lnTo>
                    <a:pt x="108" y="6685"/>
                  </a:lnTo>
                  <a:lnTo>
                    <a:pt x="243" y="7224"/>
                  </a:lnTo>
                  <a:lnTo>
                    <a:pt x="431" y="7736"/>
                  </a:lnTo>
                  <a:lnTo>
                    <a:pt x="674" y="8221"/>
                  </a:lnTo>
                  <a:lnTo>
                    <a:pt x="943" y="8680"/>
                  </a:lnTo>
                  <a:lnTo>
                    <a:pt x="1267" y="9111"/>
                  </a:lnTo>
                  <a:lnTo>
                    <a:pt x="1644" y="9515"/>
                  </a:lnTo>
                  <a:lnTo>
                    <a:pt x="2022" y="9866"/>
                  </a:lnTo>
                  <a:lnTo>
                    <a:pt x="2453" y="10189"/>
                  </a:lnTo>
                  <a:lnTo>
                    <a:pt x="2911" y="10459"/>
                  </a:lnTo>
                  <a:lnTo>
                    <a:pt x="3396" y="10701"/>
                  </a:lnTo>
                  <a:lnTo>
                    <a:pt x="3909" y="10890"/>
                  </a:lnTo>
                  <a:lnTo>
                    <a:pt x="4448" y="11025"/>
                  </a:lnTo>
                  <a:lnTo>
                    <a:pt x="4987" y="11106"/>
                  </a:lnTo>
                  <a:lnTo>
                    <a:pt x="5553" y="11133"/>
                  </a:lnTo>
                  <a:lnTo>
                    <a:pt x="6146" y="11106"/>
                  </a:lnTo>
                  <a:lnTo>
                    <a:pt x="6685" y="11025"/>
                  </a:lnTo>
                  <a:lnTo>
                    <a:pt x="7224" y="10890"/>
                  </a:lnTo>
                  <a:lnTo>
                    <a:pt x="7736" y="10701"/>
                  </a:lnTo>
                  <a:lnTo>
                    <a:pt x="8221" y="10459"/>
                  </a:lnTo>
                  <a:lnTo>
                    <a:pt x="8680" y="10189"/>
                  </a:lnTo>
                  <a:lnTo>
                    <a:pt x="9111" y="9866"/>
                  </a:lnTo>
                  <a:lnTo>
                    <a:pt x="9488" y="9515"/>
                  </a:lnTo>
                  <a:lnTo>
                    <a:pt x="9866" y="9111"/>
                  </a:lnTo>
                  <a:lnTo>
                    <a:pt x="10189" y="8680"/>
                  </a:lnTo>
                  <a:lnTo>
                    <a:pt x="10459" y="8221"/>
                  </a:lnTo>
                  <a:lnTo>
                    <a:pt x="10701" y="7736"/>
                  </a:lnTo>
                  <a:lnTo>
                    <a:pt x="10890" y="7224"/>
                  </a:lnTo>
                  <a:lnTo>
                    <a:pt x="11025" y="6685"/>
                  </a:lnTo>
                  <a:lnTo>
                    <a:pt x="11106" y="6146"/>
                  </a:lnTo>
                  <a:lnTo>
                    <a:pt x="11133" y="5580"/>
                  </a:lnTo>
                  <a:lnTo>
                    <a:pt x="11106" y="5014"/>
                  </a:lnTo>
                  <a:lnTo>
                    <a:pt x="11025" y="4448"/>
                  </a:lnTo>
                  <a:lnTo>
                    <a:pt x="10890" y="3909"/>
                  </a:lnTo>
                  <a:lnTo>
                    <a:pt x="10701" y="3396"/>
                  </a:lnTo>
                  <a:lnTo>
                    <a:pt x="10459" y="2911"/>
                  </a:lnTo>
                  <a:lnTo>
                    <a:pt x="10189" y="2453"/>
                  </a:lnTo>
                  <a:lnTo>
                    <a:pt x="9866" y="2049"/>
                  </a:lnTo>
                  <a:lnTo>
                    <a:pt x="9488" y="1644"/>
                  </a:lnTo>
                  <a:lnTo>
                    <a:pt x="9111" y="1294"/>
                  </a:lnTo>
                  <a:lnTo>
                    <a:pt x="8680" y="970"/>
                  </a:lnTo>
                  <a:lnTo>
                    <a:pt x="8221" y="674"/>
                  </a:lnTo>
                  <a:lnTo>
                    <a:pt x="7736" y="458"/>
                  </a:lnTo>
                  <a:lnTo>
                    <a:pt x="7224" y="270"/>
                  </a:lnTo>
                  <a:lnTo>
                    <a:pt x="6685" y="135"/>
                  </a:lnTo>
                  <a:lnTo>
                    <a:pt x="6146" y="54"/>
                  </a:lnTo>
                  <a:lnTo>
                    <a:pt x="55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8852;p74">
              <a:extLst>
                <a:ext uri="{FF2B5EF4-FFF2-40B4-BE49-F238E27FC236}">
                  <a16:creationId xmlns:a16="http://schemas.microsoft.com/office/drawing/2014/main" id="{C0720590-F4B5-B95F-FBE5-8602FB464570}"/>
                </a:ext>
              </a:extLst>
            </p:cNvPr>
            <p:cNvSpPr/>
            <p:nvPr/>
          </p:nvSpPr>
          <p:spPr>
            <a:xfrm>
              <a:off x="5265875" y="2433850"/>
              <a:ext cx="884825" cy="1010175"/>
            </a:xfrm>
            <a:custGeom>
              <a:avLst/>
              <a:gdLst/>
              <a:ahLst/>
              <a:cxnLst/>
              <a:rect l="l" t="t" r="r" b="b"/>
              <a:pathLst>
                <a:path w="35393" h="40407" extrusionOk="0">
                  <a:moveTo>
                    <a:pt x="17683" y="1"/>
                  </a:moveTo>
                  <a:lnTo>
                    <a:pt x="16794" y="28"/>
                  </a:lnTo>
                  <a:lnTo>
                    <a:pt x="15877" y="82"/>
                  </a:lnTo>
                  <a:lnTo>
                    <a:pt x="15015" y="217"/>
                  </a:lnTo>
                  <a:lnTo>
                    <a:pt x="14125" y="405"/>
                  </a:lnTo>
                  <a:lnTo>
                    <a:pt x="13263" y="621"/>
                  </a:lnTo>
                  <a:lnTo>
                    <a:pt x="12427" y="890"/>
                  </a:lnTo>
                  <a:lnTo>
                    <a:pt x="11618" y="1214"/>
                  </a:lnTo>
                  <a:lnTo>
                    <a:pt x="10810" y="1591"/>
                  </a:lnTo>
                  <a:lnTo>
                    <a:pt x="10028" y="1996"/>
                  </a:lnTo>
                  <a:lnTo>
                    <a:pt x="9273" y="2427"/>
                  </a:lnTo>
                  <a:lnTo>
                    <a:pt x="8519" y="2912"/>
                  </a:lnTo>
                  <a:lnTo>
                    <a:pt x="7818" y="3451"/>
                  </a:lnTo>
                  <a:lnTo>
                    <a:pt x="7117" y="4017"/>
                  </a:lnTo>
                  <a:lnTo>
                    <a:pt x="6443" y="4610"/>
                  </a:lnTo>
                  <a:lnTo>
                    <a:pt x="5796" y="5230"/>
                  </a:lnTo>
                  <a:lnTo>
                    <a:pt x="5176" y="5904"/>
                  </a:lnTo>
                  <a:lnTo>
                    <a:pt x="4610" y="6605"/>
                  </a:lnTo>
                  <a:lnTo>
                    <a:pt x="4044" y="7333"/>
                  </a:lnTo>
                  <a:lnTo>
                    <a:pt x="3532" y="8114"/>
                  </a:lnTo>
                  <a:lnTo>
                    <a:pt x="3020" y="8896"/>
                  </a:lnTo>
                  <a:lnTo>
                    <a:pt x="2561" y="9705"/>
                  </a:lnTo>
                  <a:lnTo>
                    <a:pt x="2130" y="10567"/>
                  </a:lnTo>
                  <a:lnTo>
                    <a:pt x="1753" y="11430"/>
                  </a:lnTo>
                  <a:lnTo>
                    <a:pt x="1402" y="12319"/>
                  </a:lnTo>
                  <a:lnTo>
                    <a:pt x="1079" y="13236"/>
                  </a:lnTo>
                  <a:lnTo>
                    <a:pt x="809" y="14179"/>
                  </a:lnTo>
                  <a:lnTo>
                    <a:pt x="567" y="15150"/>
                  </a:lnTo>
                  <a:lnTo>
                    <a:pt x="378" y="16120"/>
                  </a:lnTo>
                  <a:lnTo>
                    <a:pt x="216" y="17117"/>
                  </a:lnTo>
                  <a:lnTo>
                    <a:pt x="109" y="18142"/>
                  </a:lnTo>
                  <a:lnTo>
                    <a:pt x="28" y="19166"/>
                  </a:lnTo>
                  <a:lnTo>
                    <a:pt x="1" y="20190"/>
                  </a:lnTo>
                  <a:lnTo>
                    <a:pt x="28" y="21242"/>
                  </a:lnTo>
                  <a:lnTo>
                    <a:pt x="109" y="22266"/>
                  </a:lnTo>
                  <a:lnTo>
                    <a:pt x="216" y="23263"/>
                  </a:lnTo>
                  <a:lnTo>
                    <a:pt x="378" y="24261"/>
                  </a:lnTo>
                  <a:lnTo>
                    <a:pt x="567" y="25258"/>
                  </a:lnTo>
                  <a:lnTo>
                    <a:pt x="809" y="26201"/>
                  </a:lnTo>
                  <a:lnTo>
                    <a:pt x="1079" y="27145"/>
                  </a:lnTo>
                  <a:lnTo>
                    <a:pt x="1402" y="28061"/>
                  </a:lnTo>
                  <a:lnTo>
                    <a:pt x="1753" y="28951"/>
                  </a:lnTo>
                  <a:lnTo>
                    <a:pt x="2130" y="29813"/>
                  </a:lnTo>
                  <a:lnTo>
                    <a:pt x="2561" y="30676"/>
                  </a:lnTo>
                  <a:lnTo>
                    <a:pt x="3020" y="31485"/>
                  </a:lnTo>
                  <a:lnTo>
                    <a:pt x="3532" y="32293"/>
                  </a:lnTo>
                  <a:lnTo>
                    <a:pt x="4044" y="33048"/>
                  </a:lnTo>
                  <a:lnTo>
                    <a:pt x="4610" y="33776"/>
                  </a:lnTo>
                  <a:lnTo>
                    <a:pt x="5176" y="34477"/>
                  </a:lnTo>
                  <a:lnTo>
                    <a:pt x="5796" y="35150"/>
                  </a:lnTo>
                  <a:lnTo>
                    <a:pt x="6443" y="35797"/>
                  </a:lnTo>
                  <a:lnTo>
                    <a:pt x="7117" y="36390"/>
                  </a:lnTo>
                  <a:lnTo>
                    <a:pt x="7818" y="36956"/>
                  </a:lnTo>
                  <a:lnTo>
                    <a:pt x="8519" y="37469"/>
                  </a:lnTo>
                  <a:lnTo>
                    <a:pt x="9273" y="37954"/>
                  </a:lnTo>
                  <a:lnTo>
                    <a:pt x="10028" y="38412"/>
                  </a:lnTo>
                  <a:lnTo>
                    <a:pt x="10810" y="38816"/>
                  </a:lnTo>
                  <a:lnTo>
                    <a:pt x="11618" y="39167"/>
                  </a:lnTo>
                  <a:lnTo>
                    <a:pt x="12427" y="39490"/>
                  </a:lnTo>
                  <a:lnTo>
                    <a:pt x="13263" y="39760"/>
                  </a:lnTo>
                  <a:lnTo>
                    <a:pt x="14125" y="40002"/>
                  </a:lnTo>
                  <a:lnTo>
                    <a:pt x="15015" y="40164"/>
                  </a:lnTo>
                  <a:lnTo>
                    <a:pt x="15877" y="40299"/>
                  </a:lnTo>
                  <a:lnTo>
                    <a:pt x="16794" y="40380"/>
                  </a:lnTo>
                  <a:lnTo>
                    <a:pt x="17683" y="40407"/>
                  </a:lnTo>
                  <a:lnTo>
                    <a:pt x="18600" y="40380"/>
                  </a:lnTo>
                  <a:lnTo>
                    <a:pt x="19516" y="40299"/>
                  </a:lnTo>
                  <a:lnTo>
                    <a:pt x="20379" y="40164"/>
                  </a:lnTo>
                  <a:lnTo>
                    <a:pt x="21268" y="40002"/>
                  </a:lnTo>
                  <a:lnTo>
                    <a:pt x="22104" y="39760"/>
                  </a:lnTo>
                  <a:lnTo>
                    <a:pt x="22966" y="39490"/>
                  </a:lnTo>
                  <a:lnTo>
                    <a:pt x="23775" y="39167"/>
                  </a:lnTo>
                  <a:lnTo>
                    <a:pt x="24584" y="38816"/>
                  </a:lnTo>
                  <a:lnTo>
                    <a:pt x="25365" y="38412"/>
                  </a:lnTo>
                  <a:lnTo>
                    <a:pt x="26120" y="37954"/>
                  </a:lnTo>
                  <a:lnTo>
                    <a:pt x="26875" y="37469"/>
                  </a:lnTo>
                  <a:lnTo>
                    <a:pt x="27576" y="36956"/>
                  </a:lnTo>
                  <a:lnTo>
                    <a:pt x="28277" y="36390"/>
                  </a:lnTo>
                  <a:lnTo>
                    <a:pt x="28951" y="35797"/>
                  </a:lnTo>
                  <a:lnTo>
                    <a:pt x="29597" y="35150"/>
                  </a:lnTo>
                  <a:lnTo>
                    <a:pt x="30217" y="34477"/>
                  </a:lnTo>
                  <a:lnTo>
                    <a:pt x="30783" y="33776"/>
                  </a:lnTo>
                  <a:lnTo>
                    <a:pt x="31350" y="33048"/>
                  </a:lnTo>
                  <a:lnTo>
                    <a:pt x="31862" y="32293"/>
                  </a:lnTo>
                  <a:lnTo>
                    <a:pt x="32374" y="31485"/>
                  </a:lnTo>
                  <a:lnTo>
                    <a:pt x="32832" y="30676"/>
                  </a:lnTo>
                  <a:lnTo>
                    <a:pt x="33263" y="29813"/>
                  </a:lnTo>
                  <a:lnTo>
                    <a:pt x="33641" y="28951"/>
                  </a:lnTo>
                  <a:lnTo>
                    <a:pt x="33991" y="28061"/>
                  </a:lnTo>
                  <a:lnTo>
                    <a:pt x="34315" y="27145"/>
                  </a:lnTo>
                  <a:lnTo>
                    <a:pt x="34584" y="26201"/>
                  </a:lnTo>
                  <a:lnTo>
                    <a:pt x="34827" y="25258"/>
                  </a:lnTo>
                  <a:lnTo>
                    <a:pt x="35015" y="24261"/>
                  </a:lnTo>
                  <a:lnTo>
                    <a:pt x="35177" y="23263"/>
                  </a:lnTo>
                  <a:lnTo>
                    <a:pt x="35285" y="22266"/>
                  </a:lnTo>
                  <a:lnTo>
                    <a:pt x="35366" y="21242"/>
                  </a:lnTo>
                  <a:lnTo>
                    <a:pt x="35393" y="20190"/>
                  </a:lnTo>
                  <a:lnTo>
                    <a:pt x="35366" y="19166"/>
                  </a:lnTo>
                  <a:lnTo>
                    <a:pt x="35285" y="18142"/>
                  </a:lnTo>
                  <a:lnTo>
                    <a:pt x="35177" y="17117"/>
                  </a:lnTo>
                  <a:lnTo>
                    <a:pt x="35015" y="16120"/>
                  </a:lnTo>
                  <a:lnTo>
                    <a:pt x="34827" y="15150"/>
                  </a:lnTo>
                  <a:lnTo>
                    <a:pt x="34584" y="14179"/>
                  </a:lnTo>
                  <a:lnTo>
                    <a:pt x="34315" y="13236"/>
                  </a:lnTo>
                  <a:lnTo>
                    <a:pt x="33991" y="12319"/>
                  </a:lnTo>
                  <a:lnTo>
                    <a:pt x="33641" y="11430"/>
                  </a:lnTo>
                  <a:lnTo>
                    <a:pt x="33263" y="10567"/>
                  </a:lnTo>
                  <a:lnTo>
                    <a:pt x="32832" y="9705"/>
                  </a:lnTo>
                  <a:lnTo>
                    <a:pt x="32374" y="8896"/>
                  </a:lnTo>
                  <a:lnTo>
                    <a:pt x="31862" y="8114"/>
                  </a:lnTo>
                  <a:lnTo>
                    <a:pt x="31350" y="7333"/>
                  </a:lnTo>
                  <a:lnTo>
                    <a:pt x="30783" y="6605"/>
                  </a:lnTo>
                  <a:lnTo>
                    <a:pt x="30217" y="5904"/>
                  </a:lnTo>
                  <a:lnTo>
                    <a:pt x="29597" y="5230"/>
                  </a:lnTo>
                  <a:lnTo>
                    <a:pt x="28951" y="4610"/>
                  </a:lnTo>
                  <a:lnTo>
                    <a:pt x="28277" y="4017"/>
                  </a:lnTo>
                  <a:lnTo>
                    <a:pt x="27576" y="3451"/>
                  </a:lnTo>
                  <a:lnTo>
                    <a:pt x="26875" y="2912"/>
                  </a:lnTo>
                  <a:lnTo>
                    <a:pt x="26120" y="2427"/>
                  </a:lnTo>
                  <a:lnTo>
                    <a:pt x="25365" y="1996"/>
                  </a:lnTo>
                  <a:lnTo>
                    <a:pt x="24584" y="1591"/>
                  </a:lnTo>
                  <a:lnTo>
                    <a:pt x="23775" y="1214"/>
                  </a:lnTo>
                  <a:lnTo>
                    <a:pt x="22966" y="890"/>
                  </a:lnTo>
                  <a:lnTo>
                    <a:pt x="22104" y="621"/>
                  </a:lnTo>
                  <a:lnTo>
                    <a:pt x="21268" y="405"/>
                  </a:lnTo>
                  <a:lnTo>
                    <a:pt x="20379" y="217"/>
                  </a:lnTo>
                  <a:lnTo>
                    <a:pt x="19516" y="82"/>
                  </a:lnTo>
                  <a:lnTo>
                    <a:pt x="18600" y="28"/>
                  </a:lnTo>
                  <a:lnTo>
                    <a:pt x="176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8853;p74">
              <a:extLst>
                <a:ext uri="{FF2B5EF4-FFF2-40B4-BE49-F238E27FC236}">
                  <a16:creationId xmlns:a16="http://schemas.microsoft.com/office/drawing/2014/main" id="{9D2B9670-EDBA-D429-5964-8609D219F8F7}"/>
                </a:ext>
              </a:extLst>
            </p:cNvPr>
            <p:cNvSpPr/>
            <p:nvPr/>
          </p:nvSpPr>
          <p:spPr>
            <a:xfrm>
              <a:off x="5623700" y="2724975"/>
              <a:ext cx="186025" cy="263525"/>
            </a:xfrm>
            <a:custGeom>
              <a:avLst/>
              <a:gdLst/>
              <a:ahLst/>
              <a:cxnLst/>
              <a:rect l="l" t="t" r="r" b="b"/>
              <a:pathLst>
                <a:path w="7441" h="10541" extrusionOk="0">
                  <a:moveTo>
                    <a:pt x="243" y="1"/>
                  </a:moveTo>
                  <a:lnTo>
                    <a:pt x="163" y="27"/>
                  </a:lnTo>
                  <a:lnTo>
                    <a:pt x="55" y="81"/>
                  </a:lnTo>
                  <a:lnTo>
                    <a:pt x="1" y="162"/>
                  </a:lnTo>
                  <a:lnTo>
                    <a:pt x="1" y="270"/>
                  </a:lnTo>
                  <a:lnTo>
                    <a:pt x="1" y="10270"/>
                  </a:lnTo>
                  <a:lnTo>
                    <a:pt x="1" y="10378"/>
                  </a:lnTo>
                  <a:lnTo>
                    <a:pt x="55" y="10459"/>
                  </a:lnTo>
                  <a:lnTo>
                    <a:pt x="163" y="10513"/>
                  </a:lnTo>
                  <a:lnTo>
                    <a:pt x="243" y="10540"/>
                  </a:lnTo>
                  <a:lnTo>
                    <a:pt x="7171" y="10540"/>
                  </a:lnTo>
                  <a:lnTo>
                    <a:pt x="7279" y="10513"/>
                  </a:lnTo>
                  <a:lnTo>
                    <a:pt x="7360" y="10459"/>
                  </a:lnTo>
                  <a:lnTo>
                    <a:pt x="7414" y="10378"/>
                  </a:lnTo>
                  <a:lnTo>
                    <a:pt x="7440" y="10270"/>
                  </a:lnTo>
                  <a:lnTo>
                    <a:pt x="7440" y="270"/>
                  </a:lnTo>
                  <a:lnTo>
                    <a:pt x="7414" y="162"/>
                  </a:lnTo>
                  <a:lnTo>
                    <a:pt x="7360" y="81"/>
                  </a:lnTo>
                  <a:lnTo>
                    <a:pt x="7279" y="27"/>
                  </a:lnTo>
                  <a:lnTo>
                    <a:pt x="7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8854;p74">
              <a:extLst>
                <a:ext uri="{FF2B5EF4-FFF2-40B4-BE49-F238E27FC236}">
                  <a16:creationId xmlns:a16="http://schemas.microsoft.com/office/drawing/2014/main" id="{367C02F7-542F-9629-1761-195F5FDE0395}"/>
                </a:ext>
              </a:extLst>
            </p:cNvPr>
            <p:cNvSpPr/>
            <p:nvPr/>
          </p:nvSpPr>
          <p:spPr>
            <a:xfrm>
              <a:off x="5842725" y="2683200"/>
              <a:ext cx="263500" cy="301925"/>
            </a:xfrm>
            <a:custGeom>
              <a:avLst/>
              <a:gdLst/>
              <a:ahLst/>
              <a:cxnLst/>
              <a:rect l="l" t="t" r="r" b="b"/>
              <a:pathLst>
                <a:path w="10540" h="12077" extrusionOk="0">
                  <a:moveTo>
                    <a:pt x="7386" y="0"/>
                  </a:moveTo>
                  <a:lnTo>
                    <a:pt x="7251" y="27"/>
                  </a:lnTo>
                  <a:lnTo>
                    <a:pt x="7143" y="54"/>
                  </a:lnTo>
                  <a:lnTo>
                    <a:pt x="6092" y="459"/>
                  </a:lnTo>
                  <a:lnTo>
                    <a:pt x="5122" y="809"/>
                  </a:lnTo>
                  <a:lnTo>
                    <a:pt x="4178" y="1079"/>
                  </a:lnTo>
                  <a:lnTo>
                    <a:pt x="3316" y="1294"/>
                  </a:lnTo>
                  <a:lnTo>
                    <a:pt x="2534" y="1429"/>
                  </a:lnTo>
                  <a:lnTo>
                    <a:pt x="1833" y="1537"/>
                  </a:lnTo>
                  <a:lnTo>
                    <a:pt x="1240" y="1618"/>
                  </a:lnTo>
                  <a:lnTo>
                    <a:pt x="755" y="1645"/>
                  </a:lnTo>
                  <a:lnTo>
                    <a:pt x="593" y="1672"/>
                  </a:lnTo>
                  <a:lnTo>
                    <a:pt x="459" y="1725"/>
                  </a:lnTo>
                  <a:lnTo>
                    <a:pt x="324" y="1806"/>
                  </a:lnTo>
                  <a:lnTo>
                    <a:pt x="216" y="1914"/>
                  </a:lnTo>
                  <a:lnTo>
                    <a:pt x="135" y="2049"/>
                  </a:lnTo>
                  <a:lnTo>
                    <a:pt x="81" y="2184"/>
                  </a:lnTo>
                  <a:lnTo>
                    <a:pt x="27" y="2345"/>
                  </a:lnTo>
                  <a:lnTo>
                    <a:pt x="27" y="2507"/>
                  </a:lnTo>
                  <a:lnTo>
                    <a:pt x="0" y="11214"/>
                  </a:lnTo>
                  <a:lnTo>
                    <a:pt x="0" y="11375"/>
                  </a:lnTo>
                  <a:lnTo>
                    <a:pt x="54" y="11537"/>
                  </a:lnTo>
                  <a:lnTo>
                    <a:pt x="135" y="11699"/>
                  </a:lnTo>
                  <a:lnTo>
                    <a:pt x="216" y="11834"/>
                  </a:lnTo>
                  <a:lnTo>
                    <a:pt x="324" y="11941"/>
                  </a:lnTo>
                  <a:lnTo>
                    <a:pt x="459" y="12022"/>
                  </a:lnTo>
                  <a:lnTo>
                    <a:pt x="620" y="12076"/>
                  </a:lnTo>
                  <a:lnTo>
                    <a:pt x="1779" y="12076"/>
                  </a:lnTo>
                  <a:lnTo>
                    <a:pt x="2723" y="11995"/>
                  </a:lnTo>
                  <a:lnTo>
                    <a:pt x="3612" y="11861"/>
                  </a:lnTo>
                  <a:lnTo>
                    <a:pt x="4475" y="11699"/>
                  </a:lnTo>
                  <a:lnTo>
                    <a:pt x="5257" y="11510"/>
                  </a:lnTo>
                  <a:lnTo>
                    <a:pt x="5957" y="11295"/>
                  </a:lnTo>
                  <a:lnTo>
                    <a:pt x="6631" y="11052"/>
                  </a:lnTo>
                  <a:lnTo>
                    <a:pt x="7251" y="10782"/>
                  </a:lnTo>
                  <a:lnTo>
                    <a:pt x="7817" y="10513"/>
                  </a:lnTo>
                  <a:lnTo>
                    <a:pt x="8329" y="10216"/>
                  </a:lnTo>
                  <a:lnTo>
                    <a:pt x="8788" y="9947"/>
                  </a:lnTo>
                  <a:lnTo>
                    <a:pt x="9165" y="9677"/>
                  </a:lnTo>
                  <a:lnTo>
                    <a:pt x="9542" y="9408"/>
                  </a:lnTo>
                  <a:lnTo>
                    <a:pt x="9839" y="9165"/>
                  </a:lnTo>
                  <a:lnTo>
                    <a:pt x="10270" y="8761"/>
                  </a:lnTo>
                  <a:lnTo>
                    <a:pt x="10405" y="8599"/>
                  </a:lnTo>
                  <a:lnTo>
                    <a:pt x="10513" y="8383"/>
                  </a:lnTo>
                  <a:lnTo>
                    <a:pt x="10540" y="8168"/>
                  </a:lnTo>
                  <a:lnTo>
                    <a:pt x="10540" y="7952"/>
                  </a:lnTo>
                  <a:lnTo>
                    <a:pt x="10378" y="7063"/>
                  </a:lnTo>
                  <a:lnTo>
                    <a:pt x="10216" y="6281"/>
                  </a:lnTo>
                  <a:lnTo>
                    <a:pt x="10055" y="5526"/>
                  </a:lnTo>
                  <a:lnTo>
                    <a:pt x="9893" y="4825"/>
                  </a:lnTo>
                  <a:lnTo>
                    <a:pt x="9704" y="4205"/>
                  </a:lnTo>
                  <a:lnTo>
                    <a:pt x="9542" y="3639"/>
                  </a:lnTo>
                  <a:lnTo>
                    <a:pt x="9192" y="2615"/>
                  </a:lnTo>
                  <a:lnTo>
                    <a:pt x="8842" y="1806"/>
                  </a:lnTo>
                  <a:lnTo>
                    <a:pt x="8545" y="1159"/>
                  </a:lnTo>
                  <a:lnTo>
                    <a:pt x="8249" y="674"/>
                  </a:lnTo>
                  <a:lnTo>
                    <a:pt x="8006" y="297"/>
                  </a:lnTo>
                  <a:lnTo>
                    <a:pt x="7925" y="216"/>
                  </a:lnTo>
                  <a:lnTo>
                    <a:pt x="7817" y="135"/>
                  </a:lnTo>
                  <a:lnTo>
                    <a:pt x="7709" y="54"/>
                  </a:lnTo>
                  <a:lnTo>
                    <a:pt x="7602" y="27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8855;p74">
              <a:extLst>
                <a:ext uri="{FF2B5EF4-FFF2-40B4-BE49-F238E27FC236}">
                  <a16:creationId xmlns:a16="http://schemas.microsoft.com/office/drawing/2014/main" id="{D23D3F0F-57B3-DE55-B783-3139D3D969D2}"/>
                </a:ext>
              </a:extLst>
            </p:cNvPr>
            <p:cNvSpPr/>
            <p:nvPr/>
          </p:nvSpPr>
          <p:spPr>
            <a:xfrm>
              <a:off x="5317775" y="2683200"/>
              <a:ext cx="263500" cy="301925"/>
            </a:xfrm>
            <a:custGeom>
              <a:avLst/>
              <a:gdLst/>
              <a:ahLst/>
              <a:cxnLst/>
              <a:rect l="l" t="t" r="r" b="b"/>
              <a:pathLst>
                <a:path w="10540" h="12077" extrusionOk="0">
                  <a:moveTo>
                    <a:pt x="3046" y="0"/>
                  </a:moveTo>
                  <a:lnTo>
                    <a:pt x="2911" y="27"/>
                  </a:lnTo>
                  <a:lnTo>
                    <a:pt x="2804" y="54"/>
                  </a:lnTo>
                  <a:lnTo>
                    <a:pt x="2696" y="135"/>
                  </a:lnTo>
                  <a:lnTo>
                    <a:pt x="2615" y="216"/>
                  </a:lnTo>
                  <a:lnTo>
                    <a:pt x="2534" y="297"/>
                  </a:lnTo>
                  <a:lnTo>
                    <a:pt x="2291" y="674"/>
                  </a:lnTo>
                  <a:lnTo>
                    <a:pt x="1995" y="1159"/>
                  </a:lnTo>
                  <a:lnTo>
                    <a:pt x="1671" y="1806"/>
                  </a:lnTo>
                  <a:lnTo>
                    <a:pt x="1348" y="2615"/>
                  </a:lnTo>
                  <a:lnTo>
                    <a:pt x="998" y="3639"/>
                  </a:lnTo>
                  <a:lnTo>
                    <a:pt x="836" y="4205"/>
                  </a:lnTo>
                  <a:lnTo>
                    <a:pt x="647" y="4825"/>
                  </a:lnTo>
                  <a:lnTo>
                    <a:pt x="485" y="5526"/>
                  </a:lnTo>
                  <a:lnTo>
                    <a:pt x="324" y="6281"/>
                  </a:lnTo>
                  <a:lnTo>
                    <a:pt x="162" y="7063"/>
                  </a:lnTo>
                  <a:lnTo>
                    <a:pt x="0" y="7952"/>
                  </a:lnTo>
                  <a:lnTo>
                    <a:pt x="0" y="8168"/>
                  </a:lnTo>
                  <a:lnTo>
                    <a:pt x="27" y="8383"/>
                  </a:lnTo>
                  <a:lnTo>
                    <a:pt x="108" y="8599"/>
                  </a:lnTo>
                  <a:lnTo>
                    <a:pt x="243" y="8761"/>
                  </a:lnTo>
                  <a:lnTo>
                    <a:pt x="701" y="9165"/>
                  </a:lnTo>
                  <a:lnTo>
                    <a:pt x="998" y="9408"/>
                  </a:lnTo>
                  <a:lnTo>
                    <a:pt x="1348" y="9677"/>
                  </a:lnTo>
                  <a:lnTo>
                    <a:pt x="1752" y="9947"/>
                  </a:lnTo>
                  <a:lnTo>
                    <a:pt x="2211" y="10216"/>
                  </a:lnTo>
                  <a:lnTo>
                    <a:pt x="2723" y="10513"/>
                  </a:lnTo>
                  <a:lnTo>
                    <a:pt x="3289" y="10782"/>
                  </a:lnTo>
                  <a:lnTo>
                    <a:pt x="3909" y="11052"/>
                  </a:lnTo>
                  <a:lnTo>
                    <a:pt x="4556" y="11295"/>
                  </a:lnTo>
                  <a:lnTo>
                    <a:pt x="5283" y="11510"/>
                  </a:lnTo>
                  <a:lnTo>
                    <a:pt x="6065" y="11699"/>
                  </a:lnTo>
                  <a:lnTo>
                    <a:pt x="6901" y="11861"/>
                  </a:lnTo>
                  <a:lnTo>
                    <a:pt x="7817" y="11995"/>
                  </a:lnTo>
                  <a:lnTo>
                    <a:pt x="8761" y="12076"/>
                  </a:lnTo>
                  <a:lnTo>
                    <a:pt x="9920" y="12076"/>
                  </a:lnTo>
                  <a:lnTo>
                    <a:pt x="10081" y="12022"/>
                  </a:lnTo>
                  <a:lnTo>
                    <a:pt x="10216" y="11941"/>
                  </a:lnTo>
                  <a:lnTo>
                    <a:pt x="10324" y="11834"/>
                  </a:lnTo>
                  <a:lnTo>
                    <a:pt x="10405" y="11699"/>
                  </a:lnTo>
                  <a:lnTo>
                    <a:pt x="10486" y="11537"/>
                  </a:lnTo>
                  <a:lnTo>
                    <a:pt x="10540" y="11375"/>
                  </a:lnTo>
                  <a:lnTo>
                    <a:pt x="10540" y="11214"/>
                  </a:lnTo>
                  <a:lnTo>
                    <a:pt x="10513" y="2507"/>
                  </a:lnTo>
                  <a:lnTo>
                    <a:pt x="10513" y="2345"/>
                  </a:lnTo>
                  <a:lnTo>
                    <a:pt x="10459" y="2184"/>
                  </a:lnTo>
                  <a:lnTo>
                    <a:pt x="10405" y="2049"/>
                  </a:lnTo>
                  <a:lnTo>
                    <a:pt x="10297" y="1914"/>
                  </a:lnTo>
                  <a:lnTo>
                    <a:pt x="10189" y="1806"/>
                  </a:lnTo>
                  <a:lnTo>
                    <a:pt x="10081" y="1725"/>
                  </a:lnTo>
                  <a:lnTo>
                    <a:pt x="9947" y="1672"/>
                  </a:lnTo>
                  <a:lnTo>
                    <a:pt x="9785" y="1645"/>
                  </a:lnTo>
                  <a:lnTo>
                    <a:pt x="9300" y="1618"/>
                  </a:lnTo>
                  <a:lnTo>
                    <a:pt x="8707" y="1537"/>
                  </a:lnTo>
                  <a:lnTo>
                    <a:pt x="8006" y="1429"/>
                  </a:lnTo>
                  <a:lnTo>
                    <a:pt x="7224" y="1294"/>
                  </a:lnTo>
                  <a:lnTo>
                    <a:pt x="6362" y="1079"/>
                  </a:lnTo>
                  <a:lnTo>
                    <a:pt x="5418" y="809"/>
                  </a:lnTo>
                  <a:lnTo>
                    <a:pt x="4421" y="459"/>
                  </a:lnTo>
                  <a:lnTo>
                    <a:pt x="3397" y="54"/>
                  </a:lnTo>
                  <a:lnTo>
                    <a:pt x="3289" y="27"/>
                  </a:lnTo>
                  <a:lnTo>
                    <a:pt x="31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8856;p74">
              <a:extLst>
                <a:ext uri="{FF2B5EF4-FFF2-40B4-BE49-F238E27FC236}">
                  <a16:creationId xmlns:a16="http://schemas.microsoft.com/office/drawing/2014/main" id="{BC8A955A-A265-542F-97D9-C6714BC2EFAD}"/>
                </a:ext>
              </a:extLst>
            </p:cNvPr>
            <p:cNvSpPr/>
            <p:nvPr/>
          </p:nvSpPr>
          <p:spPr>
            <a:xfrm>
              <a:off x="4437675" y="2934550"/>
              <a:ext cx="202200" cy="202875"/>
            </a:xfrm>
            <a:custGeom>
              <a:avLst/>
              <a:gdLst/>
              <a:ahLst/>
              <a:cxnLst/>
              <a:rect l="l" t="t" r="r" b="b"/>
              <a:pathLst>
                <a:path w="8088" h="8115" extrusionOk="0">
                  <a:moveTo>
                    <a:pt x="4044" y="1"/>
                  </a:moveTo>
                  <a:lnTo>
                    <a:pt x="3640" y="28"/>
                  </a:lnTo>
                  <a:lnTo>
                    <a:pt x="3235" y="81"/>
                  </a:lnTo>
                  <a:lnTo>
                    <a:pt x="2831" y="189"/>
                  </a:lnTo>
                  <a:lnTo>
                    <a:pt x="2481" y="324"/>
                  </a:lnTo>
                  <a:lnTo>
                    <a:pt x="2130" y="513"/>
                  </a:lnTo>
                  <a:lnTo>
                    <a:pt x="1780" y="701"/>
                  </a:lnTo>
                  <a:lnTo>
                    <a:pt x="1483" y="944"/>
                  </a:lnTo>
                  <a:lnTo>
                    <a:pt x="1187" y="1187"/>
                  </a:lnTo>
                  <a:lnTo>
                    <a:pt x="917" y="1483"/>
                  </a:lnTo>
                  <a:lnTo>
                    <a:pt x="702" y="1807"/>
                  </a:lnTo>
                  <a:lnTo>
                    <a:pt x="486" y="2130"/>
                  </a:lnTo>
                  <a:lnTo>
                    <a:pt x="324" y="2480"/>
                  </a:lnTo>
                  <a:lnTo>
                    <a:pt x="189" y="2858"/>
                  </a:lnTo>
                  <a:lnTo>
                    <a:pt x="82" y="3235"/>
                  </a:lnTo>
                  <a:lnTo>
                    <a:pt x="28" y="3640"/>
                  </a:lnTo>
                  <a:lnTo>
                    <a:pt x="1" y="4071"/>
                  </a:lnTo>
                  <a:lnTo>
                    <a:pt x="28" y="4475"/>
                  </a:lnTo>
                  <a:lnTo>
                    <a:pt x="82" y="4879"/>
                  </a:lnTo>
                  <a:lnTo>
                    <a:pt x="189" y="5257"/>
                  </a:lnTo>
                  <a:lnTo>
                    <a:pt x="324" y="5634"/>
                  </a:lnTo>
                  <a:lnTo>
                    <a:pt x="486" y="5985"/>
                  </a:lnTo>
                  <a:lnTo>
                    <a:pt x="702" y="6308"/>
                  </a:lnTo>
                  <a:lnTo>
                    <a:pt x="917" y="6632"/>
                  </a:lnTo>
                  <a:lnTo>
                    <a:pt x="1187" y="6928"/>
                  </a:lnTo>
                  <a:lnTo>
                    <a:pt x="1483" y="7171"/>
                  </a:lnTo>
                  <a:lnTo>
                    <a:pt x="1780" y="7413"/>
                  </a:lnTo>
                  <a:lnTo>
                    <a:pt x="2130" y="7602"/>
                  </a:lnTo>
                  <a:lnTo>
                    <a:pt x="2481" y="7791"/>
                  </a:lnTo>
                  <a:lnTo>
                    <a:pt x="2831" y="7925"/>
                  </a:lnTo>
                  <a:lnTo>
                    <a:pt x="3235" y="8033"/>
                  </a:lnTo>
                  <a:lnTo>
                    <a:pt x="3640" y="8087"/>
                  </a:lnTo>
                  <a:lnTo>
                    <a:pt x="4044" y="8114"/>
                  </a:lnTo>
                  <a:lnTo>
                    <a:pt x="4448" y="8087"/>
                  </a:lnTo>
                  <a:lnTo>
                    <a:pt x="4853" y="8033"/>
                  </a:lnTo>
                  <a:lnTo>
                    <a:pt x="5257" y="7925"/>
                  </a:lnTo>
                  <a:lnTo>
                    <a:pt x="5634" y="7791"/>
                  </a:lnTo>
                  <a:lnTo>
                    <a:pt x="5985" y="7602"/>
                  </a:lnTo>
                  <a:lnTo>
                    <a:pt x="6308" y="7413"/>
                  </a:lnTo>
                  <a:lnTo>
                    <a:pt x="6632" y="7171"/>
                  </a:lnTo>
                  <a:lnTo>
                    <a:pt x="6901" y="6928"/>
                  </a:lnTo>
                  <a:lnTo>
                    <a:pt x="7171" y="6632"/>
                  </a:lnTo>
                  <a:lnTo>
                    <a:pt x="7413" y="6308"/>
                  </a:lnTo>
                  <a:lnTo>
                    <a:pt x="7602" y="5985"/>
                  </a:lnTo>
                  <a:lnTo>
                    <a:pt x="7764" y="5634"/>
                  </a:lnTo>
                  <a:lnTo>
                    <a:pt x="7899" y="5257"/>
                  </a:lnTo>
                  <a:lnTo>
                    <a:pt x="8006" y="4879"/>
                  </a:lnTo>
                  <a:lnTo>
                    <a:pt x="8060" y="4475"/>
                  </a:lnTo>
                  <a:lnTo>
                    <a:pt x="8087" y="4071"/>
                  </a:lnTo>
                  <a:lnTo>
                    <a:pt x="8060" y="3640"/>
                  </a:lnTo>
                  <a:lnTo>
                    <a:pt x="8006" y="3235"/>
                  </a:lnTo>
                  <a:lnTo>
                    <a:pt x="7899" y="2858"/>
                  </a:lnTo>
                  <a:lnTo>
                    <a:pt x="7764" y="2480"/>
                  </a:lnTo>
                  <a:lnTo>
                    <a:pt x="7602" y="2130"/>
                  </a:lnTo>
                  <a:lnTo>
                    <a:pt x="7413" y="1807"/>
                  </a:lnTo>
                  <a:lnTo>
                    <a:pt x="7171" y="1483"/>
                  </a:lnTo>
                  <a:lnTo>
                    <a:pt x="6901" y="1187"/>
                  </a:lnTo>
                  <a:lnTo>
                    <a:pt x="6632" y="944"/>
                  </a:lnTo>
                  <a:lnTo>
                    <a:pt x="6308" y="701"/>
                  </a:lnTo>
                  <a:lnTo>
                    <a:pt x="5985" y="513"/>
                  </a:lnTo>
                  <a:lnTo>
                    <a:pt x="5634" y="324"/>
                  </a:lnTo>
                  <a:lnTo>
                    <a:pt x="5257" y="189"/>
                  </a:lnTo>
                  <a:lnTo>
                    <a:pt x="4853" y="81"/>
                  </a:lnTo>
                  <a:lnTo>
                    <a:pt x="4448" y="28"/>
                  </a:lnTo>
                  <a:lnTo>
                    <a:pt x="40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8857;p74">
              <a:extLst>
                <a:ext uri="{FF2B5EF4-FFF2-40B4-BE49-F238E27FC236}">
                  <a16:creationId xmlns:a16="http://schemas.microsoft.com/office/drawing/2014/main" id="{362652C2-8135-B622-9966-7C8F8BFA0EF7}"/>
                </a:ext>
              </a:extLst>
            </p:cNvPr>
            <p:cNvSpPr/>
            <p:nvPr/>
          </p:nvSpPr>
          <p:spPr>
            <a:xfrm>
              <a:off x="4776650" y="2987125"/>
              <a:ext cx="278325" cy="278325"/>
            </a:xfrm>
            <a:custGeom>
              <a:avLst/>
              <a:gdLst/>
              <a:ahLst/>
              <a:cxnLst/>
              <a:rect l="l" t="t" r="r" b="b"/>
              <a:pathLst>
                <a:path w="11133" h="11133" extrusionOk="0">
                  <a:moveTo>
                    <a:pt x="5553" y="0"/>
                  </a:moveTo>
                  <a:lnTo>
                    <a:pt x="4987" y="54"/>
                  </a:lnTo>
                  <a:lnTo>
                    <a:pt x="4448" y="135"/>
                  </a:lnTo>
                  <a:lnTo>
                    <a:pt x="3909" y="270"/>
                  </a:lnTo>
                  <a:lnTo>
                    <a:pt x="3397" y="458"/>
                  </a:lnTo>
                  <a:lnTo>
                    <a:pt x="2911" y="674"/>
                  </a:lnTo>
                  <a:lnTo>
                    <a:pt x="2453" y="970"/>
                  </a:lnTo>
                  <a:lnTo>
                    <a:pt x="2022" y="1294"/>
                  </a:lnTo>
                  <a:lnTo>
                    <a:pt x="1618" y="1644"/>
                  </a:lnTo>
                  <a:lnTo>
                    <a:pt x="1267" y="2049"/>
                  </a:lnTo>
                  <a:lnTo>
                    <a:pt x="944" y="2453"/>
                  </a:lnTo>
                  <a:lnTo>
                    <a:pt x="674" y="2911"/>
                  </a:lnTo>
                  <a:lnTo>
                    <a:pt x="432" y="3396"/>
                  </a:lnTo>
                  <a:lnTo>
                    <a:pt x="243" y="3909"/>
                  </a:lnTo>
                  <a:lnTo>
                    <a:pt x="108" y="4448"/>
                  </a:lnTo>
                  <a:lnTo>
                    <a:pt x="27" y="5014"/>
                  </a:lnTo>
                  <a:lnTo>
                    <a:pt x="0" y="5580"/>
                  </a:lnTo>
                  <a:lnTo>
                    <a:pt x="27" y="6146"/>
                  </a:lnTo>
                  <a:lnTo>
                    <a:pt x="108" y="6685"/>
                  </a:lnTo>
                  <a:lnTo>
                    <a:pt x="243" y="7224"/>
                  </a:lnTo>
                  <a:lnTo>
                    <a:pt x="432" y="7736"/>
                  </a:lnTo>
                  <a:lnTo>
                    <a:pt x="674" y="8221"/>
                  </a:lnTo>
                  <a:lnTo>
                    <a:pt x="944" y="8680"/>
                  </a:lnTo>
                  <a:lnTo>
                    <a:pt x="1267" y="9111"/>
                  </a:lnTo>
                  <a:lnTo>
                    <a:pt x="1618" y="9515"/>
                  </a:lnTo>
                  <a:lnTo>
                    <a:pt x="2022" y="9866"/>
                  </a:lnTo>
                  <a:lnTo>
                    <a:pt x="2453" y="10189"/>
                  </a:lnTo>
                  <a:lnTo>
                    <a:pt x="2911" y="10459"/>
                  </a:lnTo>
                  <a:lnTo>
                    <a:pt x="3397" y="10701"/>
                  </a:lnTo>
                  <a:lnTo>
                    <a:pt x="3909" y="10890"/>
                  </a:lnTo>
                  <a:lnTo>
                    <a:pt x="4448" y="11025"/>
                  </a:lnTo>
                  <a:lnTo>
                    <a:pt x="4987" y="11106"/>
                  </a:lnTo>
                  <a:lnTo>
                    <a:pt x="5553" y="11133"/>
                  </a:lnTo>
                  <a:lnTo>
                    <a:pt x="6119" y="11106"/>
                  </a:lnTo>
                  <a:lnTo>
                    <a:pt x="6685" y="11025"/>
                  </a:lnTo>
                  <a:lnTo>
                    <a:pt x="7224" y="10890"/>
                  </a:lnTo>
                  <a:lnTo>
                    <a:pt x="7736" y="10701"/>
                  </a:lnTo>
                  <a:lnTo>
                    <a:pt x="8222" y="10459"/>
                  </a:lnTo>
                  <a:lnTo>
                    <a:pt x="8680" y="10189"/>
                  </a:lnTo>
                  <a:lnTo>
                    <a:pt x="9111" y="9866"/>
                  </a:lnTo>
                  <a:lnTo>
                    <a:pt x="9488" y="9515"/>
                  </a:lnTo>
                  <a:lnTo>
                    <a:pt x="9866" y="9111"/>
                  </a:lnTo>
                  <a:lnTo>
                    <a:pt x="10162" y="8680"/>
                  </a:lnTo>
                  <a:lnTo>
                    <a:pt x="10459" y="8221"/>
                  </a:lnTo>
                  <a:lnTo>
                    <a:pt x="10701" y="7736"/>
                  </a:lnTo>
                  <a:lnTo>
                    <a:pt x="10863" y="7224"/>
                  </a:lnTo>
                  <a:lnTo>
                    <a:pt x="11025" y="6685"/>
                  </a:lnTo>
                  <a:lnTo>
                    <a:pt x="11106" y="6146"/>
                  </a:lnTo>
                  <a:lnTo>
                    <a:pt x="11133" y="5580"/>
                  </a:lnTo>
                  <a:lnTo>
                    <a:pt x="11106" y="5014"/>
                  </a:lnTo>
                  <a:lnTo>
                    <a:pt x="11025" y="4448"/>
                  </a:lnTo>
                  <a:lnTo>
                    <a:pt x="10863" y="3909"/>
                  </a:lnTo>
                  <a:lnTo>
                    <a:pt x="10701" y="3396"/>
                  </a:lnTo>
                  <a:lnTo>
                    <a:pt x="10459" y="2911"/>
                  </a:lnTo>
                  <a:lnTo>
                    <a:pt x="10162" y="2453"/>
                  </a:lnTo>
                  <a:lnTo>
                    <a:pt x="9866" y="2049"/>
                  </a:lnTo>
                  <a:lnTo>
                    <a:pt x="9488" y="1644"/>
                  </a:lnTo>
                  <a:lnTo>
                    <a:pt x="9111" y="1294"/>
                  </a:lnTo>
                  <a:lnTo>
                    <a:pt x="8680" y="970"/>
                  </a:lnTo>
                  <a:lnTo>
                    <a:pt x="8222" y="674"/>
                  </a:lnTo>
                  <a:lnTo>
                    <a:pt x="7736" y="458"/>
                  </a:lnTo>
                  <a:lnTo>
                    <a:pt x="7224" y="270"/>
                  </a:lnTo>
                  <a:lnTo>
                    <a:pt x="6685" y="135"/>
                  </a:lnTo>
                  <a:lnTo>
                    <a:pt x="6119" y="54"/>
                  </a:lnTo>
                  <a:lnTo>
                    <a:pt x="55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07" name="Rectangle 4806">
            <a:extLst>
              <a:ext uri="{FF2B5EF4-FFF2-40B4-BE49-F238E27FC236}">
                <a16:creationId xmlns:a16="http://schemas.microsoft.com/office/drawing/2014/main" id="{7A53212C-3ED2-EEA4-D4F3-727611740B31}"/>
              </a:ext>
            </a:extLst>
          </p:cNvPr>
          <p:cNvSpPr/>
          <p:nvPr/>
        </p:nvSpPr>
        <p:spPr>
          <a:xfrm>
            <a:off x="2148840" y="1272540"/>
            <a:ext cx="5593080" cy="2900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pSp>
        <p:nvGrpSpPr>
          <p:cNvPr id="2" name="Google Shape;3285;p38">
            <a:extLst>
              <a:ext uri="{FF2B5EF4-FFF2-40B4-BE49-F238E27FC236}">
                <a16:creationId xmlns:a16="http://schemas.microsoft.com/office/drawing/2014/main" id="{EA3BE98F-058E-BB8C-4FEA-F7F00523D5F7}"/>
              </a:ext>
            </a:extLst>
          </p:cNvPr>
          <p:cNvGrpSpPr/>
          <p:nvPr/>
        </p:nvGrpSpPr>
        <p:grpSpPr>
          <a:xfrm>
            <a:off x="-983450" y="-469612"/>
            <a:ext cx="929120" cy="366772"/>
            <a:chOff x="4112050" y="-2536483"/>
            <a:chExt cx="3480245" cy="1373835"/>
          </a:xfrm>
        </p:grpSpPr>
        <p:sp>
          <p:nvSpPr>
            <p:cNvPr id="3" name="Google Shape;3286;p38">
              <a:extLst>
                <a:ext uri="{FF2B5EF4-FFF2-40B4-BE49-F238E27FC236}">
                  <a16:creationId xmlns:a16="http://schemas.microsoft.com/office/drawing/2014/main" id="{A72F7D17-6E8E-1143-B725-136C78E29634}"/>
                </a:ext>
              </a:extLst>
            </p:cNvPr>
            <p:cNvSpPr/>
            <p:nvPr/>
          </p:nvSpPr>
          <p:spPr>
            <a:xfrm>
              <a:off x="5347543" y="-1715908"/>
              <a:ext cx="272000" cy="55326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287;p38">
              <a:extLst>
                <a:ext uri="{FF2B5EF4-FFF2-40B4-BE49-F238E27FC236}">
                  <a16:creationId xmlns:a16="http://schemas.microsoft.com/office/drawing/2014/main" id="{2C3D040C-7CD4-66A6-2DC7-507FE5FB0AD1}"/>
                </a:ext>
              </a:extLst>
            </p:cNvPr>
            <p:cNvSpPr/>
            <p:nvPr/>
          </p:nvSpPr>
          <p:spPr>
            <a:xfrm>
              <a:off x="5347543" y="-1715908"/>
              <a:ext cx="272000" cy="55326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288;p38">
              <a:extLst>
                <a:ext uri="{FF2B5EF4-FFF2-40B4-BE49-F238E27FC236}">
                  <a16:creationId xmlns:a16="http://schemas.microsoft.com/office/drawing/2014/main" id="{3EC966A7-FAFE-EDDA-3622-5081B7C6E257}"/>
                </a:ext>
              </a:extLst>
            </p:cNvPr>
            <p:cNvSpPr/>
            <p:nvPr/>
          </p:nvSpPr>
          <p:spPr>
            <a:xfrm>
              <a:off x="5952274" y="-2294607"/>
              <a:ext cx="752333" cy="316579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289;p38">
              <a:extLst>
                <a:ext uri="{FF2B5EF4-FFF2-40B4-BE49-F238E27FC236}">
                  <a16:creationId xmlns:a16="http://schemas.microsoft.com/office/drawing/2014/main" id="{82C415D5-8ADA-2B19-57F1-37FE2549813D}"/>
                </a:ext>
              </a:extLst>
            </p:cNvPr>
            <p:cNvSpPr/>
            <p:nvPr/>
          </p:nvSpPr>
          <p:spPr>
            <a:xfrm>
              <a:off x="5952274" y="-2294607"/>
              <a:ext cx="752333" cy="316579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290;p38">
              <a:extLst>
                <a:ext uri="{FF2B5EF4-FFF2-40B4-BE49-F238E27FC236}">
                  <a16:creationId xmlns:a16="http://schemas.microsoft.com/office/drawing/2014/main" id="{82A01EEA-F02E-2A06-8F31-350AE56993D4}"/>
                </a:ext>
              </a:extLst>
            </p:cNvPr>
            <p:cNvSpPr/>
            <p:nvPr/>
          </p:nvSpPr>
          <p:spPr>
            <a:xfrm>
              <a:off x="5958062" y="-2441590"/>
              <a:ext cx="526636" cy="159743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291;p38">
              <a:extLst>
                <a:ext uri="{FF2B5EF4-FFF2-40B4-BE49-F238E27FC236}">
                  <a16:creationId xmlns:a16="http://schemas.microsoft.com/office/drawing/2014/main" id="{D52262D7-2F99-8B7B-E5D2-CF8FD66D7A30}"/>
                </a:ext>
              </a:extLst>
            </p:cNvPr>
            <p:cNvSpPr/>
            <p:nvPr/>
          </p:nvSpPr>
          <p:spPr>
            <a:xfrm>
              <a:off x="5382835" y="-2302118"/>
              <a:ext cx="526636" cy="159743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292;p38">
              <a:extLst>
                <a:ext uri="{FF2B5EF4-FFF2-40B4-BE49-F238E27FC236}">
                  <a16:creationId xmlns:a16="http://schemas.microsoft.com/office/drawing/2014/main" id="{2D72F5BB-154B-9DE7-EA3B-7F3A1772573A}"/>
                </a:ext>
              </a:extLst>
            </p:cNvPr>
            <p:cNvSpPr/>
            <p:nvPr/>
          </p:nvSpPr>
          <p:spPr>
            <a:xfrm>
              <a:off x="5958062" y="-2396445"/>
              <a:ext cx="526636" cy="114598"/>
            </a:xfrm>
            <a:custGeom>
              <a:avLst/>
              <a:gdLst/>
              <a:ahLst/>
              <a:cxnLst/>
              <a:rect l="l" t="t" r="r" b="b"/>
              <a:pathLst>
                <a:path w="19563" h="4257" extrusionOk="0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293;p38">
              <a:extLst>
                <a:ext uri="{FF2B5EF4-FFF2-40B4-BE49-F238E27FC236}">
                  <a16:creationId xmlns:a16="http://schemas.microsoft.com/office/drawing/2014/main" id="{62986A91-1285-C8F3-221D-DBC877ED97EB}"/>
                </a:ext>
              </a:extLst>
            </p:cNvPr>
            <p:cNvSpPr/>
            <p:nvPr/>
          </p:nvSpPr>
          <p:spPr>
            <a:xfrm>
              <a:off x="5385150" y="-2270298"/>
              <a:ext cx="524321" cy="105930"/>
            </a:xfrm>
            <a:custGeom>
              <a:avLst/>
              <a:gdLst/>
              <a:ahLst/>
              <a:cxnLst/>
              <a:rect l="l" t="t" r="r" b="b"/>
              <a:pathLst>
                <a:path w="19477" h="3935" extrusionOk="0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294;p38">
              <a:extLst>
                <a:ext uri="{FF2B5EF4-FFF2-40B4-BE49-F238E27FC236}">
                  <a16:creationId xmlns:a16="http://schemas.microsoft.com/office/drawing/2014/main" id="{5FF1C0DF-C7FD-CF6E-D0AB-D2A0DB297D5E}"/>
                </a:ext>
              </a:extLst>
            </p:cNvPr>
            <p:cNvSpPr/>
            <p:nvPr/>
          </p:nvSpPr>
          <p:spPr>
            <a:xfrm>
              <a:off x="4763648" y="-1801567"/>
              <a:ext cx="451987" cy="241338"/>
            </a:xfrm>
            <a:custGeom>
              <a:avLst/>
              <a:gdLst/>
              <a:ahLst/>
              <a:cxnLst/>
              <a:rect l="l" t="t" r="r" b="b"/>
              <a:pathLst>
                <a:path w="16790" h="8965" extrusionOk="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295;p38">
              <a:extLst>
                <a:ext uri="{FF2B5EF4-FFF2-40B4-BE49-F238E27FC236}">
                  <a16:creationId xmlns:a16="http://schemas.microsoft.com/office/drawing/2014/main" id="{C932BAD3-698D-0D58-D5D2-FE7B86E6E956}"/>
                </a:ext>
              </a:extLst>
            </p:cNvPr>
            <p:cNvSpPr/>
            <p:nvPr/>
          </p:nvSpPr>
          <p:spPr>
            <a:xfrm>
              <a:off x="4833667" y="-1546366"/>
              <a:ext cx="452552" cy="240772"/>
            </a:xfrm>
            <a:custGeom>
              <a:avLst/>
              <a:gdLst/>
              <a:ahLst/>
              <a:cxnLst/>
              <a:rect l="l" t="t" r="r" b="b"/>
              <a:pathLst>
                <a:path w="16811" h="8944" extrusionOk="0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296;p38">
              <a:extLst>
                <a:ext uri="{FF2B5EF4-FFF2-40B4-BE49-F238E27FC236}">
                  <a16:creationId xmlns:a16="http://schemas.microsoft.com/office/drawing/2014/main" id="{BCB7DA81-69CF-471B-F531-0DDCFE4D7660}"/>
                </a:ext>
              </a:extLst>
            </p:cNvPr>
            <p:cNvSpPr/>
            <p:nvPr/>
          </p:nvSpPr>
          <p:spPr>
            <a:xfrm>
              <a:off x="4902529" y="-1794622"/>
              <a:ext cx="313107" cy="234392"/>
            </a:xfrm>
            <a:custGeom>
              <a:avLst/>
              <a:gdLst/>
              <a:ahLst/>
              <a:cxnLst/>
              <a:rect l="l" t="t" r="r" b="b"/>
              <a:pathLst>
                <a:path w="11631" h="8707" extrusionOk="0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297;p38">
              <a:extLst>
                <a:ext uri="{FF2B5EF4-FFF2-40B4-BE49-F238E27FC236}">
                  <a16:creationId xmlns:a16="http://schemas.microsoft.com/office/drawing/2014/main" id="{6DDA60D8-941C-8588-70CA-DA210F3FA372}"/>
                </a:ext>
              </a:extLst>
            </p:cNvPr>
            <p:cNvSpPr/>
            <p:nvPr/>
          </p:nvSpPr>
          <p:spPr>
            <a:xfrm>
              <a:off x="5020573" y="-1528410"/>
              <a:ext cx="265647" cy="222817"/>
            </a:xfrm>
            <a:custGeom>
              <a:avLst/>
              <a:gdLst/>
              <a:ahLst/>
              <a:cxnLst/>
              <a:rect l="l" t="t" r="r" b="b"/>
              <a:pathLst>
                <a:path w="9868" h="8277" extrusionOk="0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298;p38">
              <a:extLst>
                <a:ext uri="{FF2B5EF4-FFF2-40B4-BE49-F238E27FC236}">
                  <a16:creationId xmlns:a16="http://schemas.microsoft.com/office/drawing/2014/main" id="{37D3991E-58F7-78AA-0852-131B74586BEE}"/>
                </a:ext>
              </a:extLst>
            </p:cNvPr>
            <p:cNvSpPr/>
            <p:nvPr/>
          </p:nvSpPr>
          <p:spPr>
            <a:xfrm>
              <a:off x="6835358" y="-1828756"/>
              <a:ext cx="756937" cy="277222"/>
            </a:xfrm>
            <a:custGeom>
              <a:avLst/>
              <a:gdLst/>
              <a:ahLst/>
              <a:cxnLst/>
              <a:rect l="l" t="t" r="r" b="b"/>
              <a:pathLst>
                <a:path w="28118" h="10298" extrusionOk="0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299;p38">
              <a:extLst>
                <a:ext uri="{FF2B5EF4-FFF2-40B4-BE49-F238E27FC236}">
                  <a16:creationId xmlns:a16="http://schemas.microsoft.com/office/drawing/2014/main" id="{76C080BE-40C5-12BA-0B96-0F38C830B852}"/>
                </a:ext>
              </a:extLst>
            </p:cNvPr>
            <p:cNvSpPr/>
            <p:nvPr/>
          </p:nvSpPr>
          <p:spPr>
            <a:xfrm>
              <a:off x="6835358" y="-1828756"/>
              <a:ext cx="756937" cy="277222"/>
            </a:xfrm>
            <a:custGeom>
              <a:avLst/>
              <a:gdLst/>
              <a:ahLst/>
              <a:cxnLst/>
              <a:rect l="l" t="t" r="r" b="b"/>
              <a:pathLst>
                <a:path w="28118" h="10298" fill="none" extrusionOk="0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300;p38">
              <a:extLst>
                <a:ext uri="{FF2B5EF4-FFF2-40B4-BE49-F238E27FC236}">
                  <a16:creationId xmlns:a16="http://schemas.microsoft.com/office/drawing/2014/main" id="{E1481734-596F-E611-3DF5-C30F4993115F}"/>
                </a:ext>
              </a:extLst>
            </p:cNvPr>
            <p:cNvSpPr/>
            <p:nvPr/>
          </p:nvSpPr>
          <p:spPr>
            <a:xfrm>
              <a:off x="4112050" y="-2490208"/>
              <a:ext cx="3054909" cy="1005220"/>
            </a:xfrm>
            <a:custGeom>
              <a:avLst/>
              <a:gdLst/>
              <a:ahLst/>
              <a:cxnLst/>
              <a:rect l="l" t="t" r="r" b="b"/>
              <a:pathLst>
                <a:path w="113481" h="37341" extrusionOk="0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301;p38">
              <a:extLst>
                <a:ext uri="{FF2B5EF4-FFF2-40B4-BE49-F238E27FC236}">
                  <a16:creationId xmlns:a16="http://schemas.microsoft.com/office/drawing/2014/main" id="{A60309D6-BE10-EDAB-A174-0DAD0F7ECBDA}"/>
                </a:ext>
              </a:extLst>
            </p:cNvPr>
            <p:cNvSpPr/>
            <p:nvPr/>
          </p:nvSpPr>
          <p:spPr>
            <a:xfrm>
              <a:off x="4112050" y="-2490208"/>
              <a:ext cx="3054909" cy="1005220"/>
            </a:xfrm>
            <a:custGeom>
              <a:avLst/>
              <a:gdLst/>
              <a:ahLst/>
              <a:cxnLst/>
              <a:rect l="l" t="t" r="r" b="b"/>
              <a:pathLst>
                <a:path w="113481" h="37341" fill="none" extrusionOk="0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302;p38">
              <a:extLst>
                <a:ext uri="{FF2B5EF4-FFF2-40B4-BE49-F238E27FC236}">
                  <a16:creationId xmlns:a16="http://schemas.microsoft.com/office/drawing/2014/main" id="{44C8F5AF-7A8F-9EEA-EEFE-E7AAA40FA715}"/>
                </a:ext>
              </a:extLst>
            </p:cNvPr>
            <p:cNvSpPr/>
            <p:nvPr/>
          </p:nvSpPr>
          <p:spPr>
            <a:xfrm>
              <a:off x="6440684" y="-2230376"/>
              <a:ext cx="899316" cy="600128"/>
            </a:xfrm>
            <a:custGeom>
              <a:avLst/>
              <a:gdLst/>
              <a:ahLst/>
              <a:cxnLst/>
              <a:rect l="l" t="t" r="r" b="b"/>
              <a:pathLst>
                <a:path w="33407" h="22293" extrusionOk="0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303;p38">
              <a:extLst>
                <a:ext uri="{FF2B5EF4-FFF2-40B4-BE49-F238E27FC236}">
                  <a16:creationId xmlns:a16="http://schemas.microsoft.com/office/drawing/2014/main" id="{0CA65FF9-5F60-15AA-1945-911AAD022353}"/>
                </a:ext>
              </a:extLst>
            </p:cNvPr>
            <p:cNvSpPr/>
            <p:nvPr/>
          </p:nvSpPr>
          <p:spPr>
            <a:xfrm>
              <a:off x="5422758" y="-2536483"/>
              <a:ext cx="1784150" cy="497105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304;p38">
              <a:extLst>
                <a:ext uri="{FF2B5EF4-FFF2-40B4-BE49-F238E27FC236}">
                  <a16:creationId xmlns:a16="http://schemas.microsoft.com/office/drawing/2014/main" id="{DAD0E323-973F-609F-C2B0-6ED7825E5582}"/>
                </a:ext>
              </a:extLst>
            </p:cNvPr>
            <p:cNvSpPr/>
            <p:nvPr/>
          </p:nvSpPr>
          <p:spPr>
            <a:xfrm>
              <a:off x="4200563" y="-2424819"/>
              <a:ext cx="54432" cy="64285"/>
            </a:xfrm>
            <a:custGeom>
              <a:avLst/>
              <a:gdLst/>
              <a:ahLst/>
              <a:cxnLst/>
              <a:rect l="l" t="t" r="r" b="b"/>
              <a:pathLst>
                <a:path w="2022" h="2388" extrusionOk="0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305;p38">
              <a:extLst>
                <a:ext uri="{FF2B5EF4-FFF2-40B4-BE49-F238E27FC236}">
                  <a16:creationId xmlns:a16="http://schemas.microsoft.com/office/drawing/2014/main" id="{63BF6F6B-9E7C-E1CE-6CE2-C83441403A02}"/>
                </a:ext>
              </a:extLst>
            </p:cNvPr>
            <p:cNvSpPr/>
            <p:nvPr/>
          </p:nvSpPr>
          <p:spPr>
            <a:xfrm>
              <a:off x="4299521" y="-2320639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306;p38">
              <a:extLst>
                <a:ext uri="{FF2B5EF4-FFF2-40B4-BE49-F238E27FC236}">
                  <a16:creationId xmlns:a16="http://schemas.microsoft.com/office/drawing/2014/main" id="{2DA5CDD6-14C1-E45B-6D9D-0C5BA509BC10}"/>
                </a:ext>
              </a:extLst>
            </p:cNvPr>
            <p:cNvSpPr/>
            <p:nvPr/>
          </p:nvSpPr>
          <p:spPr>
            <a:xfrm>
              <a:off x="4299521" y="-2320639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307;p38">
              <a:extLst>
                <a:ext uri="{FF2B5EF4-FFF2-40B4-BE49-F238E27FC236}">
                  <a16:creationId xmlns:a16="http://schemas.microsoft.com/office/drawing/2014/main" id="{E9C82AC0-EDD2-0837-616E-7E60FC584E75}"/>
                </a:ext>
              </a:extLst>
            </p:cNvPr>
            <p:cNvSpPr/>
            <p:nvPr/>
          </p:nvSpPr>
          <p:spPr>
            <a:xfrm>
              <a:off x="4378235" y="-2261630"/>
              <a:ext cx="24901" cy="29558"/>
            </a:xfrm>
            <a:custGeom>
              <a:avLst/>
              <a:gdLst/>
              <a:ahLst/>
              <a:cxnLst/>
              <a:rect l="l" t="t" r="r" b="b"/>
              <a:pathLst>
                <a:path w="925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308;p38">
              <a:extLst>
                <a:ext uri="{FF2B5EF4-FFF2-40B4-BE49-F238E27FC236}">
                  <a16:creationId xmlns:a16="http://schemas.microsoft.com/office/drawing/2014/main" id="{2AC9C185-20F5-2585-24A9-FDE183FD60CF}"/>
                </a:ext>
              </a:extLst>
            </p:cNvPr>
            <p:cNvSpPr/>
            <p:nvPr/>
          </p:nvSpPr>
          <p:spPr>
            <a:xfrm>
              <a:off x="4378235" y="-2261630"/>
              <a:ext cx="24901" cy="29558"/>
            </a:xfrm>
            <a:custGeom>
              <a:avLst/>
              <a:gdLst/>
              <a:ahLst/>
              <a:cxnLst/>
              <a:rect l="l" t="t" r="r" b="b"/>
              <a:pathLst>
                <a:path w="925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309;p38">
              <a:extLst>
                <a:ext uri="{FF2B5EF4-FFF2-40B4-BE49-F238E27FC236}">
                  <a16:creationId xmlns:a16="http://schemas.microsoft.com/office/drawing/2014/main" id="{3E20E0C1-4E64-4E92-B085-3154DFD56D7F}"/>
                </a:ext>
              </a:extLst>
            </p:cNvPr>
            <p:cNvSpPr/>
            <p:nvPr/>
          </p:nvSpPr>
          <p:spPr>
            <a:xfrm>
              <a:off x="4408897" y="-225005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310;p38">
              <a:extLst>
                <a:ext uri="{FF2B5EF4-FFF2-40B4-BE49-F238E27FC236}">
                  <a16:creationId xmlns:a16="http://schemas.microsoft.com/office/drawing/2014/main" id="{B3ACA13C-5D5F-1716-5CCE-149580BD640E}"/>
                </a:ext>
              </a:extLst>
            </p:cNvPr>
            <p:cNvSpPr/>
            <p:nvPr/>
          </p:nvSpPr>
          <p:spPr>
            <a:xfrm>
              <a:off x="4408897" y="-225005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311;p38">
              <a:extLst>
                <a:ext uri="{FF2B5EF4-FFF2-40B4-BE49-F238E27FC236}">
                  <a16:creationId xmlns:a16="http://schemas.microsoft.com/office/drawing/2014/main" id="{FDD9DB97-41C9-566A-60E0-A249A9860B6C}"/>
                </a:ext>
              </a:extLst>
            </p:cNvPr>
            <p:cNvSpPr/>
            <p:nvPr/>
          </p:nvSpPr>
          <p:spPr>
            <a:xfrm>
              <a:off x="4439585" y="-223788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312;p38">
              <a:extLst>
                <a:ext uri="{FF2B5EF4-FFF2-40B4-BE49-F238E27FC236}">
                  <a16:creationId xmlns:a16="http://schemas.microsoft.com/office/drawing/2014/main" id="{A8A31E64-EEA7-E8D4-D7F7-68C20AEA2A54}"/>
                </a:ext>
              </a:extLst>
            </p:cNvPr>
            <p:cNvSpPr/>
            <p:nvPr/>
          </p:nvSpPr>
          <p:spPr>
            <a:xfrm>
              <a:off x="4439585" y="-223788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313;p38">
              <a:extLst>
                <a:ext uri="{FF2B5EF4-FFF2-40B4-BE49-F238E27FC236}">
                  <a16:creationId xmlns:a16="http://schemas.microsoft.com/office/drawing/2014/main" id="{21E41770-B9AD-192D-29A0-C5B1862C393A}"/>
                </a:ext>
              </a:extLst>
            </p:cNvPr>
            <p:cNvSpPr/>
            <p:nvPr/>
          </p:nvSpPr>
          <p:spPr>
            <a:xfrm>
              <a:off x="4470247" y="-2226311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314;p38">
              <a:extLst>
                <a:ext uri="{FF2B5EF4-FFF2-40B4-BE49-F238E27FC236}">
                  <a16:creationId xmlns:a16="http://schemas.microsoft.com/office/drawing/2014/main" id="{0F9550B1-41F8-4921-D254-1DFB66F09446}"/>
                </a:ext>
              </a:extLst>
            </p:cNvPr>
            <p:cNvSpPr/>
            <p:nvPr/>
          </p:nvSpPr>
          <p:spPr>
            <a:xfrm>
              <a:off x="4470247" y="-2226311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315;p38">
              <a:extLst>
                <a:ext uri="{FF2B5EF4-FFF2-40B4-BE49-F238E27FC236}">
                  <a16:creationId xmlns:a16="http://schemas.microsoft.com/office/drawing/2014/main" id="{72E696EE-DB85-2071-989B-696DDAAD847A}"/>
                </a:ext>
              </a:extLst>
            </p:cNvPr>
            <p:cNvSpPr/>
            <p:nvPr/>
          </p:nvSpPr>
          <p:spPr>
            <a:xfrm>
              <a:off x="4500909" y="-221417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16;p38">
              <a:extLst>
                <a:ext uri="{FF2B5EF4-FFF2-40B4-BE49-F238E27FC236}">
                  <a16:creationId xmlns:a16="http://schemas.microsoft.com/office/drawing/2014/main" id="{B3ECC626-90CA-265A-76AB-EF3B56CA11FF}"/>
                </a:ext>
              </a:extLst>
            </p:cNvPr>
            <p:cNvSpPr/>
            <p:nvPr/>
          </p:nvSpPr>
          <p:spPr>
            <a:xfrm>
              <a:off x="4500909" y="-221417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317;p38">
              <a:extLst>
                <a:ext uri="{FF2B5EF4-FFF2-40B4-BE49-F238E27FC236}">
                  <a16:creationId xmlns:a16="http://schemas.microsoft.com/office/drawing/2014/main" id="{0CE28B83-ACE4-772E-D216-D53DE4FBA446}"/>
                </a:ext>
              </a:extLst>
            </p:cNvPr>
            <p:cNvSpPr/>
            <p:nvPr/>
          </p:nvSpPr>
          <p:spPr>
            <a:xfrm>
              <a:off x="4531598" y="-2202594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318;p38">
              <a:extLst>
                <a:ext uri="{FF2B5EF4-FFF2-40B4-BE49-F238E27FC236}">
                  <a16:creationId xmlns:a16="http://schemas.microsoft.com/office/drawing/2014/main" id="{47DE3746-9DEB-370C-EAED-25F85D0E10F9}"/>
                </a:ext>
              </a:extLst>
            </p:cNvPr>
            <p:cNvSpPr/>
            <p:nvPr/>
          </p:nvSpPr>
          <p:spPr>
            <a:xfrm>
              <a:off x="4531598" y="-2202594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319;p38">
              <a:extLst>
                <a:ext uri="{FF2B5EF4-FFF2-40B4-BE49-F238E27FC236}">
                  <a16:creationId xmlns:a16="http://schemas.microsoft.com/office/drawing/2014/main" id="{1CCA3CA9-4614-B73F-EC81-DF43B7AEB3CE}"/>
                </a:ext>
              </a:extLst>
            </p:cNvPr>
            <p:cNvSpPr/>
            <p:nvPr/>
          </p:nvSpPr>
          <p:spPr>
            <a:xfrm>
              <a:off x="4562260" y="-2190427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320;p38">
              <a:extLst>
                <a:ext uri="{FF2B5EF4-FFF2-40B4-BE49-F238E27FC236}">
                  <a16:creationId xmlns:a16="http://schemas.microsoft.com/office/drawing/2014/main" id="{1452CF1D-E4FC-87AA-57C3-9188DBA369C8}"/>
                </a:ext>
              </a:extLst>
            </p:cNvPr>
            <p:cNvSpPr/>
            <p:nvPr/>
          </p:nvSpPr>
          <p:spPr>
            <a:xfrm>
              <a:off x="4562260" y="-2190427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321;p38">
              <a:extLst>
                <a:ext uri="{FF2B5EF4-FFF2-40B4-BE49-F238E27FC236}">
                  <a16:creationId xmlns:a16="http://schemas.microsoft.com/office/drawing/2014/main" id="{0969A6D8-98C3-6324-C2F3-F20A98845773}"/>
                </a:ext>
              </a:extLst>
            </p:cNvPr>
            <p:cNvSpPr/>
            <p:nvPr/>
          </p:nvSpPr>
          <p:spPr>
            <a:xfrm>
              <a:off x="4592922" y="-217887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322;p38">
              <a:extLst>
                <a:ext uri="{FF2B5EF4-FFF2-40B4-BE49-F238E27FC236}">
                  <a16:creationId xmlns:a16="http://schemas.microsoft.com/office/drawing/2014/main" id="{9272B9F7-32FA-C2C0-DBB4-4C758D290F35}"/>
                </a:ext>
              </a:extLst>
            </p:cNvPr>
            <p:cNvSpPr/>
            <p:nvPr/>
          </p:nvSpPr>
          <p:spPr>
            <a:xfrm>
              <a:off x="4592922" y="-217887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323;p38">
              <a:extLst>
                <a:ext uri="{FF2B5EF4-FFF2-40B4-BE49-F238E27FC236}">
                  <a16:creationId xmlns:a16="http://schemas.microsoft.com/office/drawing/2014/main" id="{30D05F39-B63F-2D58-3CB5-1DFC2DB5F586}"/>
                </a:ext>
              </a:extLst>
            </p:cNvPr>
            <p:cNvSpPr/>
            <p:nvPr/>
          </p:nvSpPr>
          <p:spPr>
            <a:xfrm>
              <a:off x="4623611" y="-2167302"/>
              <a:ext cx="24309" cy="29558"/>
            </a:xfrm>
            <a:custGeom>
              <a:avLst/>
              <a:gdLst/>
              <a:ahLst/>
              <a:cxnLst/>
              <a:rect l="l" t="t" r="r" b="b"/>
              <a:pathLst>
                <a:path w="903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324;p38">
              <a:extLst>
                <a:ext uri="{FF2B5EF4-FFF2-40B4-BE49-F238E27FC236}">
                  <a16:creationId xmlns:a16="http://schemas.microsoft.com/office/drawing/2014/main" id="{D3F207E4-B082-5D1A-1F49-1326A99E13E8}"/>
                </a:ext>
              </a:extLst>
            </p:cNvPr>
            <p:cNvSpPr/>
            <p:nvPr/>
          </p:nvSpPr>
          <p:spPr>
            <a:xfrm>
              <a:off x="4623611" y="-2167302"/>
              <a:ext cx="24309" cy="29558"/>
            </a:xfrm>
            <a:custGeom>
              <a:avLst/>
              <a:gdLst/>
              <a:ahLst/>
              <a:cxnLst/>
              <a:rect l="l" t="t" r="r" b="b"/>
              <a:pathLst>
                <a:path w="903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325;p38">
              <a:extLst>
                <a:ext uri="{FF2B5EF4-FFF2-40B4-BE49-F238E27FC236}">
                  <a16:creationId xmlns:a16="http://schemas.microsoft.com/office/drawing/2014/main" id="{BD14022F-842B-BBDF-2E28-FB96238A4B50}"/>
                </a:ext>
              </a:extLst>
            </p:cNvPr>
            <p:cNvSpPr/>
            <p:nvPr/>
          </p:nvSpPr>
          <p:spPr>
            <a:xfrm>
              <a:off x="4653680" y="-2155134"/>
              <a:ext cx="24928" cy="28966"/>
            </a:xfrm>
            <a:custGeom>
              <a:avLst/>
              <a:gdLst/>
              <a:ahLst/>
              <a:cxnLst/>
              <a:rect l="l" t="t" r="r" b="b"/>
              <a:pathLst>
                <a:path w="926" h="1076" extrusionOk="0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326;p38">
              <a:extLst>
                <a:ext uri="{FF2B5EF4-FFF2-40B4-BE49-F238E27FC236}">
                  <a16:creationId xmlns:a16="http://schemas.microsoft.com/office/drawing/2014/main" id="{0A9FEB83-216C-DBF5-0113-D379E8B98C57}"/>
                </a:ext>
              </a:extLst>
            </p:cNvPr>
            <p:cNvSpPr/>
            <p:nvPr/>
          </p:nvSpPr>
          <p:spPr>
            <a:xfrm>
              <a:off x="4653680" y="-2155134"/>
              <a:ext cx="24928" cy="28966"/>
            </a:xfrm>
            <a:custGeom>
              <a:avLst/>
              <a:gdLst/>
              <a:ahLst/>
              <a:cxnLst/>
              <a:rect l="l" t="t" r="r" b="b"/>
              <a:pathLst>
                <a:path w="926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327;p38">
              <a:extLst>
                <a:ext uri="{FF2B5EF4-FFF2-40B4-BE49-F238E27FC236}">
                  <a16:creationId xmlns:a16="http://schemas.microsoft.com/office/drawing/2014/main" id="{01B7DCCA-6EB9-7EA5-552E-28FC641BA4A7}"/>
                </a:ext>
              </a:extLst>
            </p:cNvPr>
            <p:cNvSpPr/>
            <p:nvPr/>
          </p:nvSpPr>
          <p:spPr>
            <a:xfrm>
              <a:off x="4684369" y="-2143559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328;p38">
              <a:extLst>
                <a:ext uri="{FF2B5EF4-FFF2-40B4-BE49-F238E27FC236}">
                  <a16:creationId xmlns:a16="http://schemas.microsoft.com/office/drawing/2014/main" id="{94870437-4803-3995-10D9-F5F7FF809FF8}"/>
                </a:ext>
              </a:extLst>
            </p:cNvPr>
            <p:cNvSpPr/>
            <p:nvPr/>
          </p:nvSpPr>
          <p:spPr>
            <a:xfrm>
              <a:off x="4684369" y="-2143559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329;p38">
              <a:extLst>
                <a:ext uri="{FF2B5EF4-FFF2-40B4-BE49-F238E27FC236}">
                  <a16:creationId xmlns:a16="http://schemas.microsoft.com/office/drawing/2014/main" id="{8EB643A3-A426-18EA-B221-222CB297870D}"/>
                </a:ext>
              </a:extLst>
            </p:cNvPr>
            <p:cNvSpPr/>
            <p:nvPr/>
          </p:nvSpPr>
          <p:spPr>
            <a:xfrm>
              <a:off x="4715031" y="-2131418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330;p38">
              <a:extLst>
                <a:ext uri="{FF2B5EF4-FFF2-40B4-BE49-F238E27FC236}">
                  <a16:creationId xmlns:a16="http://schemas.microsoft.com/office/drawing/2014/main" id="{BA7807B6-839C-DAC2-8E9E-C064DA99EF36}"/>
                </a:ext>
              </a:extLst>
            </p:cNvPr>
            <p:cNvSpPr/>
            <p:nvPr/>
          </p:nvSpPr>
          <p:spPr>
            <a:xfrm>
              <a:off x="4715031" y="-2131418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331;p38">
              <a:extLst>
                <a:ext uri="{FF2B5EF4-FFF2-40B4-BE49-F238E27FC236}">
                  <a16:creationId xmlns:a16="http://schemas.microsoft.com/office/drawing/2014/main" id="{D8FB212F-A180-139F-CCD2-EB505151E376}"/>
                </a:ext>
              </a:extLst>
            </p:cNvPr>
            <p:cNvSpPr/>
            <p:nvPr/>
          </p:nvSpPr>
          <p:spPr>
            <a:xfrm>
              <a:off x="4745693" y="-2119842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332;p38">
              <a:extLst>
                <a:ext uri="{FF2B5EF4-FFF2-40B4-BE49-F238E27FC236}">
                  <a16:creationId xmlns:a16="http://schemas.microsoft.com/office/drawing/2014/main" id="{6CD88CC5-B49A-C3A1-E6CB-D514056EA4EE}"/>
                </a:ext>
              </a:extLst>
            </p:cNvPr>
            <p:cNvSpPr/>
            <p:nvPr/>
          </p:nvSpPr>
          <p:spPr>
            <a:xfrm>
              <a:off x="4745693" y="-2119842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333;p38">
              <a:extLst>
                <a:ext uri="{FF2B5EF4-FFF2-40B4-BE49-F238E27FC236}">
                  <a16:creationId xmlns:a16="http://schemas.microsoft.com/office/drawing/2014/main" id="{92A67A4E-FF1B-721C-45CA-5283012B26E8}"/>
                </a:ext>
              </a:extLst>
            </p:cNvPr>
            <p:cNvSpPr/>
            <p:nvPr/>
          </p:nvSpPr>
          <p:spPr>
            <a:xfrm>
              <a:off x="4881127" y="-2088588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334;p38">
              <a:extLst>
                <a:ext uri="{FF2B5EF4-FFF2-40B4-BE49-F238E27FC236}">
                  <a16:creationId xmlns:a16="http://schemas.microsoft.com/office/drawing/2014/main" id="{987B6F20-3C67-1F49-1B9D-8B488F1ED776}"/>
                </a:ext>
              </a:extLst>
            </p:cNvPr>
            <p:cNvSpPr/>
            <p:nvPr/>
          </p:nvSpPr>
          <p:spPr>
            <a:xfrm>
              <a:off x="4881127" y="-2088588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335;p38">
              <a:extLst>
                <a:ext uri="{FF2B5EF4-FFF2-40B4-BE49-F238E27FC236}">
                  <a16:creationId xmlns:a16="http://schemas.microsoft.com/office/drawing/2014/main" id="{11F24728-466A-B248-50CD-CAB657A11D17}"/>
                </a:ext>
              </a:extLst>
            </p:cNvPr>
            <p:cNvSpPr/>
            <p:nvPr/>
          </p:nvSpPr>
          <p:spPr>
            <a:xfrm>
              <a:off x="4911789" y="-2077013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336;p38">
              <a:extLst>
                <a:ext uri="{FF2B5EF4-FFF2-40B4-BE49-F238E27FC236}">
                  <a16:creationId xmlns:a16="http://schemas.microsoft.com/office/drawing/2014/main" id="{BE3667A9-5A2B-D606-67BE-C6836A17DAB8}"/>
                </a:ext>
              </a:extLst>
            </p:cNvPr>
            <p:cNvSpPr/>
            <p:nvPr/>
          </p:nvSpPr>
          <p:spPr>
            <a:xfrm>
              <a:off x="4911789" y="-2077013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337;p38">
              <a:extLst>
                <a:ext uri="{FF2B5EF4-FFF2-40B4-BE49-F238E27FC236}">
                  <a16:creationId xmlns:a16="http://schemas.microsoft.com/office/drawing/2014/main" id="{CD06DE42-04A1-BEAA-806C-ED0117369D48}"/>
                </a:ext>
              </a:extLst>
            </p:cNvPr>
            <p:cNvSpPr/>
            <p:nvPr/>
          </p:nvSpPr>
          <p:spPr>
            <a:xfrm>
              <a:off x="4942451" y="-206487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338;p38">
              <a:extLst>
                <a:ext uri="{FF2B5EF4-FFF2-40B4-BE49-F238E27FC236}">
                  <a16:creationId xmlns:a16="http://schemas.microsoft.com/office/drawing/2014/main" id="{11C42D8B-34B3-D200-1AD0-E3FE9BCCD199}"/>
                </a:ext>
              </a:extLst>
            </p:cNvPr>
            <p:cNvSpPr/>
            <p:nvPr/>
          </p:nvSpPr>
          <p:spPr>
            <a:xfrm>
              <a:off x="4942451" y="-206487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339;p38">
              <a:extLst>
                <a:ext uri="{FF2B5EF4-FFF2-40B4-BE49-F238E27FC236}">
                  <a16:creationId xmlns:a16="http://schemas.microsoft.com/office/drawing/2014/main" id="{AC82EEC2-FCD1-4268-8DA9-8EA3C7400409}"/>
                </a:ext>
              </a:extLst>
            </p:cNvPr>
            <p:cNvSpPr/>
            <p:nvPr/>
          </p:nvSpPr>
          <p:spPr>
            <a:xfrm>
              <a:off x="4973140" y="-205329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340;p38">
              <a:extLst>
                <a:ext uri="{FF2B5EF4-FFF2-40B4-BE49-F238E27FC236}">
                  <a16:creationId xmlns:a16="http://schemas.microsoft.com/office/drawing/2014/main" id="{C804DBC4-F448-209D-D2A9-9C3AD3FCAF13}"/>
                </a:ext>
              </a:extLst>
            </p:cNvPr>
            <p:cNvSpPr/>
            <p:nvPr/>
          </p:nvSpPr>
          <p:spPr>
            <a:xfrm>
              <a:off x="4973140" y="-205329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41;p38">
              <a:extLst>
                <a:ext uri="{FF2B5EF4-FFF2-40B4-BE49-F238E27FC236}">
                  <a16:creationId xmlns:a16="http://schemas.microsoft.com/office/drawing/2014/main" id="{794636E4-9CF8-FFF3-E15B-920E730CC522}"/>
                </a:ext>
              </a:extLst>
            </p:cNvPr>
            <p:cNvSpPr/>
            <p:nvPr/>
          </p:nvSpPr>
          <p:spPr>
            <a:xfrm>
              <a:off x="5003209" y="-2041720"/>
              <a:ext cx="24928" cy="29558"/>
            </a:xfrm>
            <a:custGeom>
              <a:avLst/>
              <a:gdLst/>
              <a:ahLst/>
              <a:cxnLst/>
              <a:rect l="l" t="t" r="r" b="b"/>
              <a:pathLst>
                <a:path w="926" h="1098" extrusionOk="0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342;p38">
              <a:extLst>
                <a:ext uri="{FF2B5EF4-FFF2-40B4-BE49-F238E27FC236}">
                  <a16:creationId xmlns:a16="http://schemas.microsoft.com/office/drawing/2014/main" id="{FDCE0977-1371-32B4-D64A-C3540CDC465A}"/>
                </a:ext>
              </a:extLst>
            </p:cNvPr>
            <p:cNvSpPr/>
            <p:nvPr/>
          </p:nvSpPr>
          <p:spPr>
            <a:xfrm>
              <a:off x="5003209" y="-2041720"/>
              <a:ext cx="24928" cy="29558"/>
            </a:xfrm>
            <a:custGeom>
              <a:avLst/>
              <a:gdLst/>
              <a:ahLst/>
              <a:cxnLst/>
              <a:rect l="l" t="t" r="r" b="b"/>
              <a:pathLst>
                <a:path w="926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343;p38">
              <a:extLst>
                <a:ext uri="{FF2B5EF4-FFF2-40B4-BE49-F238E27FC236}">
                  <a16:creationId xmlns:a16="http://schemas.microsoft.com/office/drawing/2014/main" id="{4676FC43-7B02-B177-36C1-7BF81FD1F3DA}"/>
                </a:ext>
              </a:extLst>
            </p:cNvPr>
            <p:cNvSpPr/>
            <p:nvPr/>
          </p:nvSpPr>
          <p:spPr>
            <a:xfrm>
              <a:off x="5033898" y="-2029553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344;p38">
              <a:extLst>
                <a:ext uri="{FF2B5EF4-FFF2-40B4-BE49-F238E27FC236}">
                  <a16:creationId xmlns:a16="http://schemas.microsoft.com/office/drawing/2014/main" id="{15E7C753-779C-C273-4DB0-BC8331B5A7AC}"/>
                </a:ext>
              </a:extLst>
            </p:cNvPr>
            <p:cNvSpPr/>
            <p:nvPr/>
          </p:nvSpPr>
          <p:spPr>
            <a:xfrm>
              <a:off x="5033898" y="-2029553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345;p38">
              <a:extLst>
                <a:ext uri="{FF2B5EF4-FFF2-40B4-BE49-F238E27FC236}">
                  <a16:creationId xmlns:a16="http://schemas.microsoft.com/office/drawing/2014/main" id="{C043F1EE-3147-9931-781E-E082E155B51F}"/>
                </a:ext>
              </a:extLst>
            </p:cNvPr>
            <p:cNvSpPr/>
            <p:nvPr/>
          </p:nvSpPr>
          <p:spPr>
            <a:xfrm>
              <a:off x="5064560" y="-2017977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346;p38">
              <a:extLst>
                <a:ext uri="{FF2B5EF4-FFF2-40B4-BE49-F238E27FC236}">
                  <a16:creationId xmlns:a16="http://schemas.microsoft.com/office/drawing/2014/main" id="{C180CDB7-2542-DB36-FCBE-2F04BBEBDDD4}"/>
                </a:ext>
              </a:extLst>
            </p:cNvPr>
            <p:cNvSpPr/>
            <p:nvPr/>
          </p:nvSpPr>
          <p:spPr>
            <a:xfrm>
              <a:off x="5064560" y="-2017977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3347;p38">
              <a:extLst>
                <a:ext uri="{FF2B5EF4-FFF2-40B4-BE49-F238E27FC236}">
                  <a16:creationId xmlns:a16="http://schemas.microsoft.com/office/drawing/2014/main" id="{FE10336E-2AAA-F858-1D86-4C49FD5BD062}"/>
                </a:ext>
              </a:extLst>
            </p:cNvPr>
            <p:cNvSpPr/>
            <p:nvPr/>
          </p:nvSpPr>
          <p:spPr>
            <a:xfrm>
              <a:off x="5095222" y="-200583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3348;p38">
              <a:extLst>
                <a:ext uri="{FF2B5EF4-FFF2-40B4-BE49-F238E27FC236}">
                  <a16:creationId xmlns:a16="http://schemas.microsoft.com/office/drawing/2014/main" id="{A11BDDE9-86E1-3DA6-6612-0039D59CDAB2}"/>
                </a:ext>
              </a:extLst>
            </p:cNvPr>
            <p:cNvSpPr/>
            <p:nvPr/>
          </p:nvSpPr>
          <p:spPr>
            <a:xfrm>
              <a:off x="5095222" y="-200583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3349;p38">
              <a:extLst>
                <a:ext uri="{FF2B5EF4-FFF2-40B4-BE49-F238E27FC236}">
                  <a16:creationId xmlns:a16="http://schemas.microsoft.com/office/drawing/2014/main" id="{2A8440F7-BF72-504F-9856-EEFDE53D0D6F}"/>
                </a:ext>
              </a:extLst>
            </p:cNvPr>
            <p:cNvSpPr/>
            <p:nvPr/>
          </p:nvSpPr>
          <p:spPr>
            <a:xfrm>
              <a:off x="5125911" y="-1994260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3350;p38">
              <a:extLst>
                <a:ext uri="{FF2B5EF4-FFF2-40B4-BE49-F238E27FC236}">
                  <a16:creationId xmlns:a16="http://schemas.microsoft.com/office/drawing/2014/main" id="{25403AB4-73A1-00CF-CE35-0A0A52900C44}"/>
                </a:ext>
              </a:extLst>
            </p:cNvPr>
            <p:cNvSpPr/>
            <p:nvPr/>
          </p:nvSpPr>
          <p:spPr>
            <a:xfrm>
              <a:off x="5125911" y="-1994260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3351;p38">
              <a:extLst>
                <a:ext uri="{FF2B5EF4-FFF2-40B4-BE49-F238E27FC236}">
                  <a16:creationId xmlns:a16="http://schemas.microsoft.com/office/drawing/2014/main" id="{6FBA0025-3D6F-78B8-9AB0-4E058B959B0F}"/>
                </a:ext>
              </a:extLst>
            </p:cNvPr>
            <p:cNvSpPr/>
            <p:nvPr/>
          </p:nvSpPr>
          <p:spPr>
            <a:xfrm>
              <a:off x="5156573" y="-198212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3352;p38">
              <a:extLst>
                <a:ext uri="{FF2B5EF4-FFF2-40B4-BE49-F238E27FC236}">
                  <a16:creationId xmlns:a16="http://schemas.microsoft.com/office/drawing/2014/main" id="{14B403B7-4DA7-5988-6B10-EC3BA61B21D8}"/>
                </a:ext>
              </a:extLst>
            </p:cNvPr>
            <p:cNvSpPr/>
            <p:nvPr/>
          </p:nvSpPr>
          <p:spPr>
            <a:xfrm>
              <a:off x="5156573" y="-198212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3353;p38">
              <a:extLst>
                <a:ext uri="{FF2B5EF4-FFF2-40B4-BE49-F238E27FC236}">
                  <a16:creationId xmlns:a16="http://schemas.microsoft.com/office/drawing/2014/main" id="{35267CDA-C12A-38C8-26A8-5BAFDF3C9ADD}"/>
                </a:ext>
              </a:extLst>
            </p:cNvPr>
            <p:cNvSpPr/>
            <p:nvPr/>
          </p:nvSpPr>
          <p:spPr>
            <a:xfrm>
              <a:off x="5187235" y="-197054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3354;p38">
              <a:extLst>
                <a:ext uri="{FF2B5EF4-FFF2-40B4-BE49-F238E27FC236}">
                  <a16:creationId xmlns:a16="http://schemas.microsoft.com/office/drawing/2014/main" id="{046C753B-A45D-192F-C0BA-69209C5B9410}"/>
                </a:ext>
              </a:extLst>
            </p:cNvPr>
            <p:cNvSpPr/>
            <p:nvPr/>
          </p:nvSpPr>
          <p:spPr>
            <a:xfrm>
              <a:off x="5187235" y="-197054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3355;p38">
              <a:extLst>
                <a:ext uri="{FF2B5EF4-FFF2-40B4-BE49-F238E27FC236}">
                  <a16:creationId xmlns:a16="http://schemas.microsoft.com/office/drawing/2014/main" id="{6C46F7F3-DCA4-EB0B-5990-D501D311FC46}"/>
                </a:ext>
              </a:extLst>
            </p:cNvPr>
            <p:cNvSpPr/>
            <p:nvPr/>
          </p:nvSpPr>
          <p:spPr>
            <a:xfrm>
              <a:off x="5217923" y="-195896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3356;p38">
              <a:extLst>
                <a:ext uri="{FF2B5EF4-FFF2-40B4-BE49-F238E27FC236}">
                  <a16:creationId xmlns:a16="http://schemas.microsoft.com/office/drawing/2014/main" id="{3B3592DE-54CE-9B11-6858-028198C7AC3E}"/>
                </a:ext>
              </a:extLst>
            </p:cNvPr>
            <p:cNvSpPr/>
            <p:nvPr/>
          </p:nvSpPr>
          <p:spPr>
            <a:xfrm>
              <a:off x="5217923" y="-195896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3357;p38">
              <a:extLst>
                <a:ext uri="{FF2B5EF4-FFF2-40B4-BE49-F238E27FC236}">
                  <a16:creationId xmlns:a16="http://schemas.microsoft.com/office/drawing/2014/main" id="{409D47CD-1E9B-DA06-5E20-EDB992EE51BC}"/>
                </a:ext>
              </a:extLst>
            </p:cNvPr>
            <p:cNvSpPr/>
            <p:nvPr/>
          </p:nvSpPr>
          <p:spPr>
            <a:xfrm>
              <a:off x="5248585" y="-1946801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3358;p38">
              <a:extLst>
                <a:ext uri="{FF2B5EF4-FFF2-40B4-BE49-F238E27FC236}">
                  <a16:creationId xmlns:a16="http://schemas.microsoft.com/office/drawing/2014/main" id="{1E16F143-9239-E37B-86F1-183D62687C63}"/>
                </a:ext>
              </a:extLst>
            </p:cNvPr>
            <p:cNvSpPr/>
            <p:nvPr/>
          </p:nvSpPr>
          <p:spPr>
            <a:xfrm>
              <a:off x="5248585" y="-1946801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3359;p38">
              <a:extLst>
                <a:ext uri="{FF2B5EF4-FFF2-40B4-BE49-F238E27FC236}">
                  <a16:creationId xmlns:a16="http://schemas.microsoft.com/office/drawing/2014/main" id="{02287A68-5889-844E-FF40-6D22A2DB818A}"/>
                </a:ext>
              </a:extLst>
            </p:cNvPr>
            <p:cNvSpPr/>
            <p:nvPr/>
          </p:nvSpPr>
          <p:spPr>
            <a:xfrm>
              <a:off x="5404264" y="-1894737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3360;p38">
              <a:extLst>
                <a:ext uri="{FF2B5EF4-FFF2-40B4-BE49-F238E27FC236}">
                  <a16:creationId xmlns:a16="http://schemas.microsoft.com/office/drawing/2014/main" id="{939F9FC9-3B22-C024-78D7-529E1A614EF2}"/>
                </a:ext>
              </a:extLst>
            </p:cNvPr>
            <p:cNvSpPr/>
            <p:nvPr/>
          </p:nvSpPr>
          <p:spPr>
            <a:xfrm>
              <a:off x="5404264" y="-1894737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3361;p38">
              <a:extLst>
                <a:ext uri="{FF2B5EF4-FFF2-40B4-BE49-F238E27FC236}">
                  <a16:creationId xmlns:a16="http://schemas.microsoft.com/office/drawing/2014/main" id="{801C8E70-550E-922A-E91A-1B842521938C}"/>
                </a:ext>
              </a:extLst>
            </p:cNvPr>
            <p:cNvSpPr/>
            <p:nvPr/>
          </p:nvSpPr>
          <p:spPr>
            <a:xfrm>
              <a:off x="5434925" y="-1883162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3362;p38">
              <a:extLst>
                <a:ext uri="{FF2B5EF4-FFF2-40B4-BE49-F238E27FC236}">
                  <a16:creationId xmlns:a16="http://schemas.microsoft.com/office/drawing/2014/main" id="{3F177BAE-1576-CA8E-88A9-BBAD1B21C5A6}"/>
                </a:ext>
              </a:extLst>
            </p:cNvPr>
            <p:cNvSpPr/>
            <p:nvPr/>
          </p:nvSpPr>
          <p:spPr>
            <a:xfrm>
              <a:off x="5434925" y="-1883162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3363;p38">
              <a:extLst>
                <a:ext uri="{FF2B5EF4-FFF2-40B4-BE49-F238E27FC236}">
                  <a16:creationId xmlns:a16="http://schemas.microsoft.com/office/drawing/2014/main" id="{0970A6CD-995F-8856-158B-A05FED87A3BC}"/>
                </a:ext>
              </a:extLst>
            </p:cNvPr>
            <p:cNvSpPr/>
            <p:nvPr/>
          </p:nvSpPr>
          <p:spPr>
            <a:xfrm>
              <a:off x="5465587" y="-1871586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3364;p38">
              <a:extLst>
                <a:ext uri="{FF2B5EF4-FFF2-40B4-BE49-F238E27FC236}">
                  <a16:creationId xmlns:a16="http://schemas.microsoft.com/office/drawing/2014/main" id="{D4CA8225-C51E-4E63-C604-AF6618CE553A}"/>
                </a:ext>
              </a:extLst>
            </p:cNvPr>
            <p:cNvSpPr/>
            <p:nvPr/>
          </p:nvSpPr>
          <p:spPr>
            <a:xfrm>
              <a:off x="5465587" y="-1871586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3365;p38">
              <a:extLst>
                <a:ext uri="{FF2B5EF4-FFF2-40B4-BE49-F238E27FC236}">
                  <a16:creationId xmlns:a16="http://schemas.microsoft.com/office/drawing/2014/main" id="{7901E690-A76C-9C4B-E74F-8B94FB219A1F}"/>
                </a:ext>
              </a:extLst>
            </p:cNvPr>
            <p:cNvSpPr/>
            <p:nvPr/>
          </p:nvSpPr>
          <p:spPr>
            <a:xfrm>
              <a:off x="5496276" y="-1859418"/>
              <a:ext cx="24309" cy="28939"/>
            </a:xfrm>
            <a:custGeom>
              <a:avLst/>
              <a:gdLst/>
              <a:ahLst/>
              <a:cxnLst/>
              <a:rect l="l" t="t" r="r" b="b"/>
              <a:pathLst>
                <a:path w="903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3366;p38">
              <a:extLst>
                <a:ext uri="{FF2B5EF4-FFF2-40B4-BE49-F238E27FC236}">
                  <a16:creationId xmlns:a16="http://schemas.microsoft.com/office/drawing/2014/main" id="{64B97544-AB2C-3552-294D-67810EC233C5}"/>
                </a:ext>
              </a:extLst>
            </p:cNvPr>
            <p:cNvSpPr/>
            <p:nvPr/>
          </p:nvSpPr>
          <p:spPr>
            <a:xfrm>
              <a:off x="5496276" y="-1859418"/>
              <a:ext cx="24309" cy="28939"/>
            </a:xfrm>
            <a:custGeom>
              <a:avLst/>
              <a:gdLst/>
              <a:ahLst/>
              <a:cxnLst/>
              <a:rect l="l" t="t" r="r" b="b"/>
              <a:pathLst>
                <a:path w="903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3367;p38">
              <a:extLst>
                <a:ext uri="{FF2B5EF4-FFF2-40B4-BE49-F238E27FC236}">
                  <a16:creationId xmlns:a16="http://schemas.microsoft.com/office/drawing/2014/main" id="{190B1B62-F5F2-EB93-8D50-F07A32F2F92D}"/>
                </a:ext>
              </a:extLst>
            </p:cNvPr>
            <p:cNvSpPr/>
            <p:nvPr/>
          </p:nvSpPr>
          <p:spPr>
            <a:xfrm>
              <a:off x="5526346" y="-1847843"/>
              <a:ext cx="24928" cy="29531"/>
            </a:xfrm>
            <a:custGeom>
              <a:avLst/>
              <a:gdLst/>
              <a:ahLst/>
              <a:cxnLst/>
              <a:rect l="l" t="t" r="r" b="b"/>
              <a:pathLst>
                <a:path w="926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3368;p38">
              <a:extLst>
                <a:ext uri="{FF2B5EF4-FFF2-40B4-BE49-F238E27FC236}">
                  <a16:creationId xmlns:a16="http://schemas.microsoft.com/office/drawing/2014/main" id="{C369899F-1749-F43A-956C-DED7ED226A56}"/>
                </a:ext>
              </a:extLst>
            </p:cNvPr>
            <p:cNvSpPr/>
            <p:nvPr/>
          </p:nvSpPr>
          <p:spPr>
            <a:xfrm>
              <a:off x="5526346" y="-1847843"/>
              <a:ext cx="24928" cy="29531"/>
            </a:xfrm>
            <a:custGeom>
              <a:avLst/>
              <a:gdLst/>
              <a:ahLst/>
              <a:cxnLst/>
              <a:rect l="l" t="t" r="r" b="b"/>
              <a:pathLst>
                <a:path w="926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3369;p38">
              <a:extLst>
                <a:ext uri="{FF2B5EF4-FFF2-40B4-BE49-F238E27FC236}">
                  <a16:creationId xmlns:a16="http://schemas.microsoft.com/office/drawing/2014/main" id="{4D845211-9C8B-87F7-B1EE-2E2B7523DFAB}"/>
                </a:ext>
              </a:extLst>
            </p:cNvPr>
            <p:cNvSpPr/>
            <p:nvPr/>
          </p:nvSpPr>
          <p:spPr>
            <a:xfrm>
              <a:off x="5557035" y="-183570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3370;p38">
              <a:extLst>
                <a:ext uri="{FF2B5EF4-FFF2-40B4-BE49-F238E27FC236}">
                  <a16:creationId xmlns:a16="http://schemas.microsoft.com/office/drawing/2014/main" id="{97839CF0-8E91-293B-B8DA-5816CA26E3EA}"/>
                </a:ext>
              </a:extLst>
            </p:cNvPr>
            <p:cNvSpPr/>
            <p:nvPr/>
          </p:nvSpPr>
          <p:spPr>
            <a:xfrm>
              <a:off x="5557035" y="-183570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3371;p38">
              <a:extLst>
                <a:ext uri="{FF2B5EF4-FFF2-40B4-BE49-F238E27FC236}">
                  <a16:creationId xmlns:a16="http://schemas.microsoft.com/office/drawing/2014/main" id="{ACD9C1FA-51C9-C6A9-9184-DFBB1EC22BD8}"/>
                </a:ext>
              </a:extLst>
            </p:cNvPr>
            <p:cNvSpPr/>
            <p:nvPr/>
          </p:nvSpPr>
          <p:spPr>
            <a:xfrm>
              <a:off x="5587696" y="-1824126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3372;p38">
              <a:extLst>
                <a:ext uri="{FF2B5EF4-FFF2-40B4-BE49-F238E27FC236}">
                  <a16:creationId xmlns:a16="http://schemas.microsoft.com/office/drawing/2014/main" id="{484A45CC-780E-24AD-3581-DAC3D615DB1B}"/>
                </a:ext>
              </a:extLst>
            </p:cNvPr>
            <p:cNvSpPr/>
            <p:nvPr/>
          </p:nvSpPr>
          <p:spPr>
            <a:xfrm>
              <a:off x="5587696" y="-1824126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3373;p38">
              <a:extLst>
                <a:ext uri="{FF2B5EF4-FFF2-40B4-BE49-F238E27FC236}">
                  <a16:creationId xmlns:a16="http://schemas.microsoft.com/office/drawing/2014/main" id="{5BC48EAA-95C6-52B9-3DBF-1BF958893C02}"/>
                </a:ext>
              </a:extLst>
            </p:cNvPr>
            <p:cNvSpPr/>
            <p:nvPr/>
          </p:nvSpPr>
          <p:spPr>
            <a:xfrm>
              <a:off x="5618358" y="-1811985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3374;p38">
              <a:extLst>
                <a:ext uri="{FF2B5EF4-FFF2-40B4-BE49-F238E27FC236}">
                  <a16:creationId xmlns:a16="http://schemas.microsoft.com/office/drawing/2014/main" id="{EBE93934-AAB3-AEDB-28D8-A4B45AB6A6A0}"/>
                </a:ext>
              </a:extLst>
            </p:cNvPr>
            <p:cNvSpPr/>
            <p:nvPr/>
          </p:nvSpPr>
          <p:spPr>
            <a:xfrm>
              <a:off x="5618358" y="-1811985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3375;p38">
              <a:extLst>
                <a:ext uri="{FF2B5EF4-FFF2-40B4-BE49-F238E27FC236}">
                  <a16:creationId xmlns:a16="http://schemas.microsoft.com/office/drawing/2014/main" id="{87C9F2B5-EB83-D36B-FBDB-ED933126A07D}"/>
                </a:ext>
              </a:extLst>
            </p:cNvPr>
            <p:cNvSpPr/>
            <p:nvPr/>
          </p:nvSpPr>
          <p:spPr>
            <a:xfrm>
              <a:off x="5649047" y="-1800410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3376;p38">
              <a:extLst>
                <a:ext uri="{FF2B5EF4-FFF2-40B4-BE49-F238E27FC236}">
                  <a16:creationId xmlns:a16="http://schemas.microsoft.com/office/drawing/2014/main" id="{71AD598B-3D6A-7AB0-5222-37CA48A57718}"/>
                </a:ext>
              </a:extLst>
            </p:cNvPr>
            <p:cNvSpPr/>
            <p:nvPr/>
          </p:nvSpPr>
          <p:spPr>
            <a:xfrm>
              <a:off x="5649047" y="-1800410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3377;p38">
              <a:extLst>
                <a:ext uri="{FF2B5EF4-FFF2-40B4-BE49-F238E27FC236}">
                  <a16:creationId xmlns:a16="http://schemas.microsoft.com/office/drawing/2014/main" id="{B1F333EB-A1A0-D88B-4FE8-7C0D192F5ACE}"/>
                </a:ext>
              </a:extLst>
            </p:cNvPr>
            <p:cNvSpPr/>
            <p:nvPr/>
          </p:nvSpPr>
          <p:spPr>
            <a:xfrm>
              <a:off x="5679709" y="-178883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3378;p38">
              <a:extLst>
                <a:ext uri="{FF2B5EF4-FFF2-40B4-BE49-F238E27FC236}">
                  <a16:creationId xmlns:a16="http://schemas.microsoft.com/office/drawing/2014/main" id="{7D21319A-2D75-A3EF-158C-E144AFEAD951}"/>
                </a:ext>
              </a:extLst>
            </p:cNvPr>
            <p:cNvSpPr/>
            <p:nvPr/>
          </p:nvSpPr>
          <p:spPr>
            <a:xfrm>
              <a:off x="5679709" y="-178883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3379;p38">
              <a:extLst>
                <a:ext uri="{FF2B5EF4-FFF2-40B4-BE49-F238E27FC236}">
                  <a16:creationId xmlns:a16="http://schemas.microsoft.com/office/drawing/2014/main" id="{28B25810-839A-FBAD-B7C9-6D6C4AAA222B}"/>
                </a:ext>
              </a:extLst>
            </p:cNvPr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3380;p38">
              <a:extLst>
                <a:ext uri="{FF2B5EF4-FFF2-40B4-BE49-F238E27FC236}">
                  <a16:creationId xmlns:a16="http://schemas.microsoft.com/office/drawing/2014/main" id="{46A2E1E2-6A44-4238-74A4-A1698B2F47DC}"/>
                </a:ext>
              </a:extLst>
            </p:cNvPr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3381;p38">
              <a:extLst>
                <a:ext uri="{FF2B5EF4-FFF2-40B4-BE49-F238E27FC236}">
                  <a16:creationId xmlns:a16="http://schemas.microsoft.com/office/drawing/2014/main" id="{3E40EFB5-9971-7744-95EF-778D45DBC24E}"/>
                </a:ext>
              </a:extLst>
            </p:cNvPr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3382;p38">
              <a:extLst>
                <a:ext uri="{FF2B5EF4-FFF2-40B4-BE49-F238E27FC236}">
                  <a16:creationId xmlns:a16="http://schemas.microsoft.com/office/drawing/2014/main" id="{F4A2072B-1556-56AA-8FF2-6DD0ECADFDE1}"/>
                </a:ext>
              </a:extLst>
            </p:cNvPr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3383;p38">
              <a:extLst>
                <a:ext uri="{FF2B5EF4-FFF2-40B4-BE49-F238E27FC236}">
                  <a16:creationId xmlns:a16="http://schemas.microsoft.com/office/drawing/2014/main" id="{99DA1F42-9052-74E8-C38A-53BC404DAD24}"/>
                </a:ext>
              </a:extLst>
            </p:cNvPr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3384;p38">
              <a:extLst>
                <a:ext uri="{FF2B5EF4-FFF2-40B4-BE49-F238E27FC236}">
                  <a16:creationId xmlns:a16="http://schemas.microsoft.com/office/drawing/2014/main" id="{6D51C4B5-C08C-9480-B1DC-B9A7FBF50BC0}"/>
                </a:ext>
              </a:extLst>
            </p:cNvPr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3385;p38">
              <a:extLst>
                <a:ext uri="{FF2B5EF4-FFF2-40B4-BE49-F238E27FC236}">
                  <a16:creationId xmlns:a16="http://schemas.microsoft.com/office/drawing/2014/main" id="{BC67B987-5C25-5F83-2F4D-DD20678C1F81}"/>
                </a:ext>
              </a:extLst>
            </p:cNvPr>
            <p:cNvSpPr/>
            <p:nvPr/>
          </p:nvSpPr>
          <p:spPr>
            <a:xfrm>
              <a:off x="4810516" y="-2192176"/>
              <a:ext cx="54998" cy="100142"/>
            </a:xfrm>
            <a:custGeom>
              <a:avLst/>
              <a:gdLst/>
              <a:ahLst/>
              <a:cxnLst/>
              <a:rect l="l" t="t" r="r" b="b"/>
              <a:pathLst>
                <a:path w="2043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3386;p38">
              <a:extLst>
                <a:ext uri="{FF2B5EF4-FFF2-40B4-BE49-F238E27FC236}">
                  <a16:creationId xmlns:a16="http://schemas.microsoft.com/office/drawing/2014/main" id="{CB68BBBE-11BD-04AE-F79D-41D838ED9749}"/>
                </a:ext>
              </a:extLst>
            </p:cNvPr>
            <p:cNvSpPr/>
            <p:nvPr/>
          </p:nvSpPr>
          <p:spPr>
            <a:xfrm>
              <a:off x="5319762" y="-2002956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3387;p38">
              <a:extLst>
                <a:ext uri="{FF2B5EF4-FFF2-40B4-BE49-F238E27FC236}">
                  <a16:creationId xmlns:a16="http://schemas.microsoft.com/office/drawing/2014/main" id="{30A477FF-807B-B4F1-A31E-9B89083C87F7}"/>
                </a:ext>
              </a:extLst>
            </p:cNvPr>
            <p:cNvSpPr/>
            <p:nvPr/>
          </p:nvSpPr>
          <p:spPr>
            <a:xfrm>
              <a:off x="5319762" y="-2002956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3388;p38">
              <a:extLst>
                <a:ext uri="{FF2B5EF4-FFF2-40B4-BE49-F238E27FC236}">
                  <a16:creationId xmlns:a16="http://schemas.microsoft.com/office/drawing/2014/main" id="{2CC607EC-0A03-6873-A789-FF6F9A7EE44D}"/>
                </a:ext>
              </a:extLst>
            </p:cNvPr>
            <p:cNvSpPr/>
            <p:nvPr/>
          </p:nvSpPr>
          <p:spPr>
            <a:xfrm>
              <a:off x="6201123" y="-2203752"/>
              <a:ext cx="1138878" cy="693298"/>
            </a:xfrm>
            <a:custGeom>
              <a:avLst/>
              <a:gdLst/>
              <a:ahLst/>
              <a:cxnLst/>
              <a:rect l="l" t="t" r="r" b="b"/>
              <a:pathLst>
                <a:path w="42306" h="25754" fill="none" extrusionOk="0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3389;p38">
              <a:extLst>
                <a:ext uri="{FF2B5EF4-FFF2-40B4-BE49-F238E27FC236}">
                  <a16:creationId xmlns:a16="http://schemas.microsoft.com/office/drawing/2014/main" id="{1A37A72A-5A71-05E3-4D5C-7733CBC8E565}"/>
                </a:ext>
              </a:extLst>
            </p:cNvPr>
            <p:cNvSpPr/>
            <p:nvPr/>
          </p:nvSpPr>
          <p:spPr>
            <a:xfrm>
              <a:off x="4112615" y="-2335122"/>
              <a:ext cx="592" cy="4092"/>
            </a:xfrm>
            <a:custGeom>
              <a:avLst/>
              <a:gdLst/>
              <a:ahLst/>
              <a:cxnLst/>
              <a:rect l="l" t="t" r="r" b="b"/>
              <a:pathLst>
                <a:path w="22" h="152" extrusionOk="0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3390;p38">
              <a:extLst>
                <a:ext uri="{FF2B5EF4-FFF2-40B4-BE49-F238E27FC236}">
                  <a16:creationId xmlns:a16="http://schemas.microsoft.com/office/drawing/2014/main" id="{4C120840-A284-FB88-5BE1-0A83DB8F4116}"/>
                </a:ext>
              </a:extLst>
            </p:cNvPr>
            <p:cNvSpPr/>
            <p:nvPr/>
          </p:nvSpPr>
          <p:spPr>
            <a:xfrm>
              <a:off x="4112615" y="-2331057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3391;p38">
              <a:extLst>
                <a:ext uri="{FF2B5EF4-FFF2-40B4-BE49-F238E27FC236}">
                  <a16:creationId xmlns:a16="http://schemas.microsoft.com/office/drawing/2014/main" id="{1368B4CE-795E-9338-CDBA-B696B13F98B7}"/>
                </a:ext>
              </a:extLst>
            </p:cNvPr>
            <p:cNvSpPr/>
            <p:nvPr/>
          </p:nvSpPr>
          <p:spPr>
            <a:xfrm>
              <a:off x="4112615" y="-2331649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3392;p38">
              <a:extLst>
                <a:ext uri="{FF2B5EF4-FFF2-40B4-BE49-F238E27FC236}">
                  <a16:creationId xmlns:a16="http://schemas.microsoft.com/office/drawing/2014/main" id="{667A1F12-3B8D-6D5D-2597-2220DC1F7EE4}"/>
                </a:ext>
              </a:extLst>
            </p:cNvPr>
            <p:cNvSpPr/>
            <p:nvPr/>
          </p:nvSpPr>
          <p:spPr>
            <a:xfrm>
              <a:off x="4112615" y="-2331649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3393;p38">
              <a:extLst>
                <a:ext uri="{FF2B5EF4-FFF2-40B4-BE49-F238E27FC236}">
                  <a16:creationId xmlns:a16="http://schemas.microsoft.com/office/drawing/2014/main" id="{7315B1E0-616B-AF53-7CF5-D7BF422A83F2}"/>
                </a:ext>
              </a:extLst>
            </p:cNvPr>
            <p:cNvSpPr/>
            <p:nvPr/>
          </p:nvSpPr>
          <p:spPr>
            <a:xfrm>
              <a:off x="4112615" y="-2332214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3394;p38">
              <a:extLst>
                <a:ext uri="{FF2B5EF4-FFF2-40B4-BE49-F238E27FC236}">
                  <a16:creationId xmlns:a16="http://schemas.microsoft.com/office/drawing/2014/main" id="{9567283D-33E7-E127-A966-0B6BC69BBD0F}"/>
                </a:ext>
              </a:extLst>
            </p:cNvPr>
            <p:cNvSpPr/>
            <p:nvPr/>
          </p:nvSpPr>
          <p:spPr>
            <a:xfrm>
              <a:off x="4112615" y="-2332806"/>
              <a:ext cx="27" cy="619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3395;p38">
              <a:extLst>
                <a:ext uri="{FF2B5EF4-FFF2-40B4-BE49-F238E27FC236}">
                  <a16:creationId xmlns:a16="http://schemas.microsoft.com/office/drawing/2014/main" id="{91F4BE81-E068-6234-CCCE-72B6892D0E0A}"/>
                </a:ext>
              </a:extLst>
            </p:cNvPr>
            <p:cNvSpPr/>
            <p:nvPr/>
          </p:nvSpPr>
          <p:spPr>
            <a:xfrm>
              <a:off x="4112615" y="-2332806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3396;p38">
              <a:extLst>
                <a:ext uri="{FF2B5EF4-FFF2-40B4-BE49-F238E27FC236}">
                  <a16:creationId xmlns:a16="http://schemas.microsoft.com/office/drawing/2014/main" id="{53DC746D-6DEF-9B29-ABBB-A244D335B0FC}"/>
                </a:ext>
              </a:extLst>
            </p:cNvPr>
            <p:cNvSpPr/>
            <p:nvPr/>
          </p:nvSpPr>
          <p:spPr>
            <a:xfrm>
              <a:off x="4112615" y="-2333372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3397;p38">
              <a:extLst>
                <a:ext uri="{FF2B5EF4-FFF2-40B4-BE49-F238E27FC236}">
                  <a16:creationId xmlns:a16="http://schemas.microsoft.com/office/drawing/2014/main" id="{275FCAD5-DCCB-2628-B321-5E33412008CC}"/>
                </a:ext>
              </a:extLst>
            </p:cNvPr>
            <p:cNvSpPr/>
            <p:nvPr/>
          </p:nvSpPr>
          <p:spPr>
            <a:xfrm>
              <a:off x="4112615" y="-2333372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3398;p38">
              <a:extLst>
                <a:ext uri="{FF2B5EF4-FFF2-40B4-BE49-F238E27FC236}">
                  <a16:creationId xmlns:a16="http://schemas.microsoft.com/office/drawing/2014/main" id="{B4E18F8A-DF77-899B-225A-2A6616D2D04C}"/>
                </a:ext>
              </a:extLst>
            </p:cNvPr>
            <p:cNvSpPr/>
            <p:nvPr/>
          </p:nvSpPr>
          <p:spPr>
            <a:xfrm>
              <a:off x="4112615" y="-2333964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3399;p38">
              <a:extLst>
                <a:ext uri="{FF2B5EF4-FFF2-40B4-BE49-F238E27FC236}">
                  <a16:creationId xmlns:a16="http://schemas.microsoft.com/office/drawing/2014/main" id="{2D118B37-D2C4-FF66-6EC8-FA6F935B355A}"/>
                </a:ext>
              </a:extLst>
            </p:cNvPr>
            <p:cNvSpPr/>
            <p:nvPr/>
          </p:nvSpPr>
          <p:spPr>
            <a:xfrm>
              <a:off x="4113180" y="-2333964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3400;p38">
              <a:extLst>
                <a:ext uri="{FF2B5EF4-FFF2-40B4-BE49-F238E27FC236}">
                  <a16:creationId xmlns:a16="http://schemas.microsoft.com/office/drawing/2014/main" id="{A08C35B6-1095-3CCB-226A-87294092E9F9}"/>
                </a:ext>
              </a:extLst>
            </p:cNvPr>
            <p:cNvSpPr/>
            <p:nvPr/>
          </p:nvSpPr>
          <p:spPr>
            <a:xfrm>
              <a:off x="4113180" y="-2334529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3401;p38">
              <a:extLst>
                <a:ext uri="{FF2B5EF4-FFF2-40B4-BE49-F238E27FC236}">
                  <a16:creationId xmlns:a16="http://schemas.microsoft.com/office/drawing/2014/main" id="{E4592AD1-87F1-B4A5-AD0E-B5B57698CF5D}"/>
                </a:ext>
              </a:extLst>
            </p:cNvPr>
            <p:cNvSpPr/>
            <p:nvPr/>
          </p:nvSpPr>
          <p:spPr>
            <a:xfrm>
              <a:off x="4113180" y="-2335122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3402;p38">
              <a:extLst>
                <a:ext uri="{FF2B5EF4-FFF2-40B4-BE49-F238E27FC236}">
                  <a16:creationId xmlns:a16="http://schemas.microsoft.com/office/drawing/2014/main" id="{2872FC3D-47D7-ACD3-F876-D2842DD63DB2}"/>
                </a:ext>
              </a:extLst>
            </p:cNvPr>
            <p:cNvSpPr/>
            <p:nvPr/>
          </p:nvSpPr>
          <p:spPr>
            <a:xfrm>
              <a:off x="4112050" y="-2393565"/>
              <a:ext cx="2383066" cy="877915"/>
            </a:xfrm>
            <a:custGeom>
              <a:avLst/>
              <a:gdLst/>
              <a:ahLst/>
              <a:cxnLst/>
              <a:rect l="l" t="t" r="r" b="b"/>
              <a:pathLst>
                <a:path w="88524" h="32612" extrusionOk="0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3403;p38">
              <a:extLst>
                <a:ext uri="{FF2B5EF4-FFF2-40B4-BE49-F238E27FC236}">
                  <a16:creationId xmlns:a16="http://schemas.microsoft.com/office/drawing/2014/main" id="{3FF7BB8C-F593-152C-454B-65BC2FF4678C}"/>
                </a:ext>
              </a:extLst>
            </p:cNvPr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3404;p38">
              <a:extLst>
                <a:ext uri="{FF2B5EF4-FFF2-40B4-BE49-F238E27FC236}">
                  <a16:creationId xmlns:a16="http://schemas.microsoft.com/office/drawing/2014/main" id="{DDD7DB25-E0F5-4B7B-7845-354474D01F3A}"/>
                </a:ext>
              </a:extLst>
            </p:cNvPr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3405;p38">
              <a:extLst>
                <a:ext uri="{FF2B5EF4-FFF2-40B4-BE49-F238E27FC236}">
                  <a16:creationId xmlns:a16="http://schemas.microsoft.com/office/drawing/2014/main" id="{3893807F-1BFF-6366-9890-5E04EE1A9208}"/>
                </a:ext>
              </a:extLst>
            </p:cNvPr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3406;p38">
              <a:extLst>
                <a:ext uri="{FF2B5EF4-FFF2-40B4-BE49-F238E27FC236}">
                  <a16:creationId xmlns:a16="http://schemas.microsoft.com/office/drawing/2014/main" id="{26BFAA4C-1EC6-07DA-3521-7C6653744268}"/>
                </a:ext>
              </a:extLst>
            </p:cNvPr>
            <p:cNvSpPr/>
            <p:nvPr/>
          </p:nvSpPr>
          <p:spPr>
            <a:xfrm>
              <a:off x="4112050" y="-2393565"/>
              <a:ext cx="2383066" cy="877915"/>
            </a:xfrm>
            <a:custGeom>
              <a:avLst/>
              <a:gdLst/>
              <a:ahLst/>
              <a:cxnLst/>
              <a:rect l="l" t="t" r="r" b="b"/>
              <a:pathLst>
                <a:path w="88524" h="32612" fill="none" extrusionOk="0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3407;p38">
              <a:extLst>
                <a:ext uri="{FF2B5EF4-FFF2-40B4-BE49-F238E27FC236}">
                  <a16:creationId xmlns:a16="http://schemas.microsoft.com/office/drawing/2014/main" id="{85E65F5A-F725-F855-1990-64E69A4A0757}"/>
                </a:ext>
              </a:extLst>
            </p:cNvPr>
            <p:cNvSpPr/>
            <p:nvPr/>
          </p:nvSpPr>
          <p:spPr>
            <a:xfrm>
              <a:off x="4299521" y="-2265103"/>
              <a:ext cx="46922" cy="44606"/>
            </a:xfrm>
            <a:custGeom>
              <a:avLst/>
              <a:gdLst/>
              <a:ahLst/>
              <a:cxnLst/>
              <a:rect l="l" t="t" r="r" b="b"/>
              <a:pathLst>
                <a:path w="1743" h="1657" fill="none" extrusionOk="0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3408;p38">
              <a:extLst>
                <a:ext uri="{FF2B5EF4-FFF2-40B4-BE49-F238E27FC236}">
                  <a16:creationId xmlns:a16="http://schemas.microsoft.com/office/drawing/2014/main" id="{DC8E0365-F180-B143-0EC3-D64B14B06BBE}"/>
                </a:ext>
              </a:extLst>
            </p:cNvPr>
            <p:cNvSpPr/>
            <p:nvPr/>
          </p:nvSpPr>
          <p:spPr>
            <a:xfrm>
              <a:off x="4379958" y="-2238479"/>
              <a:ext cx="16825" cy="6407"/>
            </a:xfrm>
            <a:custGeom>
              <a:avLst/>
              <a:gdLst/>
              <a:ahLst/>
              <a:cxnLst/>
              <a:rect l="l" t="t" r="r" b="b"/>
              <a:pathLst>
                <a:path w="625" h="238" extrusionOk="0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3409;p38">
              <a:extLst>
                <a:ext uri="{FF2B5EF4-FFF2-40B4-BE49-F238E27FC236}">
                  <a16:creationId xmlns:a16="http://schemas.microsoft.com/office/drawing/2014/main" id="{A7C34922-7601-D527-7B37-86A165130942}"/>
                </a:ext>
              </a:extLst>
            </p:cNvPr>
            <p:cNvSpPr/>
            <p:nvPr/>
          </p:nvSpPr>
          <p:spPr>
            <a:xfrm>
              <a:off x="4379958" y="-2238479"/>
              <a:ext cx="16825" cy="6407"/>
            </a:xfrm>
            <a:custGeom>
              <a:avLst/>
              <a:gdLst/>
              <a:ahLst/>
              <a:cxnLst/>
              <a:rect l="l" t="t" r="r" b="b"/>
              <a:pathLst>
                <a:path w="625" h="23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3410;p38">
              <a:extLst>
                <a:ext uri="{FF2B5EF4-FFF2-40B4-BE49-F238E27FC236}">
                  <a16:creationId xmlns:a16="http://schemas.microsoft.com/office/drawing/2014/main" id="{8AC2AAFE-74EB-5982-0B10-A2C658F882D5}"/>
                </a:ext>
              </a:extLst>
            </p:cNvPr>
            <p:cNvSpPr/>
            <p:nvPr/>
          </p:nvSpPr>
          <p:spPr>
            <a:xfrm>
              <a:off x="4409489" y="-2228061"/>
              <a:ext cx="19113" cy="7565"/>
            </a:xfrm>
            <a:custGeom>
              <a:avLst/>
              <a:gdLst/>
              <a:ahLst/>
              <a:cxnLst/>
              <a:rect l="l" t="t" r="r" b="b"/>
              <a:pathLst>
                <a:path w="710" h="281" extrusionOk="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3411;p38">
              <a:extLst>
                <a:ext uri="{FF2B5EF4-FFF2-40B4-BE49-F238E27FC236}">
                  <a16:creationId xmlns:a16="http://schemas.microsoft.com/office/drawing/2014/main" id="{B8E0D356-01FA-EA8C-4007-6BDF34B8B740}"/>
                </a:ext>
              </a:extLst>
            </p:cNvPr>
            <p:cNvSpPr/>
            <p:nvPr/>
          </p:nvSpPr>
          <p:spPr>
            <a:xfrm>
              <a:off x="4409489" y="-2228061"/>
              <a:ext cx="19113" cy="7565"/>
            </a:xfrm>
            <a:custGeom>
              <a:avLst/>
              <a:gdLst/>
              <a:ahLst/>
              <a:cxnLst/>
              <a:rect l="l" t="t" r="r" b="b"/>
              <a:pathLst>
                <a:path w="710" h="28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3412;p38">
              <a:extLst>
                <a:ext uri="{FF2B5EF4-FFF2-40B4-BE49-F238E27FC236}">
                  <a16:creationId xmlns:a16="http://schemas.microsoft.com/office/drawing/2014/main" id="{9407DEEC-2338-6C20-EC3A-DFE9156B5D4A}"/>
                </a:ext>
              </a:extLst>
            </p:cNvPr>
            <p:cNvSpPr/>
            <p:nvPr/>
          </p:nvSpPr>
          <p:spPr>
            <a:xfrm>
              <a:off x="4439585" y="-2217643"/>
              <a:ext cx="20836" cy="8722"/>
            </a:xfrm>
            <a:custGeom>
              <a:avLst/>
              <a:gdLst/>
              <a:ahLst/>
              <a:cxnLst/>
              <a:rect l="l" t="t" r="r" b="b"/>
              <a:pathLst>
                <a:path w="774" h="324" extrusionOk="0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3413;p38">
              <a:extLst>
                <a:ext uri="{FF2B5EF4-FFF2-40B4-BE49-F238E27FC236}">
                  <a16:creationId xmlns:a16="http://schemas.microsoft.com/office/drawing/2014/main" id="{5EECF270-144A-CE3F-02A9-EE46CBFE3963}"/>
                </a:ext>
              </a:extLst>
            </p:cNvPr>
            <p:cNvSpPr/>
            <p:nvPr/>
          </p:nvSpPr>
          <p:spPr>
            <a:xfrm>
              <a:off x="4439585" y="-2217643"/>
              <a:ext cx="20836" cy="8722"/>
            </a:xfrm>
            <a:custGeom>
              <a:avLst/>
              <a:gdLst/>
              <a:ahLst/>
              <a:cxnLst/>
              <a:rect l="l" t="t" r="r" b="b"/>
              <a:pathLst>
                <a:path w="774" h="32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3414;p38">
              <a:extLst>
                <a:ext uri="{FF2B5EF4-FFF2-40B4-BE49-F238E27FC236}">
                  <a16:creationId xmlns:a16="http://schemas.microsoft.com/office/drawing/2014/main" id="{54C5064E-E431-B79F-6E32-74A23BBA59E4}"/>
                </a:ext>
              </a:extLst>
            </p:cNvPr>
            <p:cNvSpPr/>
            <p:nvPr/>
          </p:nvSpPr>
          <p:spPr>
            <a:xfrm>
              <a:off x="4470247" y="-2207225"/>
              <a:ext cx="21428" cy="10445"/>
            </a:xfrm>
            <a:custGeom>
              <a:avLst/>
              <a:gdLst/>
              <a:ahLst/>
              <a:cxnLst/>
              <a:rect l="l" t="t" r="r" b="b"/>
              <a:pathLst>
                <a:path w="796" h="388" extrusionOk="0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3415;p38">
              <a:extLst>
                <a:ext uri="{FF2B5EF4-FFF2-40B4-BE49-F238E27FC236}">
                  <a16:creationId xmlns:a16="http://schemas.microsoft.com/office/drawing/2014/main" id="{5FC594A7-CC11-8233-4E90-9595A7DFECE8}"/>
                </a:ext>
              </a:extLst>
            </p:cNvPr>
            <p:cNvSpPr/>
            <p:nvPr/>
          </p:nvSpPr>
          <p:spPr>
            <a:xfrm>
              <a:off x="4470247" y="-2207225"/>
              <a:ext cx="21428" cy="10445"/>
            </a:xfrm>
            <a:custGeom>
              <a:avLst/>
              <a:gdLst/>
              <a:ahLst/>
              <a:cxnLst/>
              <a:rect l="l" t="t" r="r" b="b"/>
              <a:pathLst>
                <a:path w="796" h="38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3416;p38">
              <a:extLst>
                <a:ext uri="{FF2B5EF4-FFF2-40B4-BE49-F238E27FC236}">
                  <a16:creationId xmlns:a16="http://schemas.microsoft.com/office/drawing/2014/main" id="{3E9FC897-E711-F7EC-CFFD-FBAC2A5E83BC}"/>
                </a:ext>
              </a:extLst>
            </p:cNvPr>
            <p:cNvSpPr/>
            <p:nvPr/>
          </p:nvSpPr>
          <p:spPr>
            <a:xfrm>
              <a:off x="4500909" y="-2196214"/>
              <a:ext cx="22021" cy="11010"/>
            </a:xfrm>
            <a:custGeom>
              <a:avLst/>
              <a:gdLst/>
              <a:ahLst/>
              <a:cxnLst/>
              <a:rect l="l" t="t" r="r" b="b"/>
              <a:pathLst>
                <a:path w="818" h="409" extrusionOk="0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3417;p38">
              <a:extLst>
                <a:ext uri="{FF2B5EF4-FFF2-40B4-BE49-F238E27FC236}">
                  <a16:creationId xmlns:a16="http://schemas.microsoft.com/office/drawing/2014/main" id="{5D98E91B-8B79-71E0-1B3D-25A90D8B9173}"/>
                </a:ext>
              </a:extLst>
            </p:cNvPr>
            <p:cNvSpPr/>
            <p:nvPr/>
          </p:nvSpPr>
          <p:spPr>
            <a:xfrm>
              <a:off x="4500909" y="-2196214"/>
              <a:ext cx="22021" cy="11010"/>
            </a:xfrm>
            <a:custGeom>
              <a:avLst/>
              <a:gdLst/>
              <a:ahLst/>
              <a:cxnLst/>
              <a:rect l="l" t="t" r="r" b="b"/>
              <a:pathLst>
                <a:path w="818" h="409" fill="none" extrusionOk="0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3418;p38">
              <a:extLst>
                <a:ext uri="{FF2B5EF4-FFF2-40B4-BE49-F238E27FC236}">
                  <a16:creationId xmlns:a16="http://schemas.microsoft.com/office/drawing/2014/main" id="{CC58760D-40E6-860D-3FDE-829930BB0A8B}"/>
                </a:ext>
              </a:extLst>
            </p:cNvPr>
            <p:cNvSpPr/>
            <p:nvPr/>
          </p:nvSpPr>
          <p:spPr>
            <a:xfrm>
              <a:off x="4531598" y="-2185796"/>
              <a:ext cx="21994" cy="12733"/>
            </a:xfrm>
            <a:custGeom>
              <a:avLst/>
              <a:gdLst/>
              <a:ahLst/>
              <a:cxnLst/>
              <a:rect l="l" t="t" r="r" b="b"/>
              <a:pathLst>
                <a:path w="817" h="473" extrusionOk="0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3419;p38">
              <a:extLst>
                <a:ext uri="{FF2B5EF4-FFF2-40B4-BE49-F238E27FC236}">
                  <a16:creationId xmlns:a16="http://schemas.microsoft.com/office/drawing/2014/main" id="{68F9C74C-C0BF-3DF2-9A9F-D5AEF79DDEE2}"/>
                </a:ext>
              </a:extLst>
            </p:cNvPr>
            <p:cNvSpPr/>
            <p:nvPr/>
          </p:nvSpPr>
          <p:spPr>
            <a:xfrm>
              <a:off x="4531598" y="-2185796"/>
              <a:ext cx="21994" cy="12733"/>
            </a:xfrm>
            <a:custGeom>
              <a:avLst/>
              <a:gdLst/>
              <a:ahLst/>
              <a:cxnLst/>
              <a:rect l="l" t="t" r="r" b="b"/>
              <a:pathLst>
                <a:path w="817" h="473" fill="none" extrusionOk="0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3420;p38">
              <a:extLst>
                <a:ext uri="{FF2B5EF4-FFF2-40B4-BE49-F238E27FC236}">
                  <a16:creationId xmlns:a16="http://schemas.microsoft.com/office/drawing/2014/main" id="{BE15C671-DDAA-0E38-EF2E-51CF4F70B3E4}"/>
                </a:ext>
              </a:extLst>
            </p:cNvPr>
            <p:cNvSpPr/>
            <p:nvPr/>
          </p:nvSpPr>
          <p:spPr>
            <a:xfrm>
              <a:off x="4562260" y="-2175405"/>
              <a:ext cx="22021" cy="13918"/>
            </a:xfrm>
            <a:custGeom>
              <a:avLst/>
              <a:gdLst/>
              <a:ahLst/>
              <a:cxnLst/>
              <a:rect l="l" t="t" r="r" b="b"/>
              <a:pathLst>
                <a:path w="818" h="517" extrusionOk="0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3421;p38">
              <a:extLst>
                <a:ext uri="{FF2B5EF4-FFF2-40B4-BE49-F238E27FC236}">
                  <a16:creationId xmlns:a16="http://schemas.microsoft.com/office/drawing/2014/main" id="{BDE2609A-398D-4D92-49CE-3788668269EC}"/>
                </a:ext>
              </a:extLst>
            </p:cNvPr>
            <p:cNvSpPr/>
            <p:nvPr/>
          </p:nvSpPr>
          <p:spPr>
            <a:xfrm>
              <a:off x="4562260" y="-2175405"/>
              <a:ext cx="22021" cy="13918"/>
            </a:xfrm>
            <a:custGeom>
              <a:avLst/>
              <a:gdLst/>
              <a:ahLst/>
              <a:cxnLst/>
              <a:rect l="l" t="t" r="r" b="b"/>
              <a:pathLst>
                <a:path w="818" h="517" fill="none" extrusionOk="0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3422;p38">
              <a:extLst>
                <a:ext uri="{FF2B5EF4-FFF2-40B4-BE49-F238E27FC236}">
                  <a16:creationId xmlns:a16="http://schemas.microsoft.com/office/drawing/2014/main" id="{49526B93-94B6-1200-C390-CD7D78CECEF9}"/>
                </a:ext>
              </a:extLst>
            </p:cNvPr>
            <p:cNvSpPr/>
            <p:nvPr/>
          </p:nvSpPr>
          <p:spPr>
            <a:xfrm>
              <a:off x="4592922" y="-2164395"/>
              <a:ext cx="22021" cy="15075"/>
            </a:xfrm>
            <a:custGeom>
              <a:avLst/>
              <a:gdLst/>
              <a:ahLst/>
              <a:cxnLst/>
              <a:rect l="l" t="t" r="r" b="b"/>
              <a:pathLst>
                <a:path w="818" h="560" extrusionOk="0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3423;p38">
              <a:extLst>
                <a:ext uri="{FF2B5EF4-FFF2-40B4-BE49-F238E27FC236}">
                  <a16:creationId xmlns:a16="http://schemas.microsoft.com/office/drawing/2014/main" id="{382FE95D-753A-FC6D-E525-A4785F923E9A}"/>
                </a:ext>
              </a:extLst>
            </p:cNvPr>
            <p:cNvSpPr/>
            <p:nvPr/>
          </p:nvSpPr>
          <p:spPr>
            <a:xfrm>
              <a:off x="4592922" y="-2164395"/>
              <a:ext cx="22021" cy="15075"/>
            </a:xfrm>
            <a:custGeom>
              <a:avLst/>
              <a:gdLst/>
              <a:ahLst/>
              <a:cxnLst/>
              <a:rect l="l" t="t" r="r" b="b"/>
              <a:pathLst>
                <a:path w="818" h="560" fill="none" extrusionOk="0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3424;p38">
              <a:extLst>
                <a:ext uri="{FF2B5EF4-FFF2-40B4-BE49-F238E27FC236}">
                  <a16:creationId xmlns:a16="http://schemas.microsoft.com/office/drawing/2014/main" id="{0E2A5744-8BAC-FB07-63AB-62DA5450A57F}"/>
                </a:ext>
              </a:extLst>
            </p:cNvPr>
            <p:cNvSpPr/>
            <p:nvPr/>
          </p:nvSpPr>
          <p:spPr>
            <a:xfrm>
              <a:off x="4623611" y="-2153977"/>
              <a:ext cx="22586" cy="16233"/>
            </a:xfrm>
            <a:custGeom>
              <a:avLst/>
              <a:gdLst/>
              <a:ahLst/>
              <a:cxnLst/>
              <a:rect l="l" t="t" r="r" b="b"/>
              <a:pathLst>
                <a:path w="839" h="603" extrusionOk="0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3425;p38">
              <a:extLst>
                <a:ext uri="{FF2B5EF4-FFF2-40B4-BE49-F238E27FC236}">
                  <a16:creationId xmlns:a16="http://schemas.microsoft.com/office/drawing/2014/main" id="{41B1185A-E8E3-6A26-54E2-43022D07AB17}"/>
                </a:ext>
              </a:extLst>
            </p:cNvPr>
            <p:cNvSpPr/>
            <p:nvPr/>
          </p:nvSpPr>
          <p:spPr>
            <a:xfrm>
              <a:off x="4623611" y="-2153977"/>
              <a:ext cx="22586" cy="16233"/>
            </a:xfrm>
            <a:custGeom>
              <a:avLst/>
              <a:gdLst/>
              <a:ahLst/>
              <a:cxnLst/>
              <a:rect l="l" t="t" r="r" b="b"/>
              <a:pathLst>
                <a:path w="839" h="603" fill="none" extrusionOk="0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3426;p38">
              <a:extLst>
                <a:ext uri="{FF2B5EF4-FFF2-40B4-BE49-F238E27FC236}">
                  <a16:creationId xmlns:a16="http://schemas.microsoft.com/office/drawing/2014/main" id="{A5B4D3AF-A1FB-9136-35AB-442DB3AA89FB}"/>
                </a:ext>
              </a:extLst>
            </p:cNvPr>
            <p:cNvSpPr/>
            <p:nvPr/>
          </p:nvSpPr>
          <p:spPr>
            <a:xfrm>
              <a:off x="4653680" y="-2143559"/>
              <a:ext cx="23178" cy="17390"/>
            </a:xfrm>
            <a:custGeom>
              <a:avLst/>
              <a:gdLst/>
              <a:ahLst/>
              <a:cxnLst/>
              <a:rect l="l" t="t" r="r" b="b"/>
              <a:pathLst>
                <a:path w="861" h="646" extrusionOk="0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3427;p38">
              <a:extLst>
                <a:ext uri="{FF2B5EF4-FFF2-40B4-BE49-F238E27FC236}">
                  <a16:creationId xmlns:a16="http://schemas.microsoft.com/office/drawing/2014/main" id="{BDE303B4-C12F-770E-0F70-13CEAC85416D}"/>
                </a:ext>
              </a:extLst>
            </p:cNvPr>
            <p:cNvSpPr/>
            <p:nvPr/>
          </p:nvSpPr>
          <p:spPr>
            <a:xfrm>
              <a:off x="4653680" y="-2143559"/>
              <a:ext cx="23178" cy="17390"/>
            </a:xfrm>
            <a:custGeom>
              <a:avLst/>
              <a:gdLst/>
              <a:ahLst/>
              <a:cxnLst/>
              <a:rect l="l" t="t" r="r" b="b"/>
              <a:pathLst>
                <a:path w="861" h="646" fill="none" extrusionOk="0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3428;p38">
              <a:extLst>
                <a:ext uri="{FF2B5EF4-FFF2-40B4-BE49-F238E27FC236}">
                  <a16:creationId xmlns:a16="http://schemas.microsoft.com/office/drawing/2014/main" id="{751C85D0-E0F1-D8A5-561B-D34A730E4A66}"/>
                </a:ext>
              </a:extLst>
            </p:cNvPr>
            <p:cNvSpPr/>
            <p:nvPr/>
          </p:nvSpPr>
          <p:spPr>
            <a:xfrm>
              <a:off x="4684369" y="-2132575"/>
              <a:ext cx="23178" cy="18548"/>
            </a:xfrm>
            <a:custGeom>
              <a:avLst/>
              <a:gdLst/>
              <a:ahLst/>
              <a:cxnLst/>
              <a:rect l="l" t="t" r="r" b="b"/>
              <a:pathLst>
                <a:path w="861" h="689" extrusionOk="0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3429;p38">
              <a:extLst>
                <a:ext uri="{FF2B5EF4-FFF2-40B4-BE49-F238E27FC236}">
                  <a16:creationId xmlns:a16="http://schemas.microsoft.com/office/drawing/2014/main" id="{9B50BF41-8995-36DD-64AD-99B47A6ABAE5}"/>
                </a:ext>
              </a:extLst>
            </p:cNvPr>
            <p:cNvSpPr/>
            <p:nvPr/>
          </p:nvSpPr>
          <p:spPr>
            <a:xfrm>
              <a:off x="4684369" y="-2132575"/>
              <a:ext cx="23178" cy="18548"/>
            </a:xfrm>
            <a:custGeom>
              <a:avLst/>
              <a:gdLst/>
              <a:ahLst/>
              <a:cxnLst/>
              <a:rect l="l" t="t" r="r" b="b"/>
              <a:pathLst>
                <a:path w="861" h="689" fill="none" extrusionOk="0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3430;p38">
              <a:extLst>
                <a:ext uri="{FF2B5EF4-FFF2-40B4-BE49-F238E27FC236}">
                  <a16:creationId xmlns:a16="http://schemas.microsoft.com/office/drawing/2014/main" id="{CAD51D71-0EDD-FFCB-10DA-CC712A28AF47}"/>
                </a:ext>
              </a:extLst>
            </p:cNvPr>
            <p:cNvSpPr/>
            <p:nvPr/>
          </p:nvSpPr>
          <p:spPr>
            <a:xfrm>
              <a:off x="4715031" y="-2122157"/>
              <a:ext cx="23178" cy="19705"/>
            </a:xfrm>
            <a:custGeom>
              <a:avLst/>
              <a:gdLst/>
              <a:ahLst/>
              <a:cxnLst/>
              <a:rect l="l" t="t" r="r" b="b"/>
              <a:pathLst>
                <a:path w="861" h="732" extrusionOk="0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3431;p38">
              <a:extLst>
                <a:ext uri="{FF2B5EF4-FFF2-40B4-BE49-F238E27FC236}">
                  <a16:creationId xmlns:a16="http://schemas.microsoft.com/office/drawing/2014/main" id="{74B289FF-83AF-D0A4-BB9A-C8472A3799BD}"/>
                </a:ext>
              </a:extLst>
            </p:cNvPr>
            <p:cNvSpPr/>
            <p:nvPr/>
          </p:nvSpPr>
          <p:spPr>
            <a:xfrm>
              <a:off x="4715031" y="-2122157"/>
              <a:ext cx="23178" cy="19705"/>
            </a:xfrm>
            <a:custGeom>
              <a:avLst/>
              <a:gdLst/>
              <a:ahLst/>
              <a:cxnLst/>
              <a:rect l="l" t="t" r="r" b="b"/>
              <a:pathLst>
                <a:path w="861" h="732" fill="none" extrusionOk="0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3432;p38">
              <a:extLst>
                <a:ext uri="{FF2B5EF4-FFF2-40B4-BE49-F238E27FC236}">
                  <a16:creationId xmlns:a16="http://schemas.microsoft.com/office/drawing/2014/main" id="{A54181F1-687F-657B-8BF7-0B1B7D20E6C7}"/>
                </a:ext>
              </a:extLst>
            </p:cNvPr>
            <p:cNvSpPr/>
            <p:nvPr/>
          </p:nvSpPr>
          <p:spPr>
            <a:xfrm>
              <a:off x="4745693" y="-2111739"/>
              <a:ext cx="23178" cy="21428"/>
            </a:xfrm>
            <a:custGeom>
              <a:avLst/>
              <a:gdLst/>
              <a:ahLst/>
              <a:cxnLst/>
              <a:rect l="l" t="t" r="r" b="b"/>
              <a:pathLst>
                <a:path w="861" h="796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3433;p38">
              <a:extLst>
                <a:ext uri="{FF2B5EF4-FFF2-40B4-BE49-F238E27FC236}">
                  <a16:creationId xmlns:a16="http://schemas.microsoft.com/office/drawing/2014/main" id="{41FC22C8-C809-CE18-9695-3CCAB93EA96D}"/>
                </a:ext>
              </a:extLst>
            </p:cNvPr>
            <p:cNvSpPr/>
            <p:nvPr/>
          </p:nvSpPr>
          <p:spPr>
            <a:xfrm>
              <a:off x="4745693" y="-2111739"/>
              <a:ext cx="23178" cy="21428"/>
            </a:xfrm>
            <a:custGeom>
              <a:avLst/>
              <a:gdLst/>
              <a:ahLst/>
              <a:cxnLst/>
              <a:rect l="l" t="t" r="r" b="b"/>
              <a:pathLst>
                <a:path w="861" h="796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3434;p38">
              <a:extLst>
                <a:ext uri="{FF2B5EF4-FFF2-40B4-BE49-F238E27FC236}">
                  <a16:creationId xmlns:a16="http://schemas.microsoft.com/office/drawing/2014/main" id="{5537F55D-46C4-3461-85E1-1AB6BA9D6D56}"/>
                </a:ext>
              </a:extLst>
            </p:cNvPr>
            <p:cNvSpPr/>
            <p:nvPr/>
          </p:nvSpPr>
          <p:spPr>
            <a:xfrm>
              <a:off x="4892111" y="-2061399"/>
              <a:ext cx="5222" cy="1777"/>
            </a:xfrm>
            <a:custGeom>
              <a:avLst/>
              <a:gdLst/>
              <a:ahLst/>
              <a:cxnLst/>
              <a:rect l="l" t="t" r="r" b="b"/>
              <a:pathLst>
                <a:path w="194" h="66" extrusionOk="0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3435;p38">
              <a:extLst>
                <a:ext uri="{FF2B5EF4-FFF2-40B4-BE49-F238E27FC236}">
                  <a16:creationId xmlns:a16="http://schemas.microsoft.com/office/drawing/2014/main" id="{6332E94E-6D19-EA98-FF89-28D31945DB42}"/>
                </a:ext>
              </a:extLst>
            </p:cNvPr>
            <p:cNvSpPr/>
            <p:nvPr/>
          </p:nvSpPr>
          <p:spPr>
            <a:xfrm>
              <a:off x="4892111" y="-2061399"/>
              <a:ext cx="5222" cy="1777"/>
            </a:xfrm>
            <a:custGeom>
              <a:avLst/>
              <a:gdLst/>
              <a:ahLst/>
              <a:cxnLst/>
              <a:rect l="l" t="t" r="r" b="b"/>
              <a:pathLst>
                <a:path w="194" h="66" fill="none" extrusionOk="0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3436;p38">
              <a:extLst>
                <a:ext uri="{FF2B5EF4-FFF2-40B4-BE49-F238E27FC236}">
                  <a16:creationId xmlns:a16="http://schemas.microsoft.com/office/drawing/2014/main" id="{BA7CB286-91B6-22BE-00D7-831C7995C1B7}"/>
                </a:ext>
              </a:extLst>
            </p:cNvPr>
            <p:cNvSpPr/>
            <p:nvPr/>
          </p:nvSpPr>
          <p:spPr>
            <a:xfrm>
              <a:off x="4912354" y="-2054454"/>
              <a:ext cx="17983" cy="6972"/>
            </a:xfrm>
            <a:custGeom>
              <a:avLst/>
              <a:gdLst/>
              <a:ahLst/>
              <a:cxnLst/>
              <a:rect l="l" t="t" r="r" b="b"/>
              <a:pathLst>
                <a:path w="668" h="259" extrusionOk="0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3437;p38">
              <a:extLst>
                <a:ext uri="{FF2B5EF4-FFF2-40B4-BE49-F238E27FC236}">
                  <a16:creationId xmlns:a16="http://schemas.microsoft.com/office/drawing/2014/main" id="{89F7E0D3-79E2-E4CA-25FF-1B577599E325}"/>
                </a:ext>
              </a:extLst>
            </p:cNvPr>
            <p:cNvSpPr/>
            <p:nvPr/>
          </p:nvSpPr>
          <p:spPr>
            <a:xfrm>
              <a:off x="4912354" y="-2054454"/>
              <a:ext cx="17983" cy="6972"/>
            </a:xfrm>
            <a:custGeom>
              <a:avLst/>
              <a:gdLst/>
              <a:ahLst/>
              <a:cxnLst/>
              <a:rect l="l" t="t" r="r" b="b"/>
              <a:pathLst>
                <a:path w="668" h="25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3438;p38">
              <a:extLst>
                <a:ext uri="{FF2B5EF4-FFF2-40B4-BE49-F238E27FC236}">
                  <a16:creationId xmlns:a16="http://schemas.microsoft.com/office/drawing/2014/main" id="{2F20E149-3187-966C-570B-47F253D35413}"/>
                </a:ext>
              </a:extLst>
            </p:cNvPr>
            <p:cNvSpPr/>
            <p:nvPr/>
          </p:nvSpPr>
          <p:spPr>
            <a:xfrm>
              <a:off x="4942451" y="-2044036"/>
              <a:ext cx="19705" cy="8130"/>
            </a:xfrm>
            <a:custGeom>
              <a:avLst/>
              <a:gdLst/>
              <a:ahLst/>
              <a:cxnLst/>
              <a:rect l="l" t="t" r="r" b="b"/>
              <a:pathLst>
                <a:path w="732" h="302" extrusionOk="0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3439;p38">
              <a:extLst>
                <a:ext uri="{FF2B5EF4-FFF2-40B4-BE49-F238E27FC236}">
                  <a16:creationId xmlns:a16="http://schemas.microsoft.com/office/drawing/2014/main" id="{191C4021-36D1-B81E-EE54-E4EA1EA430D5}"/>
                </a:ext>
              </a:extLst>
            </p:cNvPr>
            <p:cNvSpPr/>
            <p:nvPr/>
          </p:nvSpPr>
          <p:spPr>
            <a:xfrm>
              <a:off x="4942451" y="-2044036"/>
              <a:ext cx="19705" cy="8130"/>
            </a:xfrm>
            <a:custGeom>
              <a:avLst/>
              <a:gdLst/>
              <a:ahLst/>
              <a:cxnLst/>
              <a:rect l="l" t="t" r="r" b="b"/>
              <a:pathLst>
                <a:path w="732" h="30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3440;p38">
              <a:extLst>
                <a:ext uri="{FF2B5EF4-FFF2-40B4-BE49-F238E27FC236}">
                  <a16:creationId xmlns:a16="http://schemas.microsoft.com/office/drawing/2014/main" id="{C6B96255-F8D3-A78D-1F69-FE27C6F6685C}"/>
                </a:ext>
              </a:extLst>
            </p:cNvPr>
            <p:cNvSpPr/>
            <p:nvPr/>
          </p:nvSpPr>
          <p:spPr>
            <a:xfrm>
              <a:off x="4972548" y="-2033618"/>
              <a:ext cx="21428" cy="9880"/>
            </a:xfrm>
            <a:custGeom>
              <a:avLst/>
              <a:gdLst/>
              <a:ahLst/>
              <a:cxnLst/>
              <a:rect l="l" t="t" r="r" b="b"/>
              <a:pathLst>
                <a:path w="796" h="367" extrusionOk="0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3441;p38">
              <a:extLst>
                <a:ext uri="{FF2B5EF4-FFF2-40B4-BE49-F238E27FC236}">
                  <a16:creationId xmlns:a16="http://schemas.microsoft.com/office/drawing/2014/main" id="{4CF1AD83-1294-77BC-9F32-4CE328BF143F}"/>
                </a:ext>
              </a:extLst>
            </p:cNvPr>
            <p:cNvSpPr/>
            <p:nvPr/>
          </p:nvSpPr>
          <p:spPr>
            <a:xfrm>
              <a:off x="4972548" y="-2033618"/>
              <a:ext cx="21428" cy="9880"/>
            </a:xfrm>
            <a:custGeom>
              <a:avLst/>
              <a:gdLst/>
              <a:ahLst/>
              <a:cxnLst/>
              <a:rect l="l" t="t" r="r" b="b"/>
              <a:pathLst>
                <a:path w="796" h="36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3442;p38">
              <a:extLst>
                <a:ext uri="{FF2B5EF4-FFF2-40B4-BE49-F238E27FC236}">
                  <a16:creationId xmlns:a16="http://schemas.microsoft.com/office/drawing/2014/main" id="{86C3485E-29FE-C3E3-3B0B-A056CE50BBDD}"/>
                </a:ext>
              </a:extLst>
            </p:cNvPr>
            <p:cNvSpPr/>
            <p:nvPr/>
          </p:nvSpPr>
          <p:spPr>
            <a:xfrm>
              <a:off x="5003209" y="-2023199"/>
              <a:ext cx="22021" cy="11037"/>
            </a:xfrm>
            <a:custGeom>
              <a:avLst/>
              <a:gdLst/>
              <a:ahLst/>
              <a:cxnLst/>
              <a:rect l="l" t="t" r="r" b="b"/>
              <a:pathLst>
                <a:path w="818" h="410" extrusionOk="0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3443;p38">
              <a:extLst>
                <a:ext uri="{FF2B5EF4-FFF2-40B4-BE49-F238E27FC236}">
                  <a16:creationId xmlns:a16="http://schemas.microsoft.com/office/drawing/2014/main" id="{3C7393CA-0097-6AD1-DBDD-088E528A8FA7}"/>
                </a:ext>
              </a:extLst>
            </p:cNvPr>
            <p:cNvSpPr/>
            <p:nvPr/>
          </p:nvSpPr>
          <p:spPr>
            <a:xfrm>
              <a:off x="5003209" y="-2023199"/>
              <a:ext cx="22021" cy="11037"/>
            </a:xfrm>
            <a:custGeom>
              <a:avLst/>
              <a:gdLst/>
              <a:ahLst/>
              <a:cxnLst/>
              <a:rect l="l" t="t" r="r" b="b"/>
              <a:pathLst>
                <a:path w="818" h="410" fill="none" extrusionOk="0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3444;p38">
              <a:extLst>
                <a:ext uri="{FF2B5EF4-FFF2-40B4-BE49-F238E27FC236}">
                  <a16:creationId xmlns:a16="http://schemas.microsoft.com/office/drawing/2014/main" id="{D9DBDC33-9466-0E50-5FB1-ABCCC655428D}"/>
                </a:ext>
              </a:extLst>
            </p:cNvPr>
            <p:cNvSpPr/>
            <p:nvPr/>
          </p:nvSpPr>
          <p:spPr>
            <a:xfrm>
              <a:off x="5033898" y="-2012189"/>
              <a:ext cx="22021" cy="11576"/>
            </a:xfrm>
            <a:custGeom>
              <a:avLst/>
              <a:gdLst/>
              <a:ahLst/>
              <a:cxnLst/>
              <a:rect l="l" t="t" r="r" b="b"/>
              <a:pathLst>
                <a:path w="818" h="430" extrusionOk="0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3445;p38">
              <a:extLst>
                <a:ext uri="{FF2B5EF4-FFF2-40B4-BE49-F238E27FC236}">
                  <a16:creationId xmlns:a16="http://schemas.microsoft.com/office/drawing/2014/main" id="{F1E85E1C-EABA-8CC9-1331-313E6E077F56}"/>
                </a:ext>
              </a:extLst>
            </p:cNvPr>
            <p:cNvSpPr/>
            <p:nvPr/>
          </p:nvSpPr>
          <p:spPr>
            <a:xfrm>
              <a:off x="5033898" y="-2012189"/>
              <a:ext cx="22021" cy="11576"/>
            </a:xfrm>
            <a:custGeom>
              <a:avLst/>
              <a:gdLst/>
              <a:ahLst/>
              <a:cxnLst/>
              <a:rect l="l" t="t" r="r" b="b"/>
              <a:pathLst>
                <a:path w="818" h="430" fill="none" extrusionOk="0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3446;p38">
              <a:extLst>
                <a:ext uri="{FF2B5EF4-FFF2-40B4-BE49-F238E27FC236}">
                  <a16:creationId xmlns:a16="http://schemas.microsoft.com/office/drawing/2014/main" id="{B273E04E-4674-91D0-062D-77C3AD3D1220}"/>
                </a:ext>
              </a:extLst>
            </p:cNvPr>
            <p:cNvSpPr/>
            <p:nvPr/>
          </p:nvSpPr>
          <p:spPr>
            <a:xfrm>
              <a:off x="5064560" y="-2001798"/>
              <a:ext cx="22021" cy="13352"/>
            </a:xfrm>
            <a:custGeom>
              <a:avLst/>
              <a:gdLst/>
              <a:ahLst/>
              <a:cxnLst/>
              <a:rect l="l" t="t" r="r" b="b"/>
              <a:pathLst>
                <a:path w="818" h="496" extrusionOk="0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3447;p38">
              <a:extLst>
                <a:ext uri="{FF2B5EF4-FFF2-40B4-BE49-F238E27FC236}">
                  <a16:creationId xmlns:a16="http://schemas.microsoft.com/office/drawing/2014/main" id="{4AE7F113-BC2E-7796-7968-189A4D9A04E5}"/>
                </a:ext>
              </a:extLst>
            </p:cNvPr>
            <p:cNvSpPr/>
            <p:nvPr/>
          </p:nvSpPr>
          <p:spPr>
            <a:xfrm>
              <a:off x="5064560" y="-2001798"/>
              <a:ext cx="22021" cy="13352"/>
            </a:xfrm>
            <a:custGeom>
              <a:avLst/>
              <a:gdLst/>
              <a:ahLst/>
              <a:cxnLst/>
              <a:rect l="l" t="t" r="r" b="b"/>
              <a:pathLst>
                <a:path w="818" h="496" fill="none" extrusionOk="0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3448;p38">
              <a:extLst>
                <a:ext uri="{FF2B5EF4-FFF2-40B4-BE49-F238E27FC236}">
                  <a16:creationId xmlns:a16="http://schemas.microsoft.com/office/drawing/2014/main" id="{84A01C5C-D9DC-AB31-5E47-65395C57685B}"/>
                </a:ext>
              </a:extLst>
            </p:cNvPr>
            <p:cNvSpPr/>
            <p:nvPr/>
          </p:nvSpPr>
          <p:spPr>
            <a:xfrm>
              <a:off x="5095222" y="-1991380"/>
              <a:ext cx="22613" cy="14510"/>
            </a:xfrm>
            <a:custGeom>
              <a:avLst/>
              <a:gdLst/>
              <a:ahLst/>
              <a:cxnLst/>
              <a:rect l="l" t="t" r="r" b="b"/>
              <a:pathLst>
                <a:path w="840" h="539" extrusionOk="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3449;p38">
              <a:extLst>
                <a:ext uri="{FF2B5EF4-FFF2-40B4-BE49-F238E27FC236}">
                  <a16:creationId xmlns:a16="http://schemas.microsoft.com/office/drawing/2014/main" id="{5D173153-E51C-A041-7CE1-F4D0828C91EA}"/>
                </a:ext>
              </a:extLst>
            </p:cNvPr>
            <p:cNvSpPr/>
            <p:nvPr/>
          </p:nvSpPr>
          <p:spPr>
            <a:xfrm>
              <a:off x="5095222" y="-1991380"/>
              <a:ext cx="22613" cy="14510"/>
            </a:xfrm>
            <a:custGeom>
              <a:avLst/>
              <a:gdLst/>
              <a:ahLst/>
              <a:cxnLst/>
              <a:rect l="l" t="t" r="r" b="b"/>
              <a:pathLst>
                <a:path w="840" h="539" fill="none" extrusionOk="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3450;p38">
              <a:extLst>
                <a:ext uri="{FF2B5EF4-FFF2-40B4-BE49-F238E27FC236}">
                  <a16:creationId xmlns:a16="http://schemas.microsoft.com/office/drawing/2014/main" id="{7ECEFB06-08B4-4948-10CC-2C86678F1704}"/>
                </a:ext>
              </a:extLst>
            </p:cNvPr>
            <p:cNvSpPr/>
            <p:nvPr/>
          </p:nvSpPr>
          <p:spPr>
            <a:xfrm>
              <a:off x="5125911" y="-1980370"/>
              <a:ext cx="22586" cy="15641"/>
            </a:xfrm>
            <a:custGeom>
              <a:avLst/>
              <a:gdLst/>
              <a:ahLst/>
              <a:cxnLst/>
              <a:rect l="l" t="t" r="r" b="b"/>
              <a:pathLst>
                <a:path w="839" h="581" extrusionOk="0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3451;p38">
              <a:extLst>
                <a:ext uri="{FF2B5EF4-FFF2-40B4-BE49-F238E27FC236}">
                  <a16:creationId xmlns:a16="http://schemas.microsoft.com/office/drawing/2014/main" id="{2000165C-4B25-71BC-3C29-46102B3F7B4D}"/>
                </a:ext>
              </a:extLst>
            </p:cNvPr>
            <p:cNvSpPr/>
            <p:nvPr/>
          </p:nvSpPr>
          <p:spPr>
            <a:xfrm>
              <a:off x="5125911" y="-1980370"/>
              <a:ext cx="22586" cy="15641"/>
            </a:xfrm>
            <a:custGeom>
              <a:avLst/>
              <a:gdLst/>
              <a:ahLst/>
              <a:cxnLst/>
              <a:rect l="l" t="t" r="r" b="b"/>
              <a:pathLst>
                <a:path w="839" h="581" fill="none" extrusionOk="0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3452;p38">
              <a:extLst>
                <a:ext uri="{FF2B5EF4-FFF2-40B4-BE49-F238E27FC236}">
                  <a16:creationId xmlns:a16="http://schemas.microsoft.com/office/drawing/2014/main" id="{6B97F5F8-FE5D-B21E-8778-D0539A91CEEC}"/>
                </a:ext>
              </a:extLst>
            </p:cNvPr>
            <p:cNvSpPr/>
            <p:nvPr/>
          </p:nvSpPr>
          <p:spPr>
            <a:xfrm>
              <a:off x="5156573" y="-1969952"/>
              <a:ext cx="22586" cy="16798"/>
            </a:xfrm>
            <a:custGeom>
              <a:avLst/>
              <a:gdLst/>
              <a:ahLst/>
              <a:cxnLst/>
              <a:rect l="l" t="t" r="r" b="b"/>
              <a:pathLst>
                <a:path w="839" h="624" extrusionOk="0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3453;p38">
              <a:extLst>
                <a:ext uri="{FF2B5EF4-FFF2-40B4-BE49-F238E27FC236}">
                  <a16:creationId xmlns:a16="http://schemas.microsoft.com/office/drawing/2014/main" id="{CB71FD52-AC57-A9A3-DA85-9CA43078D811}"/>
                </a:ext>
              </a:extLst>
            </p:cNvPr>
            <p:cNvSpPr/>
            <p:nvPr/>
          </p:nvSpPr>
          <p:spPr>
            <a:xfrm>
              <a:off x="5156573" y="-1969952"/>
              <a:ext cx="22586" cy="16798"/>
            </a:xfrm>
            <a:custGeom>
              <a:avLst/>
              <a:gdLst/>
              <a:ahLst/>
              <a:cxnLst/>
              <a:rect l="l" t="t" r="r" b="b"/>
              <a:pathLst>
                <a:path w="839" h="624" fill="none" extrusionOk="0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3454;p38">
              <a:extLst>
                <a:ext uri="{FF2B5EF4-FFF2-40B4-BE49-F238E27FC236}">
                  <a16:creationId xmlns:a16="http://schemas.microsoft.com/office/drawing/2014/main" id="{43494A48-1CC8-1ABA-54A3-A2EADD1B543E}"/>
                </a:ext>
              </a:extLst>
            </p:cNvPr>
            <p:cNvSpPr/>
            <p:nvPr/>
          </p:nvSpPr>
          <p:spPr>
            <a:xfrm>
              <a:off x="5187235" y="-1959534"/>
              <a:ext cx="22613" cy="18548"/>
            </a:xfrm>
            <a:custGeom>
              <a:avLst/>
              <a:gdLst/>
              <a:ahLst/>
              <a:cxnLst/>
              <a:rect l="l" t="t" r="r" b="b"/>
              <a:pathLst>
                <a:path w="840" h="689" extrusionOk="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3455;p38">
              <a:extLst>
                <a:ext uri="{FF2B5EF4-FFF2-40B4-BE49-F238E27FC236}">
                  <a16:creationId xmlns:a16="http://schemas.microsoft.com/office/drawing/2014/main" id="{43CF2BC7-225F-4D46-F7EA-B60760188EDF}"/>
                </a:ext>
              </a:extLst>
            </p:cNvPr>
            <p:cNvSpPr/>
            <p:nvPr/>
          </p:nvSpPr>
          <p:spPr>
            <a:xfrm>
              <a:off x="5187235" y="-1959534"/>
              <a:ext cx="22613" cy="18548"/>
            </a:xfrm>
            <a:custGeom>
              <a:avLst/>
              <a:gdLst/>
              <a:ahLst/>
              <a:cxnLst/>
              <a:rect l="l" t="t" r="r" b="b"/>
              <a:pathLst>
                <a:path w="840" h="689" fill="none" extrusionOk="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3456;p38">
              <a:extLst>
                <a:ext uri="{FF2B5EF4-FFF2-40B4-BE49-F238E27FC236}">
                  <a16:creationId xmlns:a16="http://schemas.microsoft.com/office/drawing/2014/main" id="{8DA6FF45-7062-F1A0-1802-97403F0CFF04}"/>
                </a:ext>
              </a:extLst>
            </p:cNvPr>
            <p:cNvSpPr/>
            <p:nvPr/>
          </p:nvSpPr>
          <p:spPr>
            <a:xfrm>
              <a:off x="5217923" y="-1948550"/>
              <a:ext cx="23178" cy="19140"/>
            </a:xfrm>
            <a:custGeom>
              <a:avLst/>
              <a:gdLst/>
              <a:ahLst/>
              <a:cxnLst/>
              <a:rect l="l" t="t" r="r" b="b"/>
              <a:pathLst>
                <a:path w="861" h="711" extrusionOk="0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3457;p38">
              <a:extLst>
                <a:ext uri="{FF2B5EF4-FFF2-40B4-BE49-F238E27FC236}">
                  <a16:creationId xmlns:a16="http://schemas.microsoft.com/office/drawing/2014/main" id="{9BB691E8-9582-5D36-D4C9-3435A8C6E88D}"/>
                </a:ext>
              </a:extLst>
            </p:cNvPr>
            <p:cNvSpPr/>
            <p:nvPr/>
          </p:nvSpPr>
          <p:spPr>
            <a:xfrm>
              <a:off x="5217923" y="-1948550"/>
              <a:ext cx="23178" cy="19140"/>
            </a:xfrm>
            <a:custGeom>
              <a:avLst/>
              <a:gdLst/>
              <a:ahLst/>
              <a:cxnLst/>
              <a:rect l="l" t="t" r="r" b="b"/>
              <a:pathLst>
                <a:path w="861" h="711" fill="none" extrusionOk="0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3458;p38">
              <a:extLst>
                <a:ext uri="{FF2B5EF4-FFF2-40B4-BE49-F238E27FC236}">
                  <a16:creationId xmlns:a16="http://schemas.microsoft.com/office/drawing/2014/main" id="{B52C606C-725E-B9CE-B18F-A5C9AEEE2CBA}"/>
                </a:ext>
              </a:extLst>
            </p:cNvPr>
            <p:cNvSpPr/>
            <p:nvPr/>
          </p:nvSpPr>
          <p:spPr>
            <a:xfrm>
              <a:off x="6506665" y="-1590918"/>
              <a:ext cx="657413" cy="105930"/>
            </a:xfrm>
            <a:custGeom>
              <a:avLst/>
              <a:gdLst/>
              <a:ahLst/>
              <a:cxnLst/>
              <a:rect l="l" t="t" r="r" b="b"/>
              <a:pathLst>
                <a:path w="24421" h="3935" extrusionOk="0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3459;p38">
              <a:extLst>
                <a:ext uri="{FF2B5EF4-FFF2-40B4-BE49-F238E27FC236}">
                  <a16:creationId xmlns:a16="http://schemas.microsoft.com/office/drawing/2014/main" id="{8F2C6BBE-4B80-4140-97FC-C28CAD01DE1F}"/>
                </a:ext>
              </a:extLst>
            </p:cNvPr>
            <p:cNvSpPr/>
            <p:nvPr/>
          </p:nvSpPr>
          <p:spPr>
            <a:xfrm>
              <a:off x="6503192" y="-1515111"/>
              <a:ext cx="27" cy="619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3460;p38">
              <a:extLst>
                <a:ext uri="{FF2B5EF4-FFF2-40B4-BE49-F238E27FC236}">
                  <a16:creationId xmlns:a16="http://schemas.microsoft.com/office/drawing/2014/main" id="{8CA38155-ACA3-C515-6772-16FFA7D37D20}"/>
                </a:ext>
              </a:extLst>
            </p:cNvPr>
            <p:cNvSpPr/>
            <p:nvPr/>
          </p:nvSpPr>
          <p:spPr>
            <a:xfrm>
              <a:off x="6502034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3461;p38">
              <a:extLst>
                <a:ext uri="{FF2B5EF4-FFF2-40B4-BE49-F238E27FC236}">
                  <a16:creationId xmlns:a16="http://schemas.microsoft.com/office/drawing/2014/main" id="{0AAC895C-A21A-823F-5ADF-754AC83A3539}"/>
                </a:ext>
              </a:extLst>
            </p:cNvPr>
            <p:cNvSpPr/>
            <p:nvPr/>
          </p:nvSpPr>
          <p:spPr>
            <a:xfrm>
              <a:off x="6501442" y="-1515111"/>
              <a:ext cx="619" cy="27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3462;p38">
              <a:extLst>
                <a:ext uri="{FF2B5EF4-FFF2-40B4-BE49-F238E27FC236}">
                  <a16:creationId xmlns:a16="http://schemas.microsoft.com/office/drawing/2014/main" id="{A3F63759-B791-0E06-8982-C8ACBA2D3EDF}"/>
                </a:ext>
              </a:extLst>
            </p:cNvPr>
            <p:cNvSpPr/>
            <p:nvPr/>
          </p:nvSpPr>
          <p:spPr>
            <a:xfrm>
              <a:off x="6500877" y="-1515111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3463;p38">
              <a:extLst>
                <a:ext uri="{FF2B5EF4-FFF2-40B4-BE49-F238E27FC236}">
                  <a16:creationId xmlns:a16="http://schemas.microsoft.com/office/drawing/2014/main" id="{202EE8E0-D1F4-4929-780B-4D53DD9CE30F}"/>
                </a:ext>
              </a:extLst>
            </p:cNvPr>
            <p:cNvSpPr/>
            <p:nvPr/>
          </p:nvSpPr>
          <p:spPr>
            <a:xfrm>
              <a:off x="6499719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3464;p38">
              <a:extLst>
                <a:ext uri="{FF2B5EF4-FFF2-40B4-BE49-F238E27FC236}">
                  <a16:creationId xmlns:a16="http://schemas.microsoft.com/office/drawing/2014/main" id="{293BE564-56E1-6278-B79C-552566CCB114}"/>
                </a:ext>
              </a:extLst>
            </p:cNvPr>
            <p:cNvSpPr/>
            <p:nvPr/>
          </p:nvSpPr>
          <p:spPr>
            <a:xfrm>
              <a:off x="6499127" y="-1515111"/>
              <a:ext cx="619" cy="27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3465;p38">
              <a:extLst>
                <a:ext uri="{FF2B5EF4-FFF2-40B4-BE49-F238E27FC236}">
                  <a16:creationId xmlns:a16="http://schemas.microsoft.com/office/drawing/2014/main" id="{B762A44E-51E0-8A25-A35E-2514CB79C2D8}"/>
                </a:ext>
              </a:extLst>
            </p:cNvPr>
            <p:cNvSpPr/>
            <p:nvPr/>
          </p:nvSpPr>
          <p:spPr>
            <a:xfrm>
              <a:off x="6498562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3466;p38">
              <a:extLst>
                <a:ext uri="{FF2B5EF4-FFF2-40B4-BE49-F238E27FC236}">
                  <a16:creationId xmlns:a16="http://schemas.microsoft.com/office/drawing/2014/main" id="{A5ACD674-DFDA-FD9F-E82F-3BA9190EEB80}"/>
                </a:ext>
              </a:extLst>
            </p:cNvPr>
            <p:cNvSpPr/>
            <p:nvPr/>
          </p:nvSpPr>
          <p:spPr>
            <a:xfrm>
              <a:off x="6497404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3467;p38">
              <a:extLst>
                <a:ext uri="{FF2B5EF4-FFF2-40B4-BE49-F238E27FC236}">
                  <a16:creationId xmlns:a16="http://schemas.microsoft.com/office/drawing/2014/main" id="{30F72F37-13AF-02B6-B52C-6AAF41E4FCC6}"/>
                </a:ext>
              </a:extLst>
            </p:cNvPr>
            <p:cNvSpPr/>
            <p:nvPr/>
          </p:nvSpPr>
          <p:spPr>
            <a:xfrm>
              <a:off x="6496812" y="-1515111"/>
              <a:ext cx="619" cy="27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3468;p38">
              <a:extLst>
                <a:ext uri="{FF2B5EF4-FFF2-40B4-BE49-F238E27FC236}">
                  <a16:creationId xmlns:a16="http://schemas.microsoft.com/office/drawing/2014/main" id="{6B32A2E9-4A4D-7B32-A15B-CA140A92C561}"/>
                </a:ext>
              </a:extLst>
            </p:cNvPr>
            <p:cNvSpPr/>
            <p:nvPr/>
          </p:nvSpPr>
          <p:spPr>
            <a:xfrm>
              <a:off x="6496246" y="-1515677"/>
              <a:ext cx="592" cy="592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3469;p38">
              <a:extLst>
                <a:ext uri="{FF2B5EF4-FFF2-40B4-BE49-F238E27FC236}">
                  <a16:creationId xmlns:a16="http://schemas.microsoft.com/office/drawing/2014/main" id="{27427EFD-D613-D4D5-D022-28B23731CC3C}"/>
                </a:ext>
              </a:extLst>
            </p:cNvPr>
            <p:cNvSpPr/>
            <p:nvPr/>
          </p:nvSpPr>
          <p:spPr>
            <a:xfrm>
              <a:off x="6495089" y="-1515677"/>
              <a:ext cx="1184" cy="27"/>
            </a:xfrm>
            <a:custGeom>
              <a:avLst/>
              <a:gdLst/>
              <a:ahLst/>
              <a:cxnLst/>
              <a:rect l="l" t="t" r="r" b="b"/>
              <a:pathLst>
                <a:path w="44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3470;p38">
              <a:extLst>
                <a:ext uri="{FF2B5EF4-FFF2-40B4-BE49-F238E27FC236}">
                  <a16:creationId xmlns:a16="http://schemas.microsoft.com/office/drawing/2014/main" id="{B2FDF406-F5A6-FACF-3C39-2243EC657B0F}"/>
                </a:ext>
              </a:extLst>
            </p:cNvPr>
            <p:cNvSpPr/>
            <p:nvPr/>
          </p:nvSpPr>
          <p:spPr>
            <a:xfrm>
              <a:off x="6506665" y="-1590918"/>
              <a:ext cx="657413" cy="105930"/>
            </a:xfrm>
            <a:custGeom>
              <a:avLst/>
              <a:gdLst/>
              <a:ahLst/>
              <a:cxnLst/>
              <a:rect l="l" t="t" r="r" b="b"/>
              <a:pathLst>
                <a:path w="24421" h="3935" fill="none" extrusionOk="0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3471;p38">
              <a:extLst>
                <a:ext uri="{FF2B5EF4-FFF2-40B4-BE49-F238E27FC236}">
                  <a16:creationId xmlns:a16="http://schemas.microsoft.com/office/drawing/2014/main" id="{612F72A1-9316-8F8A-4770-2989685BB6DF}"/>
                </a:ext>
              </a:extLst>
            </p:cNvPr>
            <p:cNvSpPr/>
            <p:nvPr/>
          </p:nvSpPr>
          <p:spPr>
            <a:xfrm>
              <a:off x="5248585" y="-1938132"/>
              <a:ext cx="23178" cy="20271"/>
            </a:xfrm>
            <a:custGeom>
              <a:avLst/>
              <a:gdLst/>
              <a:ahLst/>
              <a:cxnLst/>
              <a:rect l="l" t="t" r="r" b="b"/>
              <a:pathLst>
                <a:path w="861" h="753" extrusionOk="0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3472;p38">
              <a:extLst>
                <a:ext uri="{FF2B5EF4-FFF2-40B4-BE49-F238E27FC236}">
                  <a16:creationId xmlns:a16="http://schemas.microsoft.com/office/drawing/2014/main" id="{71CB55FF-077F-E97B-9491-37199EB7A4D7}"/>
                </a:ext>
              </a:extLst>
            </p:cNvPr>
            <p:cNvSpPr/>
            <p:nvPr/>
          </p:nvSpPr>
          <p:spPr>
            <a:xfrm>
              <a:off x="5248585" y="-1938132"/>
              <a:ext cx="23178" cy="20271"/>
            </a:xfrm>
            <a:custGeom>
              <a:avLst/>
              <a:gdLst/>
              <a:ahLst/>
              <a:cxnLst/>
              <a:rect l="l" t="t" r="r" b="b"/>
              <a:pathLst>
                <a:path w="861" h="753" fill="none" extrusionOk="0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3473;p38">
              <a:extLst>
                <a:ext uri="{FF2B5EF4-FFF2-40B4-BE49-F238E27FC236}">
                  <a16:creationId xmlns:a16="http://schemas.microsoft.com/office/drawing/2014/main" id="{9AEA3F19-974D-B11C-4BC9-1E4E3D55EF04}"/>
                </a:ext>
              </a:extLst>
            </p:cNvPr>
            <p:cNvSpPr/>
            <p:nvPr/>
          </p:nvSpPr>
          <p:spPr>
            <a:xfrm>
              <a:off x="5404264" y="-1884319"/>
              <a:ext cx="23151" cy="18548"/>
            </a:xfrm>
            <a:custGeom>
              <a:avLst/>
              <a:gdLst/>
              <a:ahLst/>
              <a:cxnLst/>
              <a:rect l="l" t="t" r="r" b="b"/>
              <a:pathLst>
                <a:path w="860" h="689" extrusionOk="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3474;p38">
              <a:extLst>
                <a:ext uri="{FF2B5EF4-FFF2-40B4-BE49-F238E27FC236}">
                  <a16:creationId xmlns:a16="http://schemas.microsoft.com/office/drawing/2014/main" id="{C962A62D-13CC-6EFB-1B5F-C94E6275207B}"/>
                </a:ext>
              </a:extLst>
            </p:cNvPr>
            <p:cNvSpPr/>
            <p:nvPr/>
          </p:nvSpPr>
          <p:spPr>
            <a:xfrm>
              <a:off x="5404264" y="-1884319"/>
              <a:ext cx="23151" cy="18548"/>
            </a:xfrm>
            <a:custGeom>
              <a:avLst/>
              <a:gdLst/>
              <a:ahLst/>
              <a:cxnLst/>
              <a:rect l="l" t="t" r="r" b="b"/>
              <a:pathLst>
                <a:path w="860" h="689" fill="none" extrusionOk="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3475;p38">
              <a:extLst>
                <a:ext uri="{FF2B5EF4-FFF2-40B4-BE49-F238E27FC236}">
                  <a16:creationId xmlns:a16="http://schemas.microsoft.com/office/drawing/2014/main" id="{8359721D-F5B6-C6C5-E4DF-86535C3E43D4}"/>
                </a:ext>
              </a:extLst>
            </p:cNvPr>
            <p:cNvSpPr/>
            <p:nvPr/>
          </p:nvSpPr>
          <p:spPr>
            <a:xfrm>
              <a:off x="5434925" y="-1873901"/>
              <a:ext cx="23178" cy="20298"/>
            </a:xfrm>
            <a:custGeom>
              <a:avLst/>
              <a:gdLst/>
              <a:ahLst/>
              <a:cxnLst/>
              <a:rect l="l" t="t" r="r" b="b"/>
              <a:pathLst>
                <a:path w="861" h="754" extrusionOk="0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3476;p38">
              <a:extLst>
                <a:ext uri="{FF2B5EF4-FFF2-40B4-BE49-F238E27FC236}">
                  <a16:creationId xmlns:a16="http://schemas.microsoft.com/office/drawing/2014/main" id="{45670DE1-69FB-3F4B-AFE5-578A9647200F}"/>
                </a:ext>
              </a:extLst>
            </p:cNvPr>
            <p:cNvSpPr/>
            <p:nvPr/>
          </p:nvSpPr>
          <p:spPr>
            <a:xfrm>
              <a:off x="5434925" y="-1873901"/>
              <a:ext cx="23178" cy="20298"/>
            </a:xfrm>
            <a:custGeom>
              <a:avLst/>
              <a:gdLst/>
              <a:ahLst/>
              <a:cxnLst/>
              <a:rect l="l" t="t" r="r" b="b"/>
              <a:pathLst>
                <a:path w="861" h="754" fill="none" extrusionOk="0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3477;p38">
              <a:extLst>
                <a:ext uri="{FF2B5EF4-FFF2-40B4-BE49-F238E27FC236}">
                  <a16:creationId xmlns:a16="http://schemas.microsoft.com/office/drawing/2014/main" id="{0CD6F431-DF98-26A6-8946-72DE6F193938}"/>
                </a:ext>
              </a:extLst>
            </p:cNvPr>
            <p:cNvSpPr/>
            <p:nvPr/>
          </p:nvSpPr>
          <p:spPr>
            <a:xfrm>
              <a:off x="5465587" y="-1863483"/>
              <a:ext cx="23178" cy="21455"/>
            </a:xfrm>
            <a:custGeom>
              <a:avLst/>
              <a:gdLst/>
              <a:ahLst/>
              <a:cxnLst/>
              <a:rect l="l" t="t" r="r" b="b"/>
              <a:pathLst>
                <a:path w="861" h="797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3478;p38">
              <a:extLst>
                <a:ext uri="{FF2B5EF4-FFF2-40B4-BE49-F238E27FC236}">
                  <a16:creationId xmlns:a16="http://schemas.microsoft.com/office/drawing/2014/main" id="{EDB489E6-0860-BC4A-3ADC-3EA4C943070B}"/>
                </a:ext>
              </a:extLst>
            </p:cNvPr>
            <p:cNvSpPr/>
            <p:nvPr/>
          </p:nvSpPr>
          <p:spPr>
            <a:xfrm>
              <a:off x="5465587" y="-1863483"/>
              <a:ext cx="23178" cy="21455"/>
            </a:xfrm>
            <a:custGeom>
              <a:avLst/>
              <a:gdLst/>
              <a:ahLst/>
              <a:cxnLst/>
              <a:rect l="l" t="t" r="r" b="b"/>
              <a:pathLst>
                <a:path w="861" h="797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3479;p38">
              <a:extLst>
                <a:ext uri="{FF2B5EF4-FFF2-40B4-BE49-F238E27FC236}">
                  <a16:creationId xmlns:a16="http://schemas.microsoft.com/office/drawing/2014/main" id="{6F4B04CA-799E-2D9E-EB8A-388B8CB33F2B}"/>
                </a:ext>
              </a:extLst>
            </p:cNvPr>
            <p:cNvSpPr/>
            <p:nvPr/>
          </p:nvSpPr>
          <p:spPr>
            <a:xfrm>
              <a:off x="5496276" y="-1853065"/>
              <a:ext cx="23151" cy="22586"/>
            </a:xfrm>
            <a:custGeom>
              <a:avLst/>
              <a:gdLst/>
              <a:ahLst/>
              <a:cxnLst/>
              <a:rect l="l" t="t" r="r" b="b"/>
              <a:pathLst>
                <a:path w="860" h="839" extrusionOk="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3480;p38">
              <a:extLst>
                <a:ext uri="{FF2B5EF4-FFF2-40B4-BE49-F238E27FC236}">
                  <a16:creationId xmlns:a16="http://schemas.microsoft.com/office/drawing/2014/main" id="{505DA098-8D20-0EF4-1A4A-56EC81DBB9DA}"/>
                </a:ext>
              </a:extLst>
            </p:cNvPr>
            <p:cNvSpPr/>
            <p:nvPr/>
          </p:nvSpPr>
          <p:spPr>
            <a:xfrm>
              <a:off x="5496276" y="-1853065"/>
              <a:ext cx="23151" cy="22586"/>
            </a:xfrm>
            <a:custGeom>
              <a:avLst/>
              <a:gdLst/>
              <a:ahLst/>
              <a:cxnLst/>
              <a:rect l="l" t="t" r="r" b="b"/>
              <a:pathLst>
                <a:path w="860" h="839" fill="none" extrusionOk="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3481;p38">
              <a:extLst>
                <a:ext uri="{FF2B5EF4-FFF2-40B4-BE49-F238E27FC236}">
                  <a16:creationId xmlns:a16="http://schemas.microsoft.com/office/drawing/2014/main" id="{E94DBC10-EA45-E420-3758-36E067F03C5D}"/>
                </a:ext>
              </a:extLst>
            </p:cNvPr>
            <p:cNvSpPr/>
            <p:nvPr/>
          </p:nvSpPr>
          <p:spPr>
            <a:xfrm>
              <a:off x="5526346" y="-1842055"/>
              <a:ext cx="24336" cy="23743"/>
            </a:xfrm>
            <a:custGeom>
              <a:avLst/>
              <a:gdLst/>
              <a:ahLst/>
              <a:cxnLst/>
              <a:rect l="l" t="t" r="r" b="b"/>
              <a:pathLst>
                <a:path w="904" h="882" extrusionOk="0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3482;p38">
              <a:extLst>
                <a:ext uri="{FF2B5EF4-FFF2-40B4-BE49-F238E27FC236}">
                  <a16:creationId xmlns:a16="http://schemas.microsoft.com/office/drawing/2014/main" id="{DFECEB4A-DAD9-65A1-F433-120CE23E37AB}"/>
                </a:ext>
              </a:extLst>
            </p:cNvPr>
            <p:cNvSpPr/>
            <p:nvPr/>
          </p:nvSpPr>
          <p:spPr>
            <a:xfrm>
              <a:off x="5526346" y="-1842055"/>
              <a:ext cx="24336" cy="23743"/>
            </a:xfrm>
            <a:custGeom>
              <a:avLst/>
              <a:gdLst/>
              <a:ahLst/>
              <a:cxnLst/>
              <a:rect l="l" t="t" r="r" b="b"/>
              <a:pathLst>
                <a:path w="904" h="882" fill="none" extrusionOk="0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3483;p38">
              <a:extLst>
                <a:ext uri="{FF2B5EF4-FFF2-40B4-BE49-F238E27FC236}">
                  <a16:creationId xmlns:a16="http://schemas.microsoft.com/office/drawing/2014/main" id="{7B413D2E-0F17-CA25-C2F3-CB0197FF0905}"/>
                </a:ext>
              </a:extLst>
            </p:cNvPr>
            <p:cNvSpPr/>
            <p:nvPr/>
          </p:nvSpPr>
          <p:spPr>
            <a:xfrm>
              <a:off x="5557035" y="-1831637"/>
              <a:ext cx="24336" cy="24901"/>
            </a:xfrm>
            <a:custGeom>
              <a:avLst/>
              <a:gdLst/>
              <a:ahLst/>
              <a:cxnLst/>
              <a:rect l="l" t="t" r="r" b="b"/>
              <a:pathLst>
                <a:path w="904" h="925" extrusionOk="0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3484;p38">
              <a:extLst>
                <a:ext uri="{FF2B5EF4-FFF2-40B4-BE49-F238E27FC236}">
                  <a16:creationId xmlns:a16="http://schemas.microsoft.com/office/drawing/2014/main" id="{70A4FD65-E4E3-67BF-00A9-27340C73147B}"/>
                </a:ext>
              </a:extLst>
            </p:cNvPr>
            <p:cNvSpPr/>
            <p:nvPr/>
          </p:nvSpPr>
          <p:spPr>
            <a:xfrm>
              <a:off x="5557035" y="-1831637"/>
              <a:ext cx="24336" cy="24901"/>
            </a:xfrm>
            <a:custGeom>
              <a:avLst/>
              <a:gdLst/>
              <a:ahLst/>
              <a:cxnLst/>
              <a:rect l="l" t="t" r="r" b="b"/>
              <a:pathLst>
                <a:path w="904" h="925" fill="none" extrusionOk="0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3485;p38">
              <a:extLst>
                <a:ext uri="{FF2B5EF4-FFF2-40B4-BE49-F238E27FC236}">
                  <a16:creationId xmlns:a16="http://schemas.microsoft.com/office/drawing/2014/main" id="{FADAECE9-ECB5-F1CB-5379-2BCA9B883566}"/>
                </a:ext>
              </a:extLst>
            </p:cNvPr>
            <p:cNvSpPr/>
            <p:nvPr/>
          </p:nvSpPr>
          <p:spPr>
            <a:xfrm>
              <a:off x="5587696" y="-1821246"/>
              <a:ext cx="24336" cy="26651"/>
            </a:xfrm>
            <a:custGeom>
              <a:avLst/>
              <a:gdLst/>
              <a:ahLst/>
              <a:cxnLst/>
              <a:rect l="l" t="t" r="r" b="b"/>
              <a:pathLst>
                <a:path w="904" h="990" extrusionOk="0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3486;p38">
              <a:extLst>
                <a:ext uri="{FF2B5EF4-FFF2-40B4-BE49-F238E27FC236}">
                  <a16:creationId xmlns:a16="http://schemas.microsoft.com/office/drawing/2014/main" id="{3106AB2B-1FD0-342B-6B60-19B954FE0433}"/>
                </a:ext>
              </a:extLst>
            </p:cNvPr>
            <p:cNvSpPr/>
            <p:nvPr/>
          </p:nvSpPr>
          <p:spPr>
            <a:xfrm>
              <a:off x="5587696" y="-1821246"/>
              <a:ext cx="24336" cy="26651"/>
            </a:xfrm>
            <a:custGeom>
              <a:avLst/>
              <a:gdLst/>
              <a:ahLst/>
              <a:cxnLst/>
              <a:rect l="l" t="t" r="r" b="b"/>
              <a:pathLst>
                <a:path w="904" h="990" fill="none" extrusionOk="0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3487;p38">
              <a:extLst>
                <a:ext uri="{FF2B5EF4-FFF2-40B4-BE49-F238E27FC236}">
                  <a16:creationId xmlns:a16="http://schemas.microsoft.com/office/drawing/2014/main" id="{595E0244-7B76-062D-3FA4-406AA5562EE8}"/>
                </a:ext>
              </a:extLst>
            </p:cNvPr>
            <p:cNvSpPr/>
            <p:nvPr/>
          </p:nvSpPr>
          <p:spPr>
            <a:xfrm>
              <a:off x="5618358" y="-1810235"/>
              <a:ext cx="24336" cy="27216"/>
            </a:xfrm>
            <a:custGeom>
              <a:avLst/>
              <a:gdLst/>
              <a:ahLst/>
              <a:cxnLst/>
              <a:rect l="l" t="t" r="r" b="b"/>
              <a:pathLst>
                <a:path w="904" h="1011" extrusionOk="0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3488;p38">
              <a:extLst>
                <a:ext uri="{FF2B5EF4-FFF2-40B4-BE49-F238E27FC236}">
                  <a16:creationId xmlns:a16="http://schemas.microsoft.com/office/drawing/2014/main" id="{6A154648-2ECD-BC50-ABCD-43C4F9F32C00}"/>
                </a:ext>
              </a:extLst>
            </p:cNvPr>
            <p:cNvSpPr/>
            <p:nvPr/>
          </p:nvSpPr>
          <p:spPr>
            <a:xfrm>
              <a:off x="5618358" y="-1810235"/>
              <a:ext cx="24336" cy="27216"/>
            </a:xfrm>
            <a:custGeom>
              <a:avLst/>
              <a:gdLst/>
              <a:ahLst/>
              <a:cxnLst/>
              <a:rect l="l" t="t" r="r" b="b"/>
              <a:pathLst>
                <a:path w="904" h="1011" fill="none" extrusionOk="0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3489;p38">
              <a:extLst>
                <a:ext uri="{FF2B5EF4-FFF2-40B4-BE49-F238E27FC236}">
                  <a16:creationId xmlns:a16="http://schemas.microsoft.com/office/drawing/2014/main" id="{D62DCE52-36A0-27CC-21B8-218730DC4733}"/>
                </a:ext>
              </a:extLst>
            </p:cNvPr>
            <p:cNvSpPr/>
            <p:nvPr/>
          </p:nvSpPr>
          <p:spPr>
            <a:xfrm>
              <a:off x="5649047" y="-1799252"/>
              <a:ext cx="24336" cy="28401"/>
            </a:xfrm>
            <a:custGeom>
              <a:avLst/>
              <a:gdLst/>
              <a:ahLst/>
              <a:cxnLst/>
              <a:rect l="l" t="t" r="r" b="b"/>
              <a:pathLst>
                <a:path w="904" h="1055" extrusionOk="0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3490;p38">
              <a:extLst>
                <a:ext uri="{FF2B5EF4-FFF2-40B4-BE49-F238E27FC236}">
                  <a16:creationId xmlns:a16="http://schemas.microsoft.com/office/drawing/2014/main" id="{B803F3F2-893B-AEAB-BC6F-5CBC681032C2}"/>
                </a:ext>
              </a:extLst>
            </p:cNvPr>
            <p:cNvSpPr/>
            <p:nvPr/>
          </p:nvSpPr>
          <p:spPr>
            <a:xfrm>
              <a:off x="5649047" y="-1799252"/>
              <a:ext cx="24336" cy="28401"/>
            </a:xfrm>
            <a:custGeom>
              <a:avLst/>
              <a:gdLst/>
              <a:ahLst/>
              <a:cxnLst/>
              <a:rect l="l" t="t" r="r" b="b"/>
              <a:pathLst>
                <a:path w="904" h="1055" fill="none" extrusionOk="0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3491;p38">
              <a:extLst>
                <a:ext uri="{FF2B5EF4-FFF2-40B4-BE49-F238E27FC236}">
                  <a16:creationId xmlns:a16="http://schemas.microsoft.com/office/drawing/2014/main" id="{888EBC74-25B9-46C8-655B-AC62FA4DE23F}"/>
                </a:ext>
              </a:extLst>
            </p:cNvPr>
            <p:cNvSpPr/>
            <p:nvPr/>
          </p:nvSpPr>
          <p:spPr>
            <a:xfrm>
              <a:off x="5679709" y="-178824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3492;p38">
              <a:extLst>
                <a:ext uri="{FF2B5EF4-FFF2-40B4-BE49-F238E27FC236}">
                  <a16:creationId xmlns:a16="http://schemas.microsoft.com/office/drawing/2014/main" id="{492B9A14-3579-5009-826A-388C8FE68C77}"/>
                </a:ext>
              </a:extLst>
            </p:cNvPr>
            <p:cNvSpPr/>
            <p:nvPr/>
          </p:nvSpPr>
          <p:spPr>
            <a:xfrm>
              <a:off x="5679709" y="-178824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3493;p38">
              <a:extLst>
                <a:ext uri="{FF2B5EF4-FFF2-40B4-BE49-F238E27FC236}">
                  <a16:creationId xmlns:a16="http://schemas.microsoft.com/office/drawing/2014/main" id="{A9978EE0-EE61-011E-AC47-E0E960D93B94}"/>
                </a:ext>
              </a:extLst>
            </p:cNvPr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3494;p38">
              <a:extLst>
                <a:ext uri="{FF2B5EF4-FFF2-40B4-BE49-F238E27FC236}">
                  <a16:creationId xmlns:a16="http://schemas.microsoft.com/office/drawing/2014/main" id="{C53929BF-ADD3-561E-E465-A0F8C06D6F27}"/>
                </a:ext>
              </a:extLst>
            </p:cNvPr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3495;p38">
              <a:extLst>
                <a:ext uri="{FF2B5EF4-FFF2-40B4-BE49-F238E27FC236}">
                  <a16:creationId xmlns:a16="http://schemas.microsoft.com/office/drawing/2014/main" id="{860F7293-5401-F7F3-90B2-4FDDDE7A28D7}"/>
                </a:ext>
              </a:extLst>
            </p:cNvPr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3496;p38">
              <a:extLst>
                <a:ext uri="{FF2B5EF4-FFF2-40B4-BE49-F238E27FC236}">
                  <a16:creationId xmlns:a16="http://schemas.microsoft.com/office/drawing/2014/main" id="{F1647BB2-0E3E-007D-2D33-02A6526115E6}"/>
                </a:ext>
              </a:extLst>
            </p:cNvPr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3497;p38">
              <a:extLst>
                <a:ext uri="{FF2B5EF4-FFF2-40B4-BE49-F238E27FC236}">
                  <a16:creationId xmlns:a16="http://schemas.microsoft.com/office/drawing/2014/main" id="{65912EA5-7E06-B4DA-ECE5-7A96A8AABFB0}"/>
                </a:ext>
              </a:extLst>
            </p:cNvPr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3498;p38">
              <a:extLst>
                <a:ext uri="{FF2B5EF4-FFF2-40B4-BE49-F238E27FC236}">
                  <a16:creationId xmlns:a16="http://schemas.microsoft.com/office/drawing/2014/main" id="{C3E51F22-D55A-0761-0411-3D9EE8878FCB}"/>
                </a:ext>
              </a:extLst>
            </p:cNvPr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3499;p38">
              <a:extLst>
                <a:ext uri="{FF2B5EF4-FFF2-40B4-BE49-F238E27FC236}">
                  <a16:creationId xmlns:a16="http://schemas.microsoft.com/office/drawing/2014/main" id="{AF9F672E-2CEA-4541-7078-7D6DF98375A6}"/>
                </a:ext>
              </a:extLst>
            </p:cNvPr>
            <p:cNvSpPr/>
            <p:nvPr/>
          </p:nvSpPr>
          <p:spPr>
            <a:xfrm>
              <a:off x="5348701" y="-1903998"/>
              <a:ext cx="2342" cy="619"/>
            </a:xfrm>
            <a:custGeom>
              <a:avLst/>
              <a:gdLst/>
              <a:ahLst/>
              <a:cxnLst/>
              <a:rect l="l" t="t" r="r" b="b"/>
              <a:pathLst>
                <a:path w="87" h="23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3500;p38">
              <a:extLst>
                <a:ext uri="{FF2B5EF4-FFF2-40B4-BE49-F238E27FC236}">
                  <a16:creationId xmlns:a16="http://schemas.microsoft.com/office/drawing/2014/main" id="{90D0E468-519C-7B71-0533-465CD04F5449}"/>
                </a:ext>
              </a:extLst>
            </p:cNvPr>
            <p:cNvSpPr/>
            <p:nvPr/>
          </p:nvSpPr>
          <p:spPr>
            <a:xfrm>
              <a:off x="5348701" y="-1903998"/>
              <a:ext cx="2342" cy="619"/>
            </a:xfrm>
            <a:custGeom>
              <a:avLst/>
              <a:gdLst/>
              <a:ahLst/>
              <a:cxnLst/>
              <a:rect l="l" t="t" r="r" b="b"/>
              <a:pathLst>
                <a:path w="87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3501;p38">
              <a:extLst>
                <a:ext uri="{FF2B5EF4-FFF2-40B4-BE49-F238E27FC236}">
                  <a16:creationId xmlns:a16="http://schemas.microsoft.com/office/drawing/2014/main" id="{11AE76D7-5710-D27E-5FF4-45F7A8A35EA0}"/>
                </a:ext>
              </a:extLst>
            </p:cNvPr>
            <p:cNvSpPr/>
            <p:nvPr/>
          </p:nvSpPr>
          <p:spPr>
            <a:xfrm>
              <a:off x="6201123" y="-1637786"/>
              <a:ext cx="479176" cy="127332"/>
            </a:xfrm>
            <a:custGeom>
              <a:avLst/>
              <a:gdLst/>
              <a:ahLst/>
              <a:cxnLst/>
              <a:rect l="l" t="t" r="r" b="b"/>
              <a:pathLst>
                <a:path w="17800" h="4730" extrusionOk="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3502;p38">
              <a:extLst>
                <a:ext uri="{FF2B5EF4-FFF2-40B4-BE49-F238E27FC236}">
                  <a16:creationId xmlns:a16="http://schemas.microsoft.com/office/drawing/2014/main" id="{6F35276C-66AA-685C-41DE-3005BEBF3B68}"/>
                </a:ext>
              </a:extLst>
            </p:cNvPr>
            <p:cNvSpPr/>
            <p:nvPr/>
          </p:nvSpPr>
          <p:spPr>
            <a:xfrm>
              <a:off x="6201123" y="-1637786"/>
              <a:ext cx="479176" cy="127332"/>
            </a:xfrm>
            <a:custGeom>
              <a:avLst/>
              <a:gdLst/>
              <a:ahLst/>
              <a:cxnLst/>
              <a:rect l="l" t="t" r="r" b="b"/>
              <a:pathLst>
                <a:path w="17800" h="4730" fill="none" extrusionOk="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3503;p38">
              <a:extLst>
                <a:ext uri="{FF2B5EF4-FFF2-40B4-BE49-F238E27FC236}">
                  <a16:creationId xmlns:a16="http://schemas.microsoft.com/office/drawing/2014/main" id="{3E9361DD-05DC-B3D1-EB9E-0718ED109DC9}"/>
                </a:ext>
              </a:extLst>
            </p:cNvPr>
            <p:cNvSpPr/>
            <p:nvPr/>
          </p:nvSpPr>
          <p:spPr>
            <a:xfrm>
              <a:off x="4748600" y="-2040563"/>
              <a:ext cx="792256" cy="877915"/>
            </a:xfrm>
            <a:custGeom>
              <a:avLst/>
              <a:gdLst/>
              <a:ahLst/>
              <a:cxnLst/>
              <a:rect l="l" t="t" r="r" b="b"/>
              <a:pathLst>
                <a:path w="29430" h="32612" extrusionOk="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3504;p38">
              <a:extLst>
                <a:ext uri="{FF2B5EF4-FFF2-40B4-BE49-F238E27FC236}">
                  <a16:creationId xmlns:a16="http://schemas.microsoft.com/office/drawing/2014/main" id="{B6F9786E-C824-F921-02BB-608FD08FAFDA}"/>
                </a:ext>
              </a:extLst>
            </p:cNvPr>
            <p:cNvSpPr/>
            <p:nvPr/>
          </p:nvSpPr>
          <p:spPr>
            <a:xfrm>
              <a:off x="6585944" y="-1608282"/>
              <a:ext cx="424771" cy="335665"/>
            </a:xfrm>
            <a:custGeom>
              <a:avLst/>
              <a:gdLst/>
              <a:ahLst/>
              <a:cxnLst/>
              <a:rect l="l" t="t" r="r" b="b"/>
              <a:pathLst>
                <a:path w="15779" h="12469" extrusionOk="0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3505;p38">
              <a:extLst>
                <a:ext uri="{FF2B5EF4-FFF2-40B4-BE49-F238E27FC236}">
                  <a16:creationId xmlns:a16="http://schemas.microsoft.com/office/drawing/2014/main" id="{3D746C95-583E-014E-29E2-2D8650316C72}"/>
                </a:ext>
              </a:extLst>
            </p:cNvPr>
            <p:cNvSpPr/>
            <p:nvPr/>
          </p:nvSpPr>
          <p:spPr>
            <a:xfrm>
              <a:off x="4876497" y="-2033618"/>
              <a:ext cx="664359" cy="837966"/>
            </a:xfrm>
            <a:custGeom>
              <a:avLst/>
              <a:gdLst/>
              <a:ahLst/>
              <a:cxnLst/>
              <a:rect l="l" t="t" r="r" b="b"/>
              <a:pathLst>
                <a:path w="24679" h="31128" extrusionOk="0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3506;p38">
              <a:extLst>
                <a:ext uri="{FF2B5EF4-FFF2-40B4-BE49-F238E27FC236}">
                  <a16:creationId xmlns:a16="http://schemas.microsoft.com/office/drawing/2014/main" id="{D17D9FA8-E967-FA62-A262-F72DEC48F736}"/>
                </a:ext>
              </a:extLst>
            </p:cNvPr>
            <p:cNvSpPr/>
            <p:nvPr/>
          </p:nvSpPr>
          <p:spPr>
            <a:xfrm>
              <a:off x="5422758" y="-2454431"/>
              <a:ext cx="1784150" cy="497105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3507;p38">
              <a:extLst>
                <a:ext uri="{FF2B5EF4-FFF2-40B4-BE49-F238E27FC236}">
                  <a16:creationId xmlns:a16="http://schemas.microsoft.com/office/drawing/2014/main" id="{E673C8BA-BDE5-5601-C591-CFF3C67E6A6F}"/>
                </a:ext>
              </a:extLst>
            </p:cNvPr>
            <p:cNvSpPr/>
            <p:nvPr/>
          </p:nvSpPr>
          <p:spPr>
            <a:xfrm>
              <a:off x="6425635" y="-1879097"/>
              <a:ext cx="149325" cy="112283"/>
            </a:xfrm>
            <a:custGeom>
              <a:avLst/>
              <a:gdLst/>
              <a:ahLst/>
              <a:cxnLst/>
              <a:rect l="l" t="t" r="r" b="b"/>
              <a:pathLst>
                <a:path w="5547" h="4171" extrusionOk="0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3508;p38">
              <a:extLst>
                <a:ext uri="{FF2B5EF4-FFF2-40B4-BE49-F238E27FC236}">
                  <a16:creationId xmlns:a16="http://schemas.microsoft.com/office/drawing/2014/main" id="{CCF63B6D-2607-C634-E738-A67E38FB59B0}"/>
                </a:ext>
              </a:extLst>
            </p:cNvPr>
            <p:cNvSpPr/>
            <p:nvPr/>
          </p:nvSpPr>
          <p:spPr>
            <a:xfrm>
              <a:off x="6425635" y="-1879097"/>
              <a:ext cx="149325" cy="112283"/>
            </a:xfrm>
            <a:custGeom>
              <a:avLst/>
              <a:gdLst/>
              <a:ahLst/>
              <a:cxnLst/>
              <a:rect l="l" t="t" r="r" b="b"/>
              <a:pathLst>
                <a:path w="5547" h="41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3509;p38">
              <a:extLst>
                <a:ext uri="{FF2B5EF4-FFF2-40B4-BE49-F238E27FC236}">
                  <a16:creationId xmlns:a16="http://schemas.microsoft.com/office/drawing/2014/main" id="{B6FC28B9-4F6C-7C88-75C3-C8C7E86C9D8C}"/>
                </a:ext>
              </a:extLst>
            </p:cNvPr>
            <p:cNvSpPr/>
            <p:nvPr/>
          </p:nvSpPr>
          <p:spPr>
            <a:xfrm>
              <a:off x="6440684" y="-1860010"/>
              <a:ext cx="159178" cy="67165"/>
            </a:xfrm>
            <a:custGeom>
              <a:avLst/>
              <a:gdLst/>
              <a:ahLst/>
              <a:cxnLst/>
              <a:rect l="l" t="t" r="r" b="b"/>
              <a:pathLst>
                <a:path w="5913" h="2495" extrusionOk="0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3510;p38">
              <a:extLst>
                <a:ext uri="{FF2B5EF4-FFF2-40B4-BE49-F238E27FC236}">
                  <a16:creationId xmlns:a16="http://schemas.microsoft.com/office/drawing/2014/main" id="{13CCB4EA-8F4F-9F2D-B137-45A223508DA9}"/>
                </a:ext>
              </a:extLst>
            </p:cNvPr>
            <p:cNvSpPr/>
            <p:nvPr/>
          </p:nvSpPr>
          <p:spPr>
            <a:xfrm>
              <a:off x="6974830" y="-1636063"/>
              <a:ext cx="50933" cy="24336"/>
            </a:xfrm>
            <a:custGeom>
              <a:avLst/>
              <a:gdLst/>
              <a:ahLst/>
              <a:cxnLst/>
              <a:rect l="l" t="t" r="r" b="b"/>
              <a:pathLst>
                <a:path w="1892" h="904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3511;p38">
              <a:extLst>
                <a:ext uri="{FF2B5EF4-FFF2-40B4-BE49-F238E27FC236}">
                  <a16:creationId xmlns:a16="http://schemas.microsoft.com/office/drawing/2014/main" id="{97CEB5C4-880C-AC85-AAF4-28D500D5A4CA}"/>
                </a:ext>
              </a:extLst>
            </p:cNvPr>
            <p:cNvSpPr/>
            <p:nvPr/>
          </p:nvSpPr>
          <p:spPr>
            <a:xfrm>
              <a:off x="6974830" y="-1636063"/>
              <a:ext cx="50933" cy="24336"/>
            </a:xfrm>
            <a:custGeom>
              <a:avLst/>
              <a:gdLst/>
              <a:ahLst/>
              <a:cxnLst/>
              <a:rect l="l" t="t" r="r" b="b"/>
              <a:pathLst>
                <a:path w="1892" h="90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3512;p38">
              <a:extLst>
                <a:ext uri="{FF2B5EF4-FFF2-40B4-BE49-F238E27FC236}">
                  <a16:creationId xmlns:a16="http://schemas.microsoft.com/office/drawing/2014/main" id="{D064B1D2-D936-4247-6036-3077592260CB}"/>
                </a:ext>
              </a:extLst>
            </p:cNvPr>
            <p:cNvSpPr/>
            <p:nvPr/>
          </p:nvSpPr>
          <p:spPr>
            <a:xfrm>
              <a:off x="6779795" y="-1685246"/>
              <a:ext cx="245968" cy="73519"/>
            </a:xfrm>
            <a:custGeom>
              <a:avLst/>
              <a:gdLst/>
              <a:ahLst/>
              <a:cxnLst/>
              <a:rect l="l" t="t" r="r" b="b"/>
              <a:pathLst>
                <a:path w="9137" h="2731" extrusionOk="0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3513;p38">
              <a:extLst>
                <a:ext uri="{FF2B5EF4-FFF2-40B4-BE49-F238E27FC236}">
                  <a16:creationId xmlns:a16="http://schemas.microsoft.com/office/drawing/2014/main" id="{9998D5E0-C1EB-A79A-4E28-999EE41A9A55}"/>
                </a:ext>
              </a:extLst>
            </p:cNvPr>
            <p:cNvSpPr/>
            <p:nvPr/>
          </p:nvSpPr>
          <p:spPr>
            <a:xfrm>
              <a:off x="6779795" y="-1685246"/>
              <a:ext cx="245968" cy="73519"/>
            </a:xfrm>
            <a:custGeom>
              <a:avLst/>
              <a:gdLst/>
              <a:ahLst/>
              <a:cxnLst/>
              <a:rect l="l" t="t" r="r" b="b"/>
              <a:pathLst>
                <a:path w="9137" h="2731" fill="none" extrusionOk="0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3514;p38">
              <a:extLst>
                <a:ext uri="{FF2B5EF4-FFF2-40B4-BE49-F238E27FC236}">
                  <a16:creationId xmlns:a16="http://schemas.microsoft.com/office/drawing/2014/main" id="{37FA4E39-B1B4-CC80-B321-2BFD39DD33F4}"/>
                </a:ext>
              </a:extLst>
            </p:cNvPr>
            <p:cNvSpPr/>
            <p:nvPr/>
          </p:nvSpPr>
          <p:spPr>
            <a:xfrm>
              <a:off x="6824347" y="-1698544"/>
              <a:ext cx="150510" cy="68296"/>
            </a:xfrm>
            <a:custGeom>
              <a:avLst/>
              <a:gdLst/>
              <a:ahLst/>
              <a:cxnLst/>
              <a:rect l="l" t="t" r="r" b="b"/>
              <a:pathLst>
                <a:path w="5591" h="2537" extrusionOk="0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3515;p38">
              <a:extLst>
                <a:ext uri="{FF2B5EF4-FFF2-40B4-BE49-F238E27FC236}">
                  <a16:creationId xmlns:a16="http://schemas.microsoft.com/office/drawing/2014/main" id="{2DBB1E1A-34C8-103E-3637-E0E8361D75F8}"/>
                </a:ext>
              </a:extLst>
            </p:cNvPr>
            <p:cNvSpPr/>
            <p:nvPr/>
          </p:nvSpPr>
          <p:spPr>
            <a:xfrm>
              <a:off x="6533288" y="-1808512"/>
              <a:ext cx="311357" cy="152825"/>
            </a:xfrm>
            <a:custGeom>
              <a:avLst/>
              <a:gdLst/>
              <a:ahLst/>
              <a:cxnLst/>
              <a:rect l="l" t="t" r="r" b="b"/>
              <a:pathLst>
                <a:path w="11566" h="5677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3516;p38">
              <a:extLst>
                <a:ext uri="{FF2B5EF4-FFF2-40B4-BE49-F238E27FC236}">
                  <a16:creationId xmlns:a16="http://schemas.microsoft.com/office/drawing/2014/main" id="{4A684486-2B89-B052-D3CD-B7712433FCCA}"/>
                </a:ext>
              </a:extLst>
            </p:cNvPr>
            <p:cNvSpPr/>
            <p:nvPr/>
          </p:nvSpPr>
          <p:spPr>
            <a:xfrm>
              <a:off x="6533288" y="-1808512"/>
              <a:ext cx="311357" cy="152825"/>
            </a:xfrm>
            <a:custGeom>
              <a:avLst/>
              <a:gdLst/>
              <a:ahLst/>
              <a:cxnLst/>
              <a:rect l="l" t="t" r="r" b="b"/>
              <a:pathLst>
                <a:path w="11566" h="5677" fill="none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39" name="Google Shape;3548;p39">
            <a:extLst>
              <a:ext uri="{FF2B5EF4-FFF2-40B4-BE49-F238E27FC236}">
                <a16:creationId xmlns:a16="http://schemas.microsoft.com/office/drawing/2014/main" id="{AF10AD73-B946-3D7E-CD4E-DF4421ABCAD2}"/>
              </a:ext>
            </a:extLst>
          </p:cNvPr>
          <p:cNvGrpSpPr/>
          <p:nvPr/>
        </p:nvGrpSpPr>
        <p:grpSpPr>
          <a:xfrm flipH="1">
            <a:off x="7741259" y="283097"/>
            <a:ext cx="1143167" cy="451268"/>
            <a:chOff x="5454775" y="-1447800"/>
            <a:chExt cx="3232025" cy="1275850"/>
          </a:xfrm>
        </p:grpSpPr>
        <p:sp>
          <p:nvSpPr>
            <p:cNvPr id="4440" name="Google Shape;3549;p39">
              <a:extLst>
                <a:ext uri="{FF2B5EF4-FFF2-40B4-BE49-F238E27FC236}">
                  <a16:creationId xmlns:a16="http://schemas.microsoft.com/office/drawing/2014/main" id="{51AE38B8-70F7-E200-BCAC-F37500CAE293}"/>
                </a:ext>
              </a:extLst>
            </p:cNvPr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3550;p39">
              <a:extLst>
                <a:ext uri="{FF2B5EF4-FFF2-40B4-BE49-F238E27FC236}">
                  <a16:creationId xmlns:a16="http://schemas.microsoft.com/office/drawing/2014/main" id="{791A7029-0663-A10B-2DF9-C2D2A650B3DA}"/>
                </a:ext>
              </a:extLst>
            </p:cNvPr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3551;p39">
              <a:extLst>
                <a:ext uri="{FF2B5EF4-FFF2-40B4-BE49-F238E27FC236}">
                  <a16:creationId xmlns:a16="http://schemas.microsoft.com/office/drawing/2014/main" id="{1E94227B-7A4E-BF3D-8F40-27FB2732DACA}"/>
                </a:ext>
              </a:extLst>
            </p:cNvPr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3552;p39">
              <a:extLst>
                <a:ext uri="{FF2B5EF4-FFF2-40B4-BE49-F238E27FC236}">
                  <a16:creationId xmlns:a16="http://schemas.microsoft.com/office/drawing/2014/main" id="{ABB5E4DA-BDD3-0EF8-6BE1-4F1FB1B8221D}"/>
                </a:ext>
              </a:extLst>
            </p:cNvPr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3553;p39">
              <a:extLst>
                <a:ext uri="{FF2B5EF4-FFF2-40B4-BE49-F238E27FC236}">
                  <a16:creationId xmlns:a16="http://schemas.microsoft.com/office/drawing/2014/main" id="{61EB435B-1318-1E56-03CF-45EEF732B3F8}"/>
                </a:ext>
              </a:extLst>
            </p:cNvPr>
            <p:cNvSpPr/>
            <p:nvPr/>
          </p:nvSpPr>
          <p:spPr>
            <a:xfrm>
              <a:off x="7169125" y="-1359675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3554;p39">
              <a:extLst>
                <a:ext uri="{FF2B5EF4-FFF2-40B4-BE49-F238E27FC236}">
                  <a16:creationId xmlns:a16="http://schemas.microsoft.com/office/drawing/2014/main" id="{E8CE0D76-6B1E-35A2-A686-32C9C59031D0}"/>
                </a:ext>
              </a:extLst>
            </p:cNvPr>
            <p:cNvSpPr/>
            <p:nvPr/>
          </p:nvSpPr>
          <p:spPr>
            <a:xfrm>
              <a:off x="6634925" y="-1230150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3555;p39">
              <a:extLst>
                <a:ext uri="{FF2B5EF4-FFF2-40B4-BE49-F238E27FC236}">
                  <a16:creationId xmlns:a16="http://schemas.microsoft.com/office/drawing/2014/main" id="{A49BF3CA-E753-6B42-8B00-8EC70C46D6BC}"/>
                </a:ext>
              </a:extLst>
            </p:cNvPr>
            <p:cNvSpPr/>
            <p:nvPr/>
          </p:nvSpPr>
          <p:spPr>
            <a:xfrm>
              <a:off x="7169125" y="-1317750"/>
              <a:ext cx="489075" cy="106425"/>
            </a:xfrm>
            <a:custGeom>
              <a:avLst/>
              <a:gdLst/>
              <a:ahLst/>
              <a:cxnLst/>
              <a:rect l="l" t="t" r="r" b="b"/>
              <a:pathLst>
                <a:path w="19563" h="4257" extrusionOk="0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3556;p39">
              <a:extLst>
                <a:ext uri="{FF2B5EF4-FFF2-40B4-BE49-F238E27FC236}">
                  <a16:creationId xmlns:a16="http://schemas.microsoft.com/office/drawing/2014/main" id="{360DFAD0-9D51-2BA0-F0E2-79CA8374AE07}"/>
                </a:ext>
              </a:extLst>
            </p:cNvPr>
            <p:cNvSpPr/>
            <p:nvPr/>
          </p:nvSpPr>
          <p:spPr>
            <a:xfrm>
              <a:off x="6637075" y="-1200600"/>
              <a:ext cx="486925" cy="98375"/>
            </a:xfrm>
            <a:custGeom>
              <a:avLst/>
              <a:gdLst/>
              <a:ahLst/>
              <a:cxnLst/>
              <a:rect l="l" t="t" r="r" b="b"/>
              <a:pathLst>
                <a:path w="19477" h="3935" extrusionOk="0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3557;p39">
              <a:extLst>
                <a:ext uri="{FF2B5EF4-FFF2-40B4-BE49-F238E27FC236}">
                  <a16:creationId xmlns:a16="http://schemas.microsoft.com/office/drawing/2014/main" id="{1BF0D6DA-A7EB-B9E0-EDB8-30F241A3BE5D}"/>
                </a:ext>
              </a:extLst>
            </p:cNvPr>
            <p:cNvSpPr/>
            <p:nvPr/>
          </p:nvSpPr>
          <p:spPr>
            <a:xfrm>
              <a:off x="6059900" y="-765300"/>
              <a:ext cx="419750" cy="224125"/>
            </a:xfrm>
            <a:custGeom>
              <a:avLst/>
              <a:gdLst/>
              <a:ahLst/>
              <a:cxnLst/>
              <a:rect l="l" t="t" r="r" b="b"/>
              <a:pathLst>
                <a:path w="16790" h="8965" extrusionOk="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3558;p39">
              <a:extLst>
                <a:ext uri="{FF2B5EF4-FFF2-40B4-BE49-F238E27FC236}">
                  <a16:creationId xmlns:a16="http://schemas.microsoft.com/office/drawing/2014/main" id="{ED3F15BC-AC28-8637-843A-20D9481CAD19}"/>
                </a:ext>
              </a:extLst>
            </p:cNvPr>
            <p:cNvSpPr/>
            <p:nvPr/>
          </p:nvSpPr>
          <p:spPr>
            <a:xfrm>
              <a:off x="6124925" y="-528300"/>
              <a:ext cx="420275" cy="223600"/>
            </a:xfrm>
            <a:custGeom>
              <a:avLst/>
              <a:gdLst/>
              <a:ahLst/>
              <a:cxnLst/>
              <a:rect l="l" t="t" r="r" b="b"/>
              <a:pathLst>
                <a:path w="16811" h="8944" extrusionOk="0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3559;p39">
              <a:extLst>
                <a:ext uri="{FF2B5EF4-FFF2-40B4-BE49-F238E27FC236}">
                  <a16:creationId xmlns:a16="http://schemas.microsoft.com/office/drawing/2014/main" id="{4D1EB93D-C8D0-3D20-2C25-42D2F391812C}"/>
                </a:ext>
              </a:extLst>
            </p:cNvPr>
            <p:cNvSpPr/>
            <p:nvPr/>
          </p:nvSpPr>
          <p:spPr>
            <a:xfrm>
              <a:off x="6188875" y="-758850"/>
              <a:ext cx="290775" cy="217675"/>
            </a:xfrm>
            <a:custGeom>
              <a:avLst/>
              <a:gdLst/>
              <a:ahLst/>
              <a:cxnLst/>
              <a:rect l="l" t="t" r="r" b="b"/>
              <a:pathLst>
                <a:path w="11631" h="8707" extrusionOk="0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3560;p39">
              <a:extLst>
                <a:ext uri="{FF2B5EF4-FFF2-40B4-BE49-F238E27FC236}">
                  <a16:creationId xmlns:a16="http://schemas.microsoft.com/office/drawing/2014/main" id="{21F081B2-21BF-19ED-4477-098329357BD8}"/>
                </a:ext>
              </a:extLst>
            </p:cNvPr>
            <p:cNvSpPr/>
            <p:nvPr/>
          </p:nvSpPr>
          <p:spPr>
            <a:xfrm>
              <a:off x="6298500" y="-511625"/>
              <a:ext cx="246700" cy="206925"/>
            </a:xfrm>
            <a:custGeom>
              <a:avLst/>
              <a:gdLst/>
              <a:ahLst/>
              <a:cxnLst/>
              <a:rect l="l" t="t" r="r" b="b"/>
              <a:pathLst>
                <a:path w="9868" h="8277" extrusionOk="0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3561;p39">
              <a:extLst>
                <a:ext uri="{FF2B5EF4-FFF2-40B4-BE49-F238E27FC236}">
                  <a16:creationId xmlns:a16="http://schemas.microsoft.com/office/drawing/2014/main" id="{320038C2-F57B-8A1D-EE9E-10600DF2A59C}"/>
                </a:ext>
              </a:extLst>
            </p:cNvPr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extrusionOk="0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3562;p39">
              <a:extLst>
                <a:ext uri="{FF2B5EF4-FFF2-40B4-BE49-F238E27FC236}">
                  <a16:creationId xmlns:a16="http://schemas.microsoft.com/office/drawing/2014/main" id="{59366506-736D-4F0C-7AE0-D1566973808F}"/>
                </a:ext>
              </a:extLst>
            </p:cNvPr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fill="none" extrusionOk="0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3563;p39">
              <a:extLst>
                <a:ext uri="{FF2B5EF4-FFF2-40B4-BE49-F238E27FC236}">
                  <a16:creationId xmlns:a16="http://schemas.microsoft.com/office/drawing/2014/main" id="{97222F4D-EA3E-5997-AEFF-F8FADB559BA8}"/>
                </a:ext>
              </a:extLst>
            </p:cNvPr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extrusionOk="0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3564;p39">
              <a:extLst>
                <a:ext uri="{FF2B5EF4-FFF2-40B4-BE49-F238E27FC236}">
                  <a16:creationId xmlns:a16="http://schemas.microsoft.com/office/drawing/2014/main" id="{013B6DFE-0D87-EA79-DA0F-B7C0452F9F40}"/>
                </a:ext>
              </a:extLst>
            </p:cNvPr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fill="none" extrusionOk="0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3565;p39">
              <a:extLst>
                <a:ext uri="{FF2B5EF4-FFF2-40B4-BE49-F238E27FC236}">
                  <a16:creationId xmlns:a16="http://schemas.microsoft.com/office/drawing/2014/main" id="{353053FB-39DF-437F-5AE2-BAF162190D9D}"/>
                </a:ext>
              </a:extLst>
            </p:cNvPr>
            <p:cNvSpPr/>
            <p:nvPr/>
          </p:nvSpPr>
          <p:spPr>
            <a:xfrm>
              <a:off x="7617325" y="-1163525"/>
              <a:ext cx="835175" cy="557325"/>
            </a:xfrm>
            <a:custGeom>
              <a:avLst/>
              <a:gdLst/>
              <a:ahLst/>
              <a:cxnLst/>
              <a:rect l="l" t="t" r="r" b="b"/>
              <a:pathLst>
                <a:path w="33407" h="22293" extrusionOk="0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3566;p39">
              <a:extLst>
                <a:ext uri="{FF2B5EF4-FFF2-40B4-BE49-F238E27FC236}">
                  <a16:creationId xmlns:a16="http://schemas.microsoft.com/office/drawing/2014/main" id="{C559EB43-21F3-9168-EC87-95BBD2C3FF9E}"/>
                </a:ext>
              </a:extLst>
            </p:cNvPr>
            <p:cNvSpPr/>
            <p:nvPr/>
          </p:nvSpPr>
          <p:spPr>
            <a:xfrm>
              <a:off x="6672000" y="-14478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3567;p39">
              <a:extLst>
                <a:ext uri="{FF2B5EF4-FFF2-40B4-BE49-F238E27FC236}">
                  <a16:creationId xmlns:a16="http://schemas.microsoft.com/office/drawing/2014/main" id="{424FCA1A-9099-A1E0-FBAB-D675D0E3164B}"/>
                </a:ext>
              </a:extLst>
            </p:cNvPr>
            <p:cNvSpPr/>
            <p:nvPr/>
          </p:nvSpPr>
          <p:spPr>
            <a:xfrm>
              <a:off x="5536975" y="-1344100"/>
              <a:ext cx="50550" cy="59700"/>
            </a:xfrm>
            <a:custGeom>
              <a:avLst/>
              <a:gdLst/>
              <a:ahLst/>
              <a:cxnLst/>
              <a:rect l="l" t="t" r="r" b="b"/>
              <a:pathLst>
                <a:path w="2022" h="2388" extrusionOk="0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3568;p39">
              <a:extLst>
                <a:ext uri="{FF2B5EF4-FFF2-40B4-BE49-F238E27FC236}">
                  <a16:creationId xmlns:a16="http://schemas.microsoft.com/office/drawing/2014/main" id="{E7F2DA65-97E9-EF78-0BE6-52CFE8170F78}"/>
                </a:ext>
              </a:extLst>
            </p:cNvPr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3569;p39">
              <a:extLst>
                <a:ext uri="{FF2B5EF4-FFF2-40B4-BE49-F238E27FC236}">
                  <a16:creationId xmlns:a16="http://schemas.microsoft.com/office/drawing/2014/main" id="{811BA275-9AA4-10CD-7D51-9CCB0116B161}"/>
                </a:ext>
              </a:extLst>
            </p:cNvPr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3570;p39">
              <a:extLst>
                <a:ext uri="{FF2B5EF4-FFF2-40B4-BE49-F238E27FC236}">
                  <a16:creationId xmlns:a16="http://schemas.microsoft.com/office/drawing/2014/main" id="{96210C2D-224B-6150-FAE2-3D43DD1B026A}"/>
                </a:ext>
              </a:extLst>
            </p:cNvPr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3571;p39">
              <a:extLst>
                <a:ext uri="{FF2B5EF4-FFF2-40B4-BE49-F238E27FC236}">
                  <a16:creationId xmlns:a16="http://schemas.microsoft.com/office/drawing/2014/main" id="{6801EAA1-D648-E5D7-9E19-AB898E454E76}"/>
                </a:ext>
              </a:extLst>
            </p:cNvPr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3572;p39">
              <a:extLst>
                <a:ext uri="{FF2B5EF4-FFF2-40B4-BE49-F238E27FC236}">
                  <a16:creationId xmlns:a16="http://schemas.microsoft.com/office/drawing/2014/main" id="{820AC26C-F1C8-4191-926E-594C990A65DF}"/>
                </a:ext>
              </a:extLst>
            </p:cNvPr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3573;p39">
              <a:extLst>
                <a:ext uri="{FF2B5EF4-FFF2-40B4-BE49-F238E27FC236}">
                  <a16:creationId xmlns:a16="http://schemas.microsoft.com/office/drawing/2014/main" id="{37F8F259-65CC-0EC8-6521-56191A63DF2E}"/>
                </a:ext>
              </a:extLst>
            </p:cNvPr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3574;p39">
              <a:extLst>
                <a:ext uri="{FF2B5EF4-FFF2-40B4-BE49-F238E27FC236}">
                  <a16:creationId xmlns:a16="http://schemas.microsoft.com/office/drawing/2014/main" id="{24688000-CBF5-EF6B-8C85-E517BCFAF8DA}"/>
                </a:ext>
              </a:extLst>
            </p:cNvPr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3575;p39">
              <a:extLst>
                <a:ext uri="{FF2B5EF4-FFF2-40B4-BE49-F238E27FC236}">
                  <a16:creationId xmlns:a16="http://schemas.microsoft.com/office/drawing/2014/main" id="{999E5A35-7993-C562-8EFC-231A5F975E34}"/>
                </a:ext>
              </a:extLst>
            </p:cNvPr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3576;p39">
              <a:extLst>
                <a:ext uri="{FF2B5EF4-FFF2-40B4-BE49-F238E27FC236}">
                  <a16:creationId xmlns:a16="http://schemas.microsoft.com/office/drawing/2014/main" id="{CA44C722-C7F8-6A93-A825-1EC19CD24114}"/>
                </a:ext>
              </a:extLst>
            </p:cNvPr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3577;p39">
              <a:extLst>
                <a:ext uri="{FF2B5EF4-FFF2-40B4-BE49-F238E27FC236}">
                  <a16:creationId xmlns:a16="http://schemas.microsoft.com/office/drawing/2014/main" id="{FCB0B0E1-F58B-48E6-4179-C63BD7F3CC1B}"/>
                </a:ext>
              </a:extLst>
            </p:cNvPr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3578;p39">
              <a:extLst>
                <a:ext uri="{FF2B5EF4-FFF2-40B4-BE49-F238E27FC236}">
                  <a16:creationId xmlns:a16="http://schemas.microsoft.com/office/drawing/2014/main" id="{C419DF1A-58AE-CA9F-0AA0-284C66F61E11}"/>
                </a:ext>
              </a:extLst>
            </p:cNvPr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3579;p39">
              <a:extLst>
                <a:ext uri="{FF2B5EF4-FFF2-40B4-BE49-F238E27FC236}">
                  <a16:creationId xmlns:a16="http://schemas.microsoft.com/office/drawing/2014/main" id="{18FC8D58-F6C6-999C-620F-F360FB47317B}"/>
                </a:ext>
              </a:extLst>
            </p:cNvPr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3580;p39">
              <a:extLst>
                <a:ext uri="{FF2B5EF4-FFF2-40B4-BE49-F238E27FC236}">
                  <a16:creationId xmlns:a16="http://schemas.microsoft.com/office/drawing/2014/main" id="{BF20D7B5-07D6-0735-5DB3-8CD30D38C145}"/>
                </a:ext>
              </a:extLst>
            </p:cNvPr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3581;p39">
              <a:extLst>
                <a:ext uri="{FF2B5EF4-FFF2-40B4-BE49-F238E27FC236}">
                  <a16:creationId xmlns:a16="http://schemas.microsoft.com/office/drawing/2014/main" id="{8EDC6399-9188-8A87-1AED-8558FC488B10}"/>
                </a:ext>
              </a:extLst>
            </p:cNvPr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3582;p39">
              <a:extLst>
                <a:ext uri="{FF2B5EF4-FFF2-40B4-BE49-F238E27FC236}">
                  <a16:creationId xmlns:a16="http://schemas.microsoft.com/office/drawing/2014/main" id="{104285DE-B21B-8F0C-D0B6-0D8BB7596008}"/>
                </a:ext>
              </a:extLst>
            </p:cNvPr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3583;p39">
              <a:extLst>
                <a:ext uri="{FF2B5EF4-FFF2-40B4-BE49-F238E27FC236}">
                  <a16:creationId xmlns:a16="http://schemas.microsoft.com/office/drawing/2014/main" id="{822B5663-4890-87FE-9F4F-C222269B61AC}"/>
                </a:ext>
              </a:extLst>
            </p:cNvPr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3584;p39">
              <a:extLst>
                <a:ext uri="{FF2B5EF4-FFF2-40B4-BE49-F238E27FC236}">
                  <a16:creationId xmlns:a16="http://schemas.microsoft.com/office/drawing/2014/main" id="{8A4EBE3B-0171-6FC1-1B48-0509AB4A5C44}"/>
                </a:ext>
              </a:extLst>
            </p:cNvPr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3585;p39">
              <a:extLst>
                <a:ext uri="{FF2B5EF4-FFF2-40B4-BE49-F238E27FC236}">
                  <a16:creationId xmlns:a16="http://schemas.microsoft.com/office/drawing/2014/main" id="{40DD489A-37B4-DD96-BE7C-EB815DD9F296}"/>
                </a:ext>
              </a:extLst>
            </p:cNvPr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3586;p39">
              <a:extLst>
                <a:ext uri="{FF2B5EF4-FFF2-40B4-BE49-F238E27FC236}">
                  <a16:creationId xmlns:a16="http://schemas.microsoft.com/office/drawing/2014/main" id="{7286D09F-26A8-0284-18A0-673FC84A43B0}"/>
                </a:ext>
              </a:extLst>
            </p:cNvPr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3587;p39">
              <a:extLst>
                <a:ext uri="{FF2B5EF4-FFF2-40B4-BE49-F238E27FC236}">
                  <a16:creationId xmlns:a16="http://schemas.microsoft.com/office/drawing/2014/main" id="{2A727054-163D-E9D3-C9A0-69095DFE7D0C}"/>
                </a:ext>
              </a:extLst>
            </p:cNvPr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3588;p39">
              <a:extLst>
                <a:ext uri="{FF2B5EF4-FFF2-40B4-BE49-F238E27FC236}">
                  <a16:creationId xmlns:a16="http://schemas.microsoft.com/office/drawing/2014/main" id="{C3881830-C0D9-BB8E-D0CE-323DA56DD65F}"/>
                </a:ext>
              </a:extLst>
            </p:cNvPr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extrusionOk="0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3589;p39">
              <a:extLst>
                <a:ext uri="{FF2B5EF4-FFF2-40B4-BE49-F238E27FC236}">
                  <a16:creationId xmlns:a16="http://schemas.microsoft.com/office/drawing/2014/main" id="{6B1003FC-AAD0-3B78-6D89-A7367C749355}"/>
                </a:ext>
              </a:extLst>
            </p:cNvPr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3590;p39">
              <a:extLst>
                <a:ext uri="{FF2B5EF4-FFF2-40B4-BE49-F238E27FC236}">
                  <a16:creationId xmlns:a16="http://schemas.microsoft.com/office/drawing/2014/main" id="{431306AE-1B0B-53B4-9E86-01767F3B69CC}"/>
                </a:ext>
              </a:extLst>
            </p:cNvPr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3591;p39">
              <a:extLst>
                <a:ext uri="{FF2B5EF4-FFF2-40B4-BE49-F238E27FC236}">
                  <a16:creationId xmlns:a16="http://schemas.microsoft.com/office/drawing/2014/main" id="{CEE926A1-23A4-290C-E496-DAC21F4B11FF}"/>
                </a:ext>
              </a:extLst>
            </p:cNvPr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3592;p39">
              <a:extLst>
                <a:ext uri="{FF2B5EF4-FFF2-40B4-BE49-F238E27FC236}">
                  <a16:creationId xmlns:a16="http://schemas.microsoft.com/office/drawing/2014/main" id="{294C6BDC-D967-C723-4C61-159599B80C17}"/>
                </a:ext>
              </a:extLst>
            </p:cNvPr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3593;p39">
              <a:extLst>
                <a:ext uri="{FF2B5EF4-FFF2-40B4-BE49-F238E27FC236}">
                  <a16:creationId xmlns:a16="http://schemas.microsoft.com/office/drawing/2014/main" id="{9803BBF6-71A3-59FC-9777-7B41011DF54E}"/>
                </a:ext>
              </a:extLst>
            </p:cNvPr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3594;p39">
              <a:extLst>
                <a:ext uri="{FF2B5EF4-FFF2-40B4-BE49-F238E27FC236}">
                  <a16:creationId xmlns:a16="http://schemas.microsoft.com/office/drawing/2014/main" id="{032EAF61-698F-A64E-F809-D6EBB437E042}"/>
                </a:ext>
              </a:extLst>
            </p:cNvPr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3595;p39">
              <a:extLst>
                <a:ext uri="{FF2B5EF4-FFF2-40B4-BE49-F238E27FC236}">
                  <a16:creationId xmlns:a16="http://schemas.microsoft.com/office/drawing/2014/main" id="{9A0468AD-1789-5034-6B81-3C1BE42333F0}"/>
                </a:ext>
              </a:extLst>
            </p:cNvPr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3596;p39">
              <a:extLst>
                <a:ext uri="{FF2B5EF4-FFF2-40B4-BE49-F238E27FC236}">
                  <a16:creationId xmlns:a16="http://schemas.microsoft.com/office/drawing/2014/main" id="{AA83E9A1-9E2E-8C39-7971-AFDF499A2AAC}"/>
                </a:ext>
              </a:extLst>
            </p:cNvPr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3597;p39">
              <a:extLst>
                <a:ext uri="{FF2B5EF4-FFF2-40B4-BE49-F238E27FC236}">
                  <a16:creationId xmlns:a16="http://schemas.microsoft.com/office/drawing/2014/main" id="{3A238EB8-5C26-7F7F-1E9B-1819AFAB38C1}"/>
                </a:ext>
              </a:extLst>
            </p:cNvPr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3598;p39">
              <a:extLst>
                <a:ext uri="{FF2B5EF4-FFF2-40B4-BE49-F238E27FC236}">
                  <a16:creationId xmlns:a16="http://schemas.microsoft.com/office/drawing/2014/main" id="{F9FD3862-9A36-7323-714A-9B6C5B9BEAB0}"/>
                </a:ext>
              </a:extLst>
            </p:cNvPr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3599;p39">
              <a:extLst>
                <a:ext uri="{FF2B5EF4-FFF2-40B4-BE49-F238E27FC236}">
                  <a16:creationId xmlns:a16="http://schemas.microsoft.com/office/drawing/2014/main" id="{5E316219-CCCD-B3F6-6619-70F3E914579C}"/>
                </a:ext>
              </a:extLst>
            </p:cNvPr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3600;p39">
              <a:extLst>
                <a:ext uri="{FF2B5EF4-FFF2-40B4-BE49-F238E27FC236}">
                  <a16:creationId xmlns:a16="http://schemas.microsoft.com/office/drawing/2014/main" id="{6660D872-1392-06C5-1C7B-A75064413066}"/>
                </a:ext>
              </a:extLst>
            </p:cNvPr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3601;p39">
              <a:extLst>
                <a:ext uri="{FF2B5EF4-FFF2-40B4-BE49-F238E27FC236}">
                  <a16:creationId xmlns:a16="http://schemas.microsoft.com/office/drawing/2014/main" id="{0E052FA6-453C-1653-2BE0-B9589EE9D1DC}"/>
                </a:ext>
              </a:extLst>
            </p:cNvPr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3602;p39">
              <a:extLst>
                <a:ext uri="{FF2B5EF4-FFF2-40B4-BE49-F238E27FC236}">
                  <a16:creationId xmlns:a16="http://schemas.microsoft.com/office/drawing/2014/main" id="{514CB3E2-0B4C-21D4-FF45-1090175921F5}"/>
                </a:ext>
              </a:extLst>
            </p:cNvPr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3603;p39">
              <a:extLst>
                <a:ext uri="{FF2B5EF4-FFF2-40B4-BE49-F238E27FC236}">
                  <a16:creationId xmlns:a16="http://schemas.microsoft.com/office/drawing/2014/main" id="{FB76F0AF-4DF0-4ABA-A48C-1367148EE8A6}"/>
                </a:ext>
              </a:extLst>
            </p:cNvPr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3604;p39">
              <a:extLst>
                <a:ext uri="{FF2B5EF4-FFF2-40B4-BE49-F238E27FC236}">
                  <a16:creationId xmlns:a16="http://schemas.microsoft.com/office/drawing/2014/main" id="{0DDA4470-A917-FEEB-B5F1-D384F3D2CACF}"/>
                </a:ext>
              </a:extLst>
            </p:cNvPr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extrusionOk="0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3605;p39">
              <a:extLst>
                <a:ext uri="{FF2B5EF4-FFF2-40B4-BE49-F238E27FC236}">
                  <a16:creationId xmlns:a16="http://schemas.microsoft.com/office/drawing/2014/main" id="{7380A8DD-D7FE-6179-C5FE-10BA15FF13F0}"/>
                </a:ext>
              </a:extLst>
            </p:cNvPr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3606;p39">
              <a:extLst>
                <a:ext uri="{FF2B5EF4-FFF2-40B4-BE49-F238E27FC236}">
                  <a16:creationId xmlns:a16="http://schemas.microsoft.com/office/drawing/2014/main" id="{5C78EE02-5F92-0C1C-B7A6-C5539D75AE97}"/>
                </a:ext>
              </a:extLst>
            </p:cNvPr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3607;p39">
              <a:extLst>
                <a:ext uri="{FF2B5EF4-FFF2-40B4-BE49-F238E27FC236}">
                  <a16:creationId xmlns:a16="http://schemas.microsoft.com/office/drawing/2014/main" id="{62A3E32A-41A2-B542-5529-D36BFC2229F1}"/>
                </a:ext>
              </a:extLst>
            </p:cNvPr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3608;p39">
              <a:extLst>
                <a:ext uri="{FF2B5EF4-FFF2-40B4-BE49-F238E27FC236}">
                  <a16:creationId xmlns:a16="http://schemas.microsoft.com/office/drawing/2014/main" id="{C63C67A6-B3C8-984F-8A0E-8A74CAB2C8C0}"/>
                </a:ext>
              </a:extLst>
            </p:cNvPr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3609;p39">
              <a:extLst>
                <a:ext uri="{FF2B5EF4-FFF2-40B4-BE49-F238E27FC236}">
                  <a16:creationId xmlns:a16="http://schemas.microsoft.com/office/drawing/2014/main" id="{EC82BB77-247B-FAFE-68A1-7BE63B29009B}"/>
                </a:ext>
              </a:extLst>
            </p:cNvPr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3610;p39">
              <a:extLst>
                <a:ext uri="{FF2B5EF4-FFF2-40B4-BE49-F238E27FC236}">
                  <a16:creationId xmlns:a16="http://schemas.microsoft.com/office/drawing/2014/main" id="{6F6C341C-7AE8-780C-E839-ACF378360DD0}"/>
                </a:ext>
              </a:extLst>
            </p:cNvPr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3611;p39">
              <a:extLst>
                <a:ext uri="{FF2B5EF4-FFF2-40B4-BE49-F238E27FC236}">
                  <a16:creationId xmlns:a16="http://schemas.microsoft.com/office/drawing/2014/main" id="{85FF8B77-C3BC-044B-7376-F2555D49CC71}"/>
                </a:ext>
              </a:extLst>
            </p:cNvPr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3612;p39">
              <a:extLst>
                <a:ext uri="{FF2B5EF4-FFF2-40B4-BE49-F238E27FC236}">
                  <a16:creationId xmlns:a16="http://schemas.microsoft.com/office/drawing/2014/main" id="{DA045B20-F38E-05F7-5D86-5830AA269E27}"/>
                </a:ext>
              </a:extLst>
            </p:cNvPr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3613;p39">
              <a:extLst>
                <a:ext uri="{FF2B5EF4-FFF2-40B4-BE49-F238E27FC236}">
                  <a16:creationId xmlns:a16="http://schemas.microsoft.com/office/drawing/2014/main" id="{589611B9-2814-D907-4072-BCD108F171CE}"/>
                </a:ext>
              </a:extLst>
            </p:cNvPr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3614;p39">
              <a:extLst>
                <a:ext uri="{FF2B5EF4-FFF2-40B4-BE49-F238E27FC236}">
                  <a16:creationId xmlns:a16="http://schemas.microsoft.com/office/drawing/2014/main" id="{61EDEBA0-B249-0B3C-594F-E10A485C0192}"/>
                </a:ext>
              </a:extLst>
            </p:cNvPr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3615;p39">
              <a:extLst>
                <a:ext uri="{FF2B5EF4-FFF2-40B4-BE49-F238E27FC236}">
                  <a16:creationId xmlns:a16="http://schemas.microsoft.com/office/drawing/2014/main" id="{CE9437E8-CA64-6AD2-EED2-D0AE74FF57D8}"/>
                </a:ext>
              </a:extLst>
            </p:cNvPr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3616;p39">
              <a:extLst>
                <a:ext uri="{FF2B5EF4-FFF2-40B4-BE49-F238E27FC236}">
                  <a16:creationId xmlns:a16="http://schemas.microsoft.com/office/drawing/2014/main" id="{6472969C-6187-5E65-557F-33BF35E2717D}"/>
                </a:ext>
              </a:extLst>
            </p:cNvPr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3617;p39">
              <a:extLst>
                <a:ext uri="{FF2B5EF4-FFF2-40B4-BE49-F238E27FC236}">
                  <a16:creationId xmlns:a16="http://schemas.microsoft.com/office/drawing/2014/main" id="{A333DD80-3F05-D963-D6C8-633B33F18DF6}"/>
                </a:ext>
              </a:extLst>
            </p:cNvPr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3618;p39">
              <a:extLst>
                <a:ext uri="{FF2B5EF4-FFF2-40B4-BE49-F238E27FC236}">
                  <a16:creationId xmlns:a16="http://schemas.microsoft.com/office/drawing/2014/main" id="{A6D1428C-C91D-3E1C-C4C5-BCEE840EF019}"/>
                </a:ext>
              </a:extLst>
            </p:cNvPr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3619;p39">
              <a:extLst>
                <a:ext uri="{FF2B5EF4-FFF2-40B4-BE49-F238E27FC236}">
                  <a16:creationId xmlns:a16="http://schemas.microsoft.com/office/drawing/2014/main" id="{73F1CAC6-C3FD-B5BA-93C7-344E1F5D0E04}"/>
                </a:ext>
              </a:extLst>
            </p:cNvPr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3620;p39">
              <a:extLst>
                <a:ext uri="{FF2B5EF4-FFF2-40B4-BE49-F238E27FC236}">
                  <a16:creationId xmlns:a16="http://schemas.microsoft.com/office/drawing/2014/main" id="{F5F91AA7-7B78-CDD5-87FF-23AF07D1B96A}"/>
                </a:ext>
              </a:extLst>
            </p:cNvPr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3621;p39">
              <a:extLst>
                <a:ext uri="{FF2B5EF4-FFF2-40B4-BE49-F238E27FC236}">
                  <a16:creationId xmlns:a16="http://schemas.microsoft.com/office/drawing/2014/main" id="{B7205E98-9E8B-ED5C-25C9-9A881BB14394}"/>
                </a:ext>
              </a:extLst>
            </p:cNvPr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3622;p39">
              <a:extLst>
                <a:ext uri="{FF2B5EF4-FFF2-40B4-BE49-F238E27FC236}">
                  <a16:creationId xmlns:a16="http://schemas.microsoft.com/office/drawing/2014/main" id="{FF809A07-92C9-C5EC-B0A4-8B3382626F3F}"/>
                </a:ext>
              </a:extLst>
            </p:cNvPr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3623;p39">
              <a:extLst>
                <a:ext uri="{FF2B5EF4-FFF2-40B4-BE49-F238E27FC236}">
                  <a16:creationId xmlns:a16="http://schemas.microsoft.com/office/drawing/2014/main" id="{DD7B1B29-711D-A2A8-F9ED-55C52B207028}"/>
                </a:ext>
              </a:extLst>
            </p:cNvPr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3624;p39">
              <a:extLst>
                <a:ext uri="{FF2B5EF4-FFF2-40B4-BE49-F238E27FC236}">
                  <a16:creationId xmlns:a16="http://schemas.microsoft.com/office/drawing/2014/main" id="{1895ABE0-D2A5-4DCE-3DD6-0802E4580817}"/>
                </a:ext>
              </a:extLst>
            </p:cNvPr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3625;p39">
              <a:extLst>
                <a:ext uri="{FF2B5EF4-FFF2-40B4-BE49-F238E27FC236}">
                  <a16:creationId xmlns:a16="http://schemas.microsoft.com/office/drawing/2014/main" id="{517B6ED2-98CC-3ACC-8390-9ED6CAC98FA6}"/>
                </a:ext>
              </a:extLst>
            </p:cNvPr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3626;p39">
              <a:extLst>
                <a:ext uri="{FF2B5EF4-FFF2-40B4-BE49-F238E27FC236}">
                  <a16:creationId xmlns:a16="http://schemas.microsoft.com/office/drawing/2014/main" id="{E40395CF-AD7C-19C5-CC2A-307393416573}"/>
                </a:ext>
              </a:extLst>
            </p:cNvPr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3627;p39">
              <a:extLst>
                <a:ext uri="{FF2B5EF4-FFF2-40B4-BE49-F238E27FC236}">
                  <a16:creationId xmlns:a16="http://schemas.microsoft.com/office/drawing/2014/main" id="{A6E74AF8-2D07-1BA9-EAC1-02D2D5D92D08}"/>
                </a:ext>
              </a:extLst>
            </p:cNvPr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3628;p39">
              <a:extLst>
                <a:ext uri="{FF2B5EF4-FFF2-40B4-BE49-F238E27FC236}">
                  <a16:creationId xmlns:a16="http://schemas.microsoft.com/office/drawing/2014/main" id="{E9628191-733F-9855-80B4-CA2444A183FB}"/>
                </a:ext>
              </a:extLst>
            </p:cNvPr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3629;p39">
              <a:extLst>
                <a:ext uri="{FF2B5EF4-FFF2-40B4-BE49-F238E27FC236}">
                  <a16:creationId xmlns:a16="http://schemas.microsoft.com/office/drawing/2014/main" id="{94A79632-668F-891C-4F95-FF1EF51B21E8}"/>
                </a:ext>
              </a:extLst>
            </p:cNvPr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3630;p39">
              <a:extLst>
                <a:ext uri="{FF2B5EF4-FFF2-40B4-BE49-F238E27FC236}">
                  <a16:creationId xmlns:a16="http://schemas.microsoft.com/office/drawing/2014/main" id="{3A2B38A8-50A1-CBD5-D79C-28B97C1643F6}"/>
                </a:ext>
              </a:extLst>
            </p:cNvPr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3631;p39">
              <a:extLst>
                <a:ext uri="{FF2B5EF4-FFF2-40B4-BE49-F238E27FC236}">
                  <a16:creationId xmlns:a16="http://schemas.microsoft.com/office/drawing/2014/main" id="{72E93482-070A-4ABE-FC8C-A121B5615168}"/>
                </a:ext>
              </a:extLst>
            </p:cNvPr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3632;p39">
              <a:extLst>
                <a:ext uri="{FF2B5EF4-FFF2-40B4-BE49-F238E27FC236}">
                  <a16:creationId xmlns:a16="http://schemas.microsoft.com/office/drawing/2014/main" id="{1B627C66-DA33-4100-387F-F93D4A630CF1}"/>
                </a:ext>
              </a:extLst>
            </p:cNvPr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3633;p39">
              <a:extLst>
                <a:ext uri="{FF2B5EF4-FFF2-40B4-BE49-F238E27FC236}">
                  <a16:creationId xmlns:a16="http://schemas.microsoft.com/office/drawing/2014/main" id="{46A9698D-0335-CFFD-2CF2-C0CA48C5B3A0}"/>
                </a:ext>
              </a:extLst>
            </p:cNvPr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3634;p39">
              <a:extLst>
                <a:ext uri="{FF2B5EF4-FFF2-40B4-BE49-F238E27FC236}">
                  <a16:creationId xmlns:a16="http://schemas.microsoft.com/office/drawing/2014/main" id="{5D2F4F9C-30EC-5BE3-1D17-1BE3C769D7BC}"/>
                </a:ext>
              </a:extLst>
            </p:cNvPr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3635;p39">
              <a:extLst>
                <a:ext uri="{FF2B5EF4-FFF2-40B4-BE49-F238E27FC236}">
                  <a16:creationId xmlns:a16="http://schemas.microsoft.com/office/drawing/2014/main" id="{C00BC5AF-D3DC-531C-446F-8D8E17A3BC1D}"/>
                </a:ext>
              </a:extLst>
            </p:cNvPr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3636;p39">
              <a:extLst>
                <a:ext uri="{FF2B5EF4-FFF2-40B4-BE49-F238E27FC236}">
                  <a16:creationId xmlns:a16="http://schemas.microsoft.com/office/drawing/2014/main" id="{CDCBF299-F5B5-76A1-22CB-0A0B3A98945D}"/>
                </a:ext>
              </a:extLst>
            </p:cNvPr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3637;p39">
              <a:extLst>
                <a:ext uri="{FF2B5EF4-FFF2-40B4-BE49-F238E27FC236}">
                  <a16:creationId xmlns:a16="http://schemas.microsoft.com/office/drawing/2014/main" id="{F72CFB6A-9469-D459-0A1B-5077236B0213}"/>
                </a:ext>
              </a:extLst>
            </p:cNvPr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3638;p39">
              <a:extLst>
                <a:ext uri="{FF2B5EF4-FFF2-40B4-BE49-F238E27FC236}">
                  <a16:creationId xmlns:a16="http://schemas.microsoft.com/office/drawing/2014/main" id="{18DF4911-CEF3-FD32-2CC0-DCB40237014F}"/>
                </a:ext>
              </a:extLst>
            </p:cNvPr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3639;p39">
              <a:extLst>
                <a:ext uri="{FF2B5EF4-FFF2-40B4-BE49-F238E27FC236}">
                  <a16:creationId xmlns:a16="http://schemas.microsoft.com/office/drawing/2014/main" id="{72010F23-7DD3-8688-21A9-5F70D7959B7E}"/>
                </a:ext>
              </a:extLst>
            </p:cNvPr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3640;p39">
              <a:extLst>
                <a:ext uri="{FF2B5EF4-FFF2-40B4-BE49-F238E27FC236}">
                  <a16:creationId xmlns:a16="http://schemas.microsoft.com/office/drawing/2014/main" id="{B957DF39-DF97-A24D-D24B-312B7BC74D6B}"/>
                </a:ext>
              </a:extLst>
            </p:cNvPr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3641;p39">
              <a:extLst>
                <a:ext uri="{FF2B5EF4-FFF2-40B4-BE49-F238E27FC236}">
                  <a16:creationId xmlns:a16="http://schemas.microsoft.com/office/drawing/2014/main" id="{AA1C0E20-324E-7E15-7A33-8086A1CC4513}"/>
                </a:ext>
              </a:extLst>
            </p:cNvPr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3642;p39">
              <a:extLst>
                <a:ext uri="{FF2B5EF4-FFF2-40B4-BE49-F238E27FC236}">
                  <a16:creationId xmlns:a16="http://schemas.microsoft.com/office/drawing/2014/main" id="{8A5B14E6-951C-8311-FE41-412EADB93C3A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3643;p39">
              <a:extLst>
                <a:ext uri="{FF2B5EF4-FFF2-40B4-BE49-F238E27FC236}">
                  <a16:creationId xmlns:a16="http://schemas.microsoft.com/office/drawing/2014/main" id="{B98F4FEE-CF5A-4319-AB59-964D274F4A1F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3644;p39">
              <a:extLst>
                <a:ext uri="{FF2B5EF4-FFF2-40B4-BE49-F238E27FC236}">
                  <a16:creationId xmlns:a16="http://schemas.microsoft.com/office/drawing/2014/main" id="{234B1D18-BAAE-352D-C74E-7000EE23649C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3645;p39">
              <a:extLst>
                <a:ext uri="{FF2B5EF4-FFF2-40B4-BE49-F238E27FC236}">
                  <a16:creationId xmlns:a16="http://schemas.microsoft.com/office/drawing/2014/main" id="{2815813F-8CE6-D2AC-AC30-9AA9EDD3B720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3646;p39">
              <a:extLst>
                <a:ext uri="{FF2B5EF4-FFF2-40B4-BE49-F238E27FC236}">
                  <a16:creationId xmlns:a16="http://schemas.microsoft.com/office/drawing/2014/main" id="{1C1459F6-7AF4-A391-61E2-819A0DB37579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3647;p39">
              <a:extLst>
                <a:ext uri="{FF2B5EF4-FFF2-40B4-BE49-F238E27FC236}">
                  <a16:creationId xmlns:a16="http://schemas.microsoft.com/office/drawing/2014/main" id="{6E334DF1-91E0-E9BA-56A2-2B32F489B934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3648;p39">
              <a:extLst>
                <a:ext uri="{FF2B5EF4-FFF2-40B4-BE49-F238E27FC236}">
                  <a16:creationId xmlns:a16="http://schemas.microsoft.com/office/drawing/2014/main" id="{82F70A69-5741-140D-3EF8-5E3464CD0975}"/>
                </a:ext>
              </a:extLst>
            </p:cNvPr>
            <p:cNvSpPr/>
            <p:nvPr/>
          </p:nvSpPr>
          <p:spPr>
            <a:xfrm>
              <a:off x="6103425" y="-1128050"/>
              <a:ext cx="51075" cy="93000"/>
            </a:xfrm>
            <a:custGeom>
              <a:avLst/>
              <a:gdLst/>
              <a:ahLst/>
              <a:cxnLst/>
              <a:rect l="l" t="t" r="r" b="b"/>
              <a:pathLst>
                <a:path w="2043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3649;p39">
              <a:extLst>
                <a:ext uri="{FF2B5EF4-FFF2-40B4-BE49-F238E27FC236}">
                  <a16:creationId xmlns:a16="http://schemas.microsoft.com/office/drawing/2014/main" id="{3725E548-FC21-E2D7-C923-0BD3E0FAB26E}"/>
                </a:ext>
              </a:extLst>
            </p:cNvPr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3650;p39">
              <a:extLst>
                <a:ext uri="{FF2B5EF4-FFF2-40B4-BE49-F238E27FC236}">
                  <a16:creationId xmlns:a16="http://schemas.microsoft.com/office/drawing/2014/main" id="{91B5B2EF-C7A4-121C-13BE-044F859146AB}"/>
                </a:ext>
              </a:extLst>
            </p:cNvPr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3651;p39">
              <a:extLst>
                <a:ext uri="{FF2B5EF4-FFF2-40B4-BE49-F238E27FC236}">
                  <a16:creationId xmlns:a16="http://schemas.microsoft.com/office/drawing/2014/main" id="{75BFB215-AE43-284E-50BE-1C0C2CE6466D}"/>
                </a:ext>
              </a:extLst>
            </p:cNvPr>
            <p:cNvSpPr/>
            <p:nvPr/>
          </p:nvSpPr>
          <p:spPr>
            <a:xfrm>
              <a:off x="7394850" y="-1138800"/>
              <a:ext cx="1057650" cy="643850"/>
            </a:xfrm>
            <a:custGeom>
              <a:avLst/>
              <a:gdLst/>
              <a:ahLst/>
              <a:cxnLst/>
              <a:rect l="l" t="t" r="r" b="b"/>
              <a:pathLst>
                <a:path w="42306" h="25754" fill="none" extrusionOk="0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3652;p39">
              <a:extLst>
                <a:ext uri="{FF2B5EF4-FFF2-40B4-BE49-F238E27FC236}">
                  <a16:creationId xmlns:a16="http://schemas.microsoft.com/office/drawing/2014/main" id="{32347B6D-823B-E0BD-0B02-322FEF71118D}"/>
                </a:ext>
              </a:extLst>
            </p:cNvPr>
            <p:cNvSpPr/>
            <p:nvPr/>
          </p:nvSpPr>
          <p:spPr>
            <a:xfrm>
              <a:off x="5455300" y="-1260800"/>
              <a:ext cx="550" cy="3800"/>
            </a:xfrm>
            <a:custGeom>
              <a:avLst/>
              <a:gdLst/>
              <a:ahLst/>
              <a:cxnLst/>
              <a:rect l="l" t="t" r="r" b="b"/>
              <a:pathLst>
                <a:path w="22" h="152" extrusionOk="0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3653;p39">
              <a:extLst>
                <a:ext uri="{FF2B5EF4-FFF2-40B4-BE49-F238E27FC236}">
                  <a16:creationId xmlns:a16="http://schemas.microsoft.com/office/drawing/2014/main" id="{A0E4534A-A555-686A-A19D-6FF9BEA48175}"/>
                </a:ext>
              </a:extLst>
            </p:cNvPr>
            <p:cNvSpPr/>
            <p:nvPr/>
          </p:nvSpPr>
          <p:spPr>
            <a:xfrm>
              <a:off x="5455300" y="-125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3654;p39">
              <a:extLst>
                <a:ext uri="{FF2B5EF4-FFF2-40B4-BE49-F238E27FC236}">
                  <a16:creationId xmlns:a16="http://schemas.microsoft.com/office/drawing/2014/main" id="{89A82658-D2B3-85C0-F63A-350B6F5DEC6C}"/>
                </a:ext>
              </a:extLst>
            </p:cNvPr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3655;p39">
              <a:extLst>
                <a:ext uri="{FF2B5EF4-FFF2-40B4-BE49-F238E27FC236}">
                  <a16:creationId xmlns:a16="http://schemas.microsoft.com/office/drawing/2014/main" id="{A196FA36-6B4A-9A79-11E1-D3B05FC42EEF}"/>
                </a:ext>
              </a:extLst>
            </p:cNvPr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3656;p39">
              <a:extLst>
                <a:ext uri="{FF2B5EF4-FFF2-40B4-BE49-F238E27FC236}">
                  <a16:creationId xmlns:a16="http://schemas.microsoft.com/office/drawing/2014/main" id="{F85CE894-E725-FB6F-1AA0-C669EB10F4EC}"/>
                </a:ext>
              </a:extLst>
            </p:cNvPr>
            <p:cNvSpPr/>
            <p:nvPr/>
          </p:nvSpPr>
          <p:spPr>
            <a:xfrm>
              <a:off x="5455300" y="-1258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3657;p39">
              <a:extLst>
                <a:ext uri="{FF2B5EF4-FFF2-40B4-BE49-F238E27FC236}">
                  <a16:creationId xmlns:a16="http://schemas.microsoft.com/office/drawing/2014/main" id="{D72FDA57-1AC2-AFFA-4005-2127B259E9EF}"/>
                </a:ext>
              </a:extLst>
            </p:cNvPr>
            <p:cNvSpPr/>
            <p:nvPr/>
          </p:nvSpPr>
          <p:spPr>
            <a:xfrm>
              <a:off x="5455300" y="-1258650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3658;p39">
              <a:extLst>
                <a:ext uri="{FF2B5EF4-FFF2-40B4-BE49-F238E27FC236}">
                  <a16:creationId xmlns:a16="http://schemas.microsoft.com/office/drawing/2014/main" id="{0F61102E-C1B0-2513-D290-44833D9E0426}"/>
                </a:ext>
              </a:extLst>
            </p:cNvPr>
            <p:cNvSpPr/>
            <p:nvPr/>
          </p:nvSpPr>
          <p:spPr>
            <a:xfrm>
              <a:off x="5455300" y="-1258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3659;p39">
              <a:extLst>
                <a:ext uri="{FF2B5EF4-FFF2-40B4-BE49-F238E27FC236}">
                  <a16:creationId xmlns:a16="http://schemas.microsoft.com/office/drawing/2014/main" id="{C47CF9AC-1A6C-00DD-D048-3A68D9F64F7E}"/>
                </a:ext>
              </a:extLst>
            </p:cNvPr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3660;p39">
              <a:extLst>
                <a:ext uri="{FF2B5EF4-FFF2-40B4-BE49-F238E27FC236}">
                  <a16:creationId xmlns:a16="http://schemas.microsoft.com/office/drawing/2014/main" id="{50A2673F-8BE1-100A-7B17-8A2A95351CFB}"/>
                </a:ext>
              </a:extLst>
            </p:cNvPr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3661;p39">
              <a:extLst>
                <a:ext uri="{FF2B5EF4-FFF2-40B4-BE49-F238E27FC236}">
                  <a16:creationId xmlns:a16="http://schemas.microsoft.com/office/drawing/2014/main" id="{E54C4C25-83DF-DB3B-944E-3ACB76A874EB}"/>
                </a:ext>
              </a:extLst>
            </p:cNvPr>
            <p:cNvSpPr/>
            <p:nvPr/>
          </p:nvSpPr>
          <p:spPr>
            <a:xfrm>
              <a:off x="5455300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3662;p39">
              <a:extLst>
                <a:ext uri="{FF2B5EF4-FFF2-40B4-BE49-F238E27FC236}">
                  <a16:creationId xmlns:a16="http://schemas.microsoft.com/office/drawing/2014/main" id="{005762B9-60AC-8D3F-4199-DF82A72B3D9E}"/>
                </a:ext>
              </a:extLst>
            </p:cNvPr>
            <p:cNvSpPr/>
            <p:nvPr/>
          </p:nvSpPr>
          <p:spPr>
            <a:xfrm>
              <a:off x="5455825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3663;p39">
              <a:extLst>
                <a:ext uri="{FF2B5EF4-FFF2-40B4-BE49-F238E27FC236}">
                  <a16:creationId xmlns:a16="http://schemas.microsoft.com/office/drawing/2014/main" id="{4FF1BF4B-0751-310E-12CD-57B3FAD50010}"/>
                </a:ext>
              </a:extLst>
            </p:cNvPr>
            <p:cNvSpPr/>
            <p:nvPr/>
          </p:nvSpPr>
          <p:spPr>
            <a:xfrm>
              <a:off x="5455825" y="-1260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3664;p39">
              <a:extLst>
                <a:ext uri="{FF2B5EF4-FFF2-40B4-BE49-F238E27FC236}">
                  <a16:creationId xmlns:a16="http://schemas.microsoft.com/office/drawing/2014/main" id="{61D1D34A-9CBA-6217-A8E7-BA6F9897BB42}"/>
                </a:ext>
              </a:extLst>
            </p:cNvPr>
            <p:cNvSpPr/>
            <p:nvPr/>
          </p:nvSpPr>
          <p:spPr>
            <a:xfrm>
              <a:off x="5455825" y="-1260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3665;p39">
              <a:extLst>
                <a:ext uri="{FF2B5EF4-FFF2-40B4-BE49-F238E27FC236}">
                  <a16:creationId xmlns:a16="http://schemas.microsoft.com/office/drawing/2014/main" id="{65FC13E7-9D48-874A-5773-DF4C8C75475A}"/>
                </a:ext>
              </a:extLst>
            </p:cNvPr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extrusionOk="0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3666;p39">
              <a:extLst>
                <a:ext uri="{FF2B5EF4-FFF2-40B4-BE49-F238E27FC236}">
                  <a16:creationId xmlns:a16="http://schemas.microsoft.com/office/drawing/2014/main" id="{4759F399-5F66-93B5-4FC4-7AE96ADDB88C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3667;p39">
              <a:extLst>
                <a:ext uri="{FF2B5EF4-FFF2-40B4-BE49-F238E27FC236}">
                  <a16:creationId xmlns:a16="http://schemas.microsoft.com/office/drawing/2014/main" id="{D519E94E-5CBC-8E90-0BD5-FC484DF92963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3668;p39">
              <a:extLst>
                <a:ext uri="{FF2B5EF4-FFF2-40B4-BE49-F238E27FC236}">
                  <a16:creationId xmlns:a16="http://schemas.microsoft.com/office/drawing/2014/main" id="{58487664-DB73-21D7-C21D-49C60CD5385E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3669;p39">
              <a:extLst>
                <a:ext uri="{FF2B5EF4-FFF2-40B4-BE49-F238E27FC236}">
                  <a16:creationId xmlns:a16="http://schemas.microsoft.com/office/drawing/2014/main" id="{E0C783C5-A8A6-AEA2-F5B2-7CD43F29E658}"/>
                </a:ext>
              </a:extLst>
            </p:cNvPr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fill="none" extrusionOk="0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3670;p39">
              <a:extLst>
                <a:ext uri="{FF2B5EF4-FFF2-40B4-BE49-F238E27FC236}">
                  <a16:creationId xmlns:a16="http://schemas.microsoft.com/office/drawing/2014/main" id="{09395D8B-6EDD-5A39-2B95-788ECE033972}"/>
                </a:ext>
              </a:extLst>
            </p:cNvPr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extrusionOk="0">
                  <a:moveTo>
                    <a:pt x="130" y="1"/>
                  </a:move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3671;p39">
              <a:extLst>
                <a:ext uri="{FF2B5EF4-FFF2-40B4-BE49-F238E27FC236}">
                  <a16:creationId xmlns:a16="http://schemas.microsoft.com/office/drawing/2014/main" id="{9F63594A-122E-A1B7-8572-C86D1A5A898C}"/>
                </a:ext>
              </a:extLst>
            </p:cNvPr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fill="none" extrusionOk="0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3672;p39">
              <a:extLst>
                <a:ext uri="{FF2B5EF4-FFF2-40B4-BE49-F238E27FC236}">
                  <a16:creationId xmlns:a16="http://schemas.microsoft.com/office/drawing/2014/main" id="{BDDC4CC9-3CFD-2A0E-07F1-B35C752718DE}"/>
                </a:ext>
              </a:extLst>
            </p:cNvPr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extrusionOk="0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3673;p39">
              <a:extLst>
                <a:ext uri="{FF2B5EF4-FFF2-40B4-BE49-F238E27FC236}">
                  <a16:creationId xmlns:a16="http://schemas.microsoft.com/office/drawing/2014/main" id="{BDF759E5-DA3D-9A74-7736-74B8E96AC955}"/>
                </a:ext>
              </a:extLst>
            </p:cNvPr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3674;p39">
              <a:extLst>
                <a:ext uri="{FF2B5EF4-FFF2-40B4-BE49-F238E27FC236}">
                  <a16:creationId xmlns:a16="http://schemas.microsoft.com/office/drawing/2014/main" id="{52E18152-CA48-9EFE-8E46-11C538C14DFE}"/>
                </a:ext>
              </a:extLst>
            </p:cNvPr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extrusionOk="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3675;p39">
              <a:extLst>
                <a:ext uri="{FF2B5EF4-FFF2-40B4-BE49-F238E27FC236}">
                  <a16:creationId xmlns:a16="http://schemas.microsoft.com/office/drawing/2014/main" id="{30D38743-D072-4B09-3B0E-0F8CDBDB2DF9}"/>
                </a:ext>
              </a:extLst>
            </p:cNvPr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3676;p39">
              <a:extLst>
                <a:ext uri="{FF2B5EF4-FFF2-40B4-BE49-F238E27FC236}">
                  <a16:creationId xmlns:a16="http://schemas.microsoft.com/office/drawing/2014/main" id="{BDA9550E-F555-01BD-7577-F3D67949AA0D}"/>
                </a:ext>
              </a:extLst>
            </p:cNvPr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extrusionOk="0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3677;p39">
              <a:extLst>
                <a:ext uri="{FF2B5EF4-FFF2-40B4-BE49-F238E27FC236}">
                  <a16:creationId xmlns:a16="http://schemas.microsoft.com/office/drawing/2014/main" id="{51665551-2A1B-16AB-A438-C766BA3EE503}"/>
                </a:ext>
              </a:extLst>
            </p:cNvPr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3678;p39">
              <a:extLst>
                <a:ext uri="{FF2B5EF4-FFF2-40B4-BE49-F238E27FC236}">
                  <a16:creationId xmlns:a16="http://schemas.microsoft.com/office/drawing/2014/main" id="{BE892E59-DC30-9C84-DDDC-39C8697E8629}"/>
                </a:ext>
              </a:extLst>
            </p:cNvPr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extrusionOk="0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3679;p39">
              <a:extLst>
                <a:ext uri="{FF2B5EF4-FFF2-40B4-BE49-F238E27FC236}">
                  <a16:creationId xmlns:a16="http://schemas.microsoft.com/office/drawing/2014/main" id="{0C33F638-567E-AA02-58AC-6B1F0DD85AD7}"/>
                </a:ext>
              </a:extLst>
            </p:cNvPr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3680;p39">
              <a:extLst>
                <a:ext uri="{FF2B5EF4-FFF2-40B4-BE49-F238E27FC236}">
                  <a16:creationId xmlns:a16="http://schemas.microsoft.com/office/drawing/2014/main" id="{ED7BCFF2-5E86-9DF4-256A-F47B0F21A774}"/>
                </a:ext>
              </a:extLst>
            </p:cNvPr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extrusionOk="0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3681;p39">
              <a:extLst>
                <a:ext uri="{FF2B5EF4-FFF2-40B4-BE49-F238E27FC236}">
                  <a16:creationId xmlns:a16="http://schemas.microsoft.com/office/drawing/2014/main" id="{D236FCB5-3CA3-2498-DF22-51499E8E39F6}"/>
                </a:ext>
              </a:extLst>
            </p:cNvPr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fill="none" extrusionOk="0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3682;p39">
              <a:extLst>
                <a:ext uri="{FF2B5EF4-FFF2-40B4-BE49-F238E27FC236}">
                  <a16:creationId xmlns:a16="http://schemas.microsoft.com/office/drawing/2014/main" id="{3FD311FD-FFF8-8EB2-21CE-D5B7B4BDB880}"/>
                </a:ext>
              </a:extLst>
            </p:cNvPr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extrusionOk="0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3683;p39">
              <a:extLst>
                <a:ext uri="{FF2B5EF4-FFF2-40B4-BE49-F238E27FC236}">
                  <a16:creationId xmlns:a16="http://schemas.microsoft.com/office/drawing/2014/main" id="{F7AB64D8-1155-43FD-EACF-E2F35CC721B2}"/>
                </a:ext>
              </a:extLst>
            </p:cNvPr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fill="none" extrusionOk="0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3684;p39">
              <a:extLst>
                <a:ext uri="{FF2B5EF4-FFF2-40B4-BE49-F238E27FC236}">
                  <a16:creationId xmlns:a16="http://schemas.microsoft.com/office/drawing/2014/main" id="{1644E616-8C16-F59D-CDF1-B5365F6336B2}"/>
                </a:ext>
              </a:extLst>
            </p:cNvPr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extrusionOk="0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3685;p39">
              <a:extLst>
                <a:ext uri="{FF2B5EF4-FFF2-40B4-BE49-F238E27FC236}">
                  <a16:creationId xmlns:a16="http://schemas.microsoft.com/office/drawing/2014/main" id="{174B9D0C-A798-3A54-0413-2989CCA11521}"/>
                </a:ext>
              </a:extLst>
            </p:cNvPr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fill="none" extrusionOk="0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3686;p39">
              <a:extLst>
                <a:ext uri="{FF2B5EF4-FFF2-40B4-BE49-F238E27FC236}">
                  <a16:creationId xmlns:a16="http://schemas.microsoft.com/office/drawing/2014/main" id="{25965F55-9892-2783-D956-3C1E3860FC01}"/>
                </a:ext>
              </a:extLst>
            </p:cNvPr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extrusionOk="0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3687;p39">
              <a:extLst>
                <a:ext uri="{FF2B5EF4-FFF2-40B4-BE49-F238E27FC236}">
                  <a16:creationId xmlns:a16="http://schemas.microsoft.com/office/drawing/2014/main" id="{15A82EEE-EAF8-593C-E555-37E9940F2A21}"/>
                </a:ext>
              </a:extLst>
            </p:cNvPr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fill="none" extrusionOk="0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3688;p39">
              <a:extLst>
                <a:ext uri="{FF2B5EF4-FFF2-40B4-BE49-F238E27FC236}">
                  <a16:creationId xmlns:a16="http://schemas.microsoft.com/office/drawing/2014/main" id="{97E7819F-D097-BBE8-B8E1-EA98A9019C57}"/>
                </a:ext>
              </a:extLst>
            </p:cNvPr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extrusionOk="0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3689;p39">
              <a:extLst>
                <a:ext uri="{FF2B5EF4-FFF2-40B4-BE49-F238E27FC236}">
                  <a16:creationId xmlns:a16="http://schemas.microsoft.com/office/drawing/2014/main" id="{9734C9E7-1D9B-C0A9-453B-A6299AC8BAC1}"/>
                </a:ext>
              </a:extLst>
            </p:cNvPr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fill="none" extrusionOk="0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3690;p39">
              <a:extLst>
                <a:ext uri="{FF2B5EF4-FFF2-40B4-BE49-F238E27FC236}">
                  <a16:creationId xmlns:a16="http://schemas.microsoft.com/office/drawing/2014/main" id="{53C6D3FA-BCEF-2BF5-9CA4-E494A184092A}"/>
                </a:ext>
              </a:extLst>
            </p:cNvPr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extrusionOk="0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3691;p39">
              <a:extLst>
                <a:ext uri="{FF2B5EF4-FFF2-40B4-BE49-F238E27FC236}">
                  <a16:creationId xmlns:a16="http://schemas.microsoft.com/office/drawing/2014/main" id="{0BC45733-C196-0E28-CE7D-94F30AD513FA}"/>
                </a:ext>
              </a:extLst>
            </p:cNvPr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fill="none" extrusionOk="0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3692;p39">
              <a:extLst>
                <a:ext uri="{FF2B5EF4-FFF2-40B4-BE49-F238E27FC236}">
                  <a16:creationId xmlns:a16="http://schemas.microsoft.com/office/drawing/2014/main" id="{526928E9-79FF-8673-46BD-A6466C1364FD}"/>
                </a:ext>
              </a:extLst>
            </p:cNvPr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extrusionOk="0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3693;p39">
              <a:extLst>
                <a:ext uri="{FF2B5EF4-FFF2-40B4-BE49-F238E27FC236}">
                  <a16:creationId xmlns:a16="http://schemas.microsoft.com/office/drawing/2014/main" id="{296F8843-F0B7-C656-B6A3-B046A3397ED5}"/>
                </a:ext>
              </a:extLst>
            </p:cNvPr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fill="none" extrusionOk="0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3694;p39">
              <a:extLst>
                <a:ext uri="{FF2B5EF4-FFF2-40B4-BE49-F238E27FC236}">
                  <a16:creationId xmlns:a16="http://schemas.microsoft.com/office/drawing/2014/main" id="{D85D0269-13A8-9C04-4547-09FA1A6F3299}"/>
                </a:ext>
              </a:extLst>
            </p:cNvPr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extrusionOk="0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3695;p39">
              <a:extLst>
                <a:ext uri="{FF2B5EF4-FFF2-40B4-BE49-F238E27FC236}">
                  <a16:creationId xmlns:a16="http://schemas.microsoft.com/office/drawing/2014/main" id="{D4E20CAB-03B6-6282-F381-13A27F6121A6}"/>
                </a:ext>
              </a:extLst>
            </p:cNvPr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fill="none" extrusionOk="0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3696;p39">
              <a:extLst>
                <a:ext uri="{FF2B5EF4-FFF2-40B4-BE49-F238E27FC236}">
                  <a16:creationId xmlns:a16="http://schemas.microsoft.com/office/drawing/2014/main" id="{1AB44FC0-F283-D9FB-123C-66ECB2FD63A9}"/>
                </a:ext>
              </a:extLst>
            </p:cNvPr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3697;p39">
              <a:extLst>
                <a:ext uri="{FF2B5EF4-FFF2-40B4-BE49-F238E27FC236}">
                  <a16:creationId xmlns:a16="http://schemas.microsoft.com/office/drawing/2014/main" id="{9F2E8577-EE75-26AC-B9BF-8111FEBCB0D7}"/>
                </a:ext>
              </a:extLst>
            </p:cNvPr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3698;p39">
              <a:extLst>
                <a:ext uri="{FF2B5EF4-FFF2-40B4-BE49-F238E27FC236}">
                  <a16:creationId xmlns:a16="http://schemas.microsoft.com/office/drawing/2014/main" id="{FFF3DDC4-C142-C8D5-156B-A8BE565F2ECF}"/>
                </a:ext>
              </a:extLst>
            </p:cNvPr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extrusionOk="0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3699;p39">
              <a:extLst>
                <a:ext uri="{FF2B5EF4-FFF2-40B4-BE49-F238E27FC236}">
                  <a16:creationId xmlns:a16="http://schemas.microsoft.com/office/drawing/2014/main" id="{0FB35FC5-5F5C-BE00-AEC7-C9778D2F4CBE}"/>
                </a:ext>
              </a:extLst>
            </p:cNvPr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fill="none" extrusionOk="0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3700;p39">
              <a:extLst>
                <a:ext uri="{FF2B5EF4-FFF2-40B4-BE49-F238E27FC236}">
                  <a16:creationId xmlns:a16="http://schemas.microsoft.com/office/drawing/2014/main" id="{35B9E348-6A93-22F4-F9D6-05F011DCD216}"/>
                </a:ext>
              </a:extLst>
            </p:cNvPr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extrusionOk="0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3701;p39">
              <a:extLst>
                <a:ext uri="{FF2B5EF4-FFF2-40B4-BE49-F238E27FC236}">
                  <a16:creationId xmlns:a16="http://schemas.microsoft.com/office/drawing/2014/main" id="{984C244C-3F95-5AFE-DB14-89979193760E}"/>
                </a:ext>
              </a:extLst>
            </p:cNvPr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3702;p39">
              <a:extLst>
                <a:ext uri="{FF2B5EF4-FFF2-40B4-BE49-F238E27FC236}">
                  <a16:creationId xmlns:a16="http://schemas.microsoft.com/office/drawing/2014/main" id="{46017651-E16E-4B20-D0F1-B7812C84FBE9}"/>
                </a:ext>
              </a:extLst>
            </p:cNvPr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extrusionOk="0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3703;p39">
              <a:extLst>
                <a:ext uri="{FF2B5EF4-FFF2-40B4-BE49-F238E27FC236}">
                  <a16:creationId xmlns:a16="http://schemas.microsoft.com/office/drawing/2014/main" id="{CEA8409E-19B5-3EF3-070F-AE3D7F5499CF}"/>
                </a:ext>
              </a:extLst>
            </p:cNvPr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3704;p39">
              <a:extLst>
                <a:ext uri="{FF2B5EF4-FFF2-40B4-BE49-F238E27FC236}">
                  <a16:creationId xmlns:a16="http://schemas.microsoft.com/office/drawing/2014/main" id="{A1BA82A8-647E-A605-7E2A-05147E39A3DD}"/>
                </a:ext>
              </a:extLst>
            </p:cNvPr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extrusionOk="0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3705;p39">
              <a:extLst>
                <a:ext uri="{FF2B5EF4-FFF2-40B4-BE49-F238E27FC236}">
                  <a16:creationId xmlns:a16="http://schemas.microsoft.com/office/drawing/2014/main" id="{7C1E4699-B805-2A45-FF75-10FDF5D63000}"/>
                </a:ext>
              </a:extLst>
            </p:cNvPr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3706;p39">
              <a:extLst>
                <a:ext uri="{FF2B5EF4-FFF2-40B4-BE49-F238E27FC236}">
                  <a16:creationId xmlns:a16="http://schemas.microsoft.com/office/drawing/2014/main" id="{6430B976-2C57-49FA-1B03-81FC65581959}"/>
                </a:ext>
              </a:extLst>
            </p:cNvPr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extrusionOk="0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3707;p39">
              <a:extLst>
                <a:ext uri="{FF2B5EF4-FFF2-40B4-BE49-F238E27FC236}">
                  <a16:creationId xmlns:a16="http://schemas.microsoft.com/office/drawing/2014/main" id="{AB55C07B-1249-8D55-BB73-F1BCC2215091}"/>
                </a:ext>
              </a:extLst>
            </p:cNvPr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fill="none" extrusionOk="0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3708;p39">
              <a:extLst>
                <a:ext uri="{FF2B5EF4-FFF2-40B4-BE49-F238E27FC236}">
                  <a16:creationId xmlns:a16="http://schemas.microsoft.com/office/drawing/2014/main" id="{41223BD7-41D6-6116-D207-CEE9379DC422}"/>
                </a:ext>
              </a:extLst>
            </p:cNvPr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extrusionOk="0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3709;p39">
              <a:extLst>
                <a:ext uri="{FF2B5EF4-FFF2-40B4-BE49-F238E27FC236}">
                  <a16:creationId xmlns:a16="http://schemas.microsoft.com/office/drawing/2014/main" id="{2BB22F5A-09A3-44E5-E105-74703FA2A717}"/>
                </a:ext>
              </a:extLst>
            </p:cNvPr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fill="none" extrusionOk="0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3710;p39">
              <a:extLst>
                <a:ext uri="{FF2B5EF4-FFF2-40B4-BE49-F238E27FC236}">
                  <a16:creationId xmlns:a16="http://schemas.microsoft.com/office/drawing/2014/main" id="{DAF6C866-13B5-82F6-196C-018D5B45EF66}"/>
                </a:ext>
              </a:extLst>
            </p:cNvPr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extrusionOk="0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3711;p39">
              <a:extLst>
                <a:ext uri="{FF2B5EF4-FFF2-40B4-BE49-F238E27FC236}">
                  <a16:creationId xmlns:a16="http://schemas.microsoft.com/office/drawing/2014/main" id="{DD4A10E5-2F99-35D1-8284-4998FB1782B3}"/>
                </a:ext>
              </a:extLst>
            </p:cNvPr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fill="none" extrusionOk="0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3712;p39">
              <a:extLst>
                <a:ext uri="{FF2B5EF4-FFF2-40B4-BE49-F238E27FC236}">
                  <a16:creationId xmlns:a16="http://schemas.microsoft.com/office/drawing/2014/main" id="{87EE3FD1-2D0E-70E4-EBF8-BCA0BA3C4799}"/>
                </a:ext>
              </a:extLst>
            </p:cNvPr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extrusionOk="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3713;p39">
              <a:extLst>
                <a:ext uri="{FF2B5EF4-FFF2-40B4-BE49-F238E27FC236}">
                  <a16:creationId xmlns:a16="http://schemas.microsoft.com/office/drawing/2014/main" id="{01D5626A-3053-EF55-E55B-A072512DC6C9}"/>
                </a:ext>
              </a:extLst>
            </p:cNvPr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fill="none" extrusionOk="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3714;p39">
              <a:extLst>
                <a:ext uri="{FF2B5EF4-FFF2-40B4-BE49-F238E27FC236}">
                  <a16:creationId xmlns:a16="http://schemas.microsoft.com/office/drawing/2014/main" id="{7BE931FC-A4A0-C300-4FB2-2EF0B7D00CC4}"/>
                </a:ext>
              </a:extLst>
            </p:cNvPr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extrusionOk="0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3715;p39">
              <a:extLst>
                <a:ext uri="{FF2B5EF4-FFF2-40B4-BE49-F238E27FC236}">
                  <a16:creationId xmlns:a16="http://schemas.microsoft.com/office/drawing/2014/main" id="{3E87F8D9-86AF-5BD5-4B70-5C1FF44A7215}"/>
                </a:ext>
              </a:extLst>
            </p:cNvPr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fill="none" extrusionOk="0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3716;p39">
              <a:extLst>
                <a:ext uri="{FF2B5EF4-FFF2-40B4-BE49-F238E27FC236}">
                  <a16:creationId xmlns:a16="http://schemas.microsoft.com/office/drawing/2014/main" id="{553258E8-C110-D7C5-CF49-035839C1DA39}"/>
                </a:ext>
              </a:extLst>
            </p:cNvPr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extrusionOk="0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3717;p39">
              <a:extLst>
                <a:ext uri="{FF2B5EF4-FFF2-40B4-BE49-F238E27FC236}">
                  <a16:creationId xmlns:a16="http://schemas.microsoft.com/office/drawing/2014/main" id="{D8A4EA3C-C341-1D6C-FD04-E5DB9A6020A4}"/>
                </a:ext>
              </a:extLst>
            </p:cNvPr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fill="none" extrusionOk="0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3718;p39">
              <a:extLst>
                <a:ext uri="{FF2B5EF4-FFF2-40B4-BE49-F238E27FC236}">
                  <a16:creationId xmlns:a16="http://schemas.microsoft.com/office/drawing/2014/main" id="{F017CADF-9203-43A8-010B-E6E36C6DF3E8}"/>
                </a:ext>
              </a:extLst>
            </p:cNvPr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extrusionOk="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3719;p39">
              <a:extLst>
                <a:ext uri="{FF2B5EF4-FFF2-40B4-BE49-F238E27FC236}">
                  <a16:creationId xmlns:a16="http://schemas.microsoft.com/office/drawing/2014/main" id="{2CBEB81D-692E-E9AC-D149-347CCABE6C5A}"/>
                </a:ext>
              </a:extLst>
            </p:cNvPr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fill="none" extrusionOk="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3720;p39">
              <a:extLst>
                <a:ext uri="{FF2B5EF4-FFF2-40B4-BE49-F238E27FC236}">
                  <a16:creationId xmlns:a16="http://schemas.microsoft.com/office/drawing/2014/main" id="{E4D88F13-C3C2-A48A-4BE5-2664C808C69E}"/>
                </a:ext>
              </a:extLst>
            </p:cNvPr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extrusionOk="0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3721;p39">
              <a:extLst>
                <a:ext uri="{FF2B5EF4-FFF2-40B4-BE49-F238E27FC236}">
                  <a16:creationId xmlns:a16="http://schemas.microsoft.com/office/drawing/2014/main" id="{7C1BC462-6E3F-D045-3AAF-F9805653CF27}"/>
                </a:ext>
              </a:extLst>
            </p:cNvPr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fill="none" extrusionOk="0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3722;p39">
              <a:extLst>
                <a:ext uri="{FF2B5EF4-FFF2-40B4-BE49-F238E27FC236}">
                  <a16:creationId xmlns:a16="http://schemas.microsoft.com/office/drawing/2014/main" id="{A66B0699-2A1A-3DCF-01B4-9B211C0F13C0}"/>
                </a:ext>
              </a:extLst>
            </p:cNvPr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extrusionOk="0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3723;p39">
              <a:extLst>
                <a:ext uri="{FF2B5EF4-FFF2-40B4-BE49-F238E27FC236}">
                  <a16:creationId xmlns:a16="http://schemas.microsoft.com/office/drawing/2014/main" id="{E5D4D8DA-9B99-43BE-738B-220D1CFA52EA}"/>
                </a:ext>
              </a:extLst>
            </p:cNvPr>
            <p:cNvSpPr/>
            <p:nvPr/>
          </p:nvSpPr>
          <p:spPr>
            <a:xfrm>
              <a:off x="7675375" y="-499275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3724;p39">
              <a:extLst>
                <a:ext uri="{FF2B5EF4-FFF2-40B4-BE49-F238E27FC236}">
                  <a16:creationId xmlns:a16="http://schemas.microsoft.com/office/drawing/2014/main" id="{6B1A3ADE-162E-F5B9-0071-B8BC61931AED}"/>
                </a:ext>
              </a:extLst>
            </p:cNvPr>
            <p:cNvSpPr/>
            <p:nvPr/>
          </p:nvSpPr>
          <p:spPr>
            <a:xfrm>
              <a:off x="76743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3725;p39">
              <a:extLst>
                <a:ext uri="{FF2B5EF4-FFF2-40B4-BE49-F238E27FC236}">
                  <a16:creationId xmlns:a16="http://schemas.microsoft.com/office/drawing/2014/main" id="{F9361AC5-69C8-D856-24EB-A53D29FDA29A}"/>
                </a:ext>
              </a:extLst>
            </p:cNvPr>
            <p:cNvSpPr/>
            <p:nvPr/>
          </p:nvSpPr>
          <p:spPr>
            <a:xfrm>
              <a:off x="76737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3726;p39">
              <a:extLst>
                <a:ext uri="{FF2B5EF4-FFF2-40B4-BE49-F238E27FC236}">
                  <a16:creationId xmlns:a16="http://schemas.microsoft.com/office/drawing/2014/main" id="{0626D97A-560D-B7F6-8661-F0A517D6264C}"/>
                </a:ext>
              </a:extLst>
            </p:cNvPr>
            <p:cNvSpPr/>
            <p:nvPr/>
          </p:nvSpPr>
          <p:spPr>
            <a:xfrm>
              <a:off x="7673225" y="-499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3727;p39">
              <a:extLst>
                <a:ext uri="{FF2B5EF4-FFF2-40B4-BE49-F238E27FC236}">
                  <a16:creationId xmlns:a16="http://schemas.microsoft.com/office/drawing/2014/main" id="{228A3C26-604F-890E-B89B-4EE6DBED8545}"/>
                </a:ext>
              </a:extLst>
            </p:cNvPr>
            <p:cNvSpPr/>
            <p:nvPr/>
          </p:nvSpPr>
          <p:spPr>
            <a:xfrm>
              <a:off x="767215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3728;p39">
              <a:extLst>
                <a:ext uri="{FF2B5EF4-FFF2-40B4-BE49-F238E27FC236}">
                  <a16:creationId xmlns:a16="http://schemas.microsoft.com/office/drawing/2014/main" id="{7F916398-0371-E293-C77E-E65CE254EBBB}"/>
                </a:ext>
              </a:extLst>
            </p:cNvPr>
            <p:cNvSpPr/>
            <p:nvPr/>
          </p:nvSpPr>
          <p:spPr>
            <a:xfrm>
              <a:off x="767160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3729;p39">
              <a:extLst>
                <a:ext uri="{FF2B5EF4-FFF2-40B4-BE49-F238E27FC236}">
                  <a16:creationId xmlns:a16="http://schemas.microsoft.com/office/drawing/2014/main" id="{F4A682C8-2F39-7E55-CE03-D673084FD26C}"/>
                </a:ext>
              </a:extLst>
            </p:cNvPr>
            <p:cNvSpPr/>
            <p:nvPr/>
          </p:nvSpPr>
          <p:spPr>
            <a:xfrm>
              <a:off x="7671075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3730;p39">
              <a:extLst>
                <a:ext uri="{FF2B5EF4-FFF2-40B4-BE49-F238E27FC236}">
                  <a16:creationId xmlns:a16="http://schemas.microsoft.com/office/drawing/2014/main" id="{3149556F-50D4-5A47-F89D-8679F9918122}"/>
                </a:ext>
              </a:extLst>
            </p:cNvPr>
            <p:cNvSpPr/>
            <p:nvPr/>
          </p:nvSpPr>
          <p:spPr>
            <a:xfrm>
              <a:off x="76700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3731;p39">
              <a:extLst>
                <a:ext uri="{FF2B5EF4-FFF2-40B4-BE49-F238E27FC236}">
                  <a16:creationId xmlns:a16="http://schemas.microsoft.com/office/drawing/2014/main" id="{85626C6F-8812-D6F4-7309-09915BC5D7BC}"/>
                </a:ext>
              </a:extLst>
            </p:cNvPr>
            <p:cNvSpPr/>
            <p:nvPr/>
          </p:nvSpPr>
          <p:spPr>
            <a:xfrm>
              <a:off x="76694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3732;p39">
              <a:extLst>
                <a:ext uri="{FF2B5EF4-FFF2-40B4-BE49-F238E27FC236}">
                  <a16:creationId xmlns:a16="http://schemas.microsoft.com/office/drawing/2014/main" id="{7AAB26B7-C5D0-120E-EEB8-0924FB0F3E9B}"/>
                </a:ext>
              </a:extLst>
            </p:cNvPr>
            <p:cNvSpPr/>
            <p:nvPr/>
          </p:nvSpPr>
          <p:spPr>
            <a:xfrm>
              <a:off x="7668925" y="-499800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3733;p39">
              <a:extLst>
                <a:ext uri="{FF2B5EF4-FFF2-40B4-BE49-F238E27FC236}">
                  <a16:creationId xmlns:a16="http://schemas.microsoft.com/office/drawing/2014/main" id="{65C3290B-0ADA-D00A-49BB-A0E775C1C09E}"/>
                </a:ext>
              </a:extLst>
            </p:cNvPr>
            <p:cNvSpPr/>
            <p:nvPr/>
          </p:nvSpPr>
          <p:spPr>
            <a:xfrm>
              <a:off x="7667850" y="-499800"/>
              <a:ext cx="1100" cy="25"/>
            </a:xfrm>
            <a:custGeom>
              <a:avLst/>
              <a:gdLst/>
              <a:ahLst/>
              <a:cxnLst/>
              <a:rect l="l" t="t" r="r" b="b"/>
              <a:pathLst>
                <a:path w="44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3734;p39">
              <a:extLst>
                <a:ext uri="{FF2B5EF4-FFF2-40B4-BE49-F238E27FC236}">
                  <a16:creationId xmlns:a16="http://schemas.microsoft.com/office/drawing/2014/main" id="{5F225F2D-147E-793C-32E8-575F97794B3C}"/>
                </a:ext>
              </a:extLst>
            </p:cNvPr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fill="none" extrusionOk="0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3735;p39">
              <a:extLst>
                <a:ext uri="{FF2B5EF4-FFF2-40B4-BE49-F238E27FC236}">
                  <a16:creationId xmlns:a16="http://schemas.microsoft.com/office/drawing/2014/main" id="{A9E8F05C-24C3-3C4E-003D-50E053756022}"/>
                </a:ext>
              </a:extLst>
            </p:cNvPr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extrusionOk="0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3736;p39">
              <a:extLst>
                <a:ext uri="{FF2B5EF4-FFF2-40B4-BE49-F238E27FC236}">
                  <a16:creationId xmlns:a16="http://schemas.microsoft.com/office/drawing/2014/main" id="{13997127-9FB6-810A-024C-35B9CF95EE3E}"/>
                </a:ext>
              </a:extLst>
            </p:cNvPr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fill="none" extrusionOk="0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3737;p39">
              <a:extLst>
                <a:ext uri="{FF2B5EF4-FFF2-40B4-BE49-F238E27FC236}">
                  <a16:creationId xmlns:a16="http://schemas.microsoft.com/office/drawing/2014/main" id="{A1E79761-9355-340A-BF39-A1ED67420501}"/>
                </a:ext>
              </a:extLst>
            </p:cNvPr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extrusionOk="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3738;p39">
              <a:extLst>
                <a:ext uri="{FF2B5EF4-FFF2-40B4-BE49-F238E27FC236}">
                  <a16:creationId xmlns:a16="http://schemas.microsoft.com/office/drawing/2014/main" id="{D40C343F-B5CD-6785-E29E-3314ED5783D2}"/>
                </a:ext>
              </a:extLst>
            </p:cNvPr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fill="none" extrusionOk="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3739;p39">
              <a:extLst>
                <a:ext uri="{FF2B5EF4-FFF2-40B4-BE49-F238E27FC236}">
                  <a16:creationId xmlns:a16="http://schemas.microsoft.com/office/drawing/2014/main" id="{DA2B22A6-2CF9-3BA1-B2AC-BEE104967563}"/>
                </a:ext>
              </a:extLst>
            </p:cNvPr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extrusionOk="0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3740;p39">
              <a:extLst>
                <a:ext uri="{FF2B5EF4-FFF2-40B4-BE49-F238E27FC236}">
                  <a16:creationId xmlns:a16="http://schemas.microsoft.com/office/drawing/2014/main" id="{F96AF193-0B68-E7F7-E64E-F407C6ABFE34}"/>
                </a:ext>
              </a:extLst>
            </p:cNvPr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fill="none" extrusionOk="0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3741;p39">
              <a:extLst>
                <a:ext uri="{FF2B5EF4-FFF2-40B4-BE49-F238E27FC236}">
                  <a16:creationId xmlns:a16="http://schemas.microsoft.com/office/drawing/2014/main" id="{A3CE9E99-FCB0-576B-2DCF-46682B7F8A2D}"/>
                </a:ext>
              </a:extLst>
            </p:cNvPr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3742;p39">
              <a:extLst>
                <a:ext uri="{FF2B5EF4-FFF2-40B4-BE49-F238E27FC236}">
                  <a16:creationId xmlns:a16="http://schemas.microsoft.com/office/drawing/2014/main" id="{DEBC3733-A3DB-CAE0-44DE-3882B70E185D}"/>
                </a:ext>
              </a:extLst>
            </p:cNvPr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3743;p39">
              <a:extLst>
                <a:ext uri="{FF2B5EF4-FFF2-40B4-BE49-F238E27FC236}">
                  <a16:creationId xmlns:a16="http://schemas.microsoft.com/office/drawing/2014/main" id="{1897A7E1-81DF-B4F0-7563-5D8FFE2B64C7}"/>
                </a:ext>
              </a:extLst>
            </p:cNvPr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extrusionOk="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3744;p39">
              <a:extLst>
                <a:ext uri="{FF2B5EF4-FFF2-40B4-BE49-F238E27FC236}">
                  <a16:creationId xmlns:a16="http://schemas.microsoft.com/office/drawing/2014/main" id="{9F42296F-2859-59FC-69A1-21BEB46D780E}"/>
                </a:ext>
              </a:extLst>
            </p:cNvPr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fill="none" extrusionOk="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3745;p39">
              <a:extLst>
                <a:ext uri="{FF2B5EF4-FFF2-40B4-BE49-F238E27FC236}">
                  <a16:creationId xmlns:a16="http://schemas.microsoft.com/office/drawing/2014/main" id="{6107D3A1-BDEF-B360-4C99-37D5B5A4A6D4}"/>
                </a:ext>
              </a:extLst>
            </p:cNvPr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extrusionOk="0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3746;p39">
              <a:extLst>
                <a:ext uri="{FF2B5EF4-FFF2-40B4-BE49-F238E27FC236}">
                  <a16:creationId xmlns:a16="http://schemas.microsoft.com/office/drawing/2014/main" id="{9D6E2D14-3C96-6004-3939-6EEEB98D386E}"/>
                </a:ext>
              </a:extLst>
            </p:cNvPr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fill="none" extrusionOk="0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3747;p39">
              <a:extLst>
                <a:ext uri="{FF2B5EF4-FFF2-40B4-BE49-F238E27FC236}">
                  <a16:creationId xmlns:a16="http://schemas.microsoft.com/office/drawing/2014/main" id="{7061D99D-78F2-587F-06E6-6E282DFDB923}"/>
                </a:ext>
              </a:extLst>
            </p:cNvPr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extrusionOk="0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3748;p39">
              <a:extLst>
                <a:ext uri="{FF2B5EF4-FFF2-40B4-BE49-F238E27FC236}">
                  <a16:creationId xmlns:a16="http://schemas.microsoft.com/office/drawing/2014/main" id="{FD5213EC-8B5E-9E9D-B5D3-8E9C4E370315}"/>
                </a:ext>
              </a:extLst>
            </p:cNvPr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fill="none" extrusionOk="0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3749;p39">
              <a:extLst>
                <a:ext uri="{FF2B5EF4-FFF2-40B4-BE49-F238E27FC236}">
                  <a16:creationId xmlns:a16="http://schemas.microsoft.com/office/drawing/2014/main" id="{304DBAD1-2DEA-7413-6D59-0BFC0F5978BF}"/>
                </a:ext>
              </a:extLst>
            </p:cNvPr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extrusionOk="0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3750;p39">
              <a:extLst>
                <a:ext uri="{FF2B5EF4-FFF2-40B4-BE49-F238E27FC236}">
                  <a16:creationId xmlns:a16="http://schemas.microsoft.com/office/drawing/2014/main" id="{B7E493E6-50CF-EC59-A126-D3CD47556244}"/>
                </a:ext>
              </a:extLst>
            </p:cNvPr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fill="none" extrusionOk="0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3751;p39">
              <a:extLst>
                <a:ext uri="{FF2B5EF4-FFF2-40B4-BE49-F238E27FC236}">
                  <a16:creationId xmlns:a16="http://schemas.microsoft.com/office/drawing/2014/main" id="{5DEF4EE2-BDDE-B65D-2112-8D5FC17E081B}"/>
                </a:ext>
              </a:extLst>
            </p:cNvPr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extrusionOk="0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3752;p39">
              <a:extLst>
                <a:ext uri="{FF2B5EF4-FFF2-40B4-BE49-F238E27FC236}">
                  <a16:creationId xmlns:a16="http://schemas.microsoft.com/office/drawing/2014/main" id="{0154274B-1065-2176-6384-BC7B386400E7}"/>
                </a:ext>
              </a:extLst>
            </p:cNvPr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fill="none" extrusionOk="0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3753;p39">
              <a:extLst>
                <a:ext uri="{FF2B5EF4-FFF2-40B4-BE49-F238E27FC236}">
                  <a16:creationId xmlns:a16="http://schemas.microsoft.com/office/drawing/2014/main" id="{3BD6CEE2-C51F-A95C-6BA7-4548C1E900DD}"/>
                </a:ext>
              </a:extLst>
            </p:cNvPr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extrusionOk="0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3754;p39">
              <a:extLst>
                <a:ext uri="{FF2B5EF4-FFF2-40B4-BE49-F238E27FC236}">
                  <a16:creationId xmlns:a16="http://schemas.microsoft.com/office/drawing/2014/main" id="{EC8137D8-B06D-9467-4140-E39266BECD11}"/>
                </a:ext>
              </a:extLst>
            </p:cNvPr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fill="none" extrusionOk="0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3755;p39">
              <a:extLst>
                <a:ext uri="{FF2B5EF4-FFF2-40B4-BE49-F238E27FC236}">
                  <a16:creationId xmlns:a16="http://schemas.microsoft.com/office/drawing/2014/main" id="{845278E7-046B-2928-3E5E-AA92FABB0C2E}"/>
                </a:ext>
              </a:extLst>
            </p:cNvPr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3756;p39">
              <a:extLst>
                <a:ext uri="{FF2B5EF4-FFF2-40B4-BE49-F238E27FC236}">
                  <a16:creationId xmlns:a16="http://schemas.microsoft.com/office/drawing/2014/main" id="{A0ADCA9F-619A-1BC9-4CE2-5B1AEDF6E055}"/>
                </a:ext>
              </a:extLst>
            </p:cNvPr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3757;p39">
              <a:extLst>
                <a:ext uri="{FF2B5EF4-FFF2-40B4-BE49-F238E27FC236}">
                  <a16:creationId xmlns:a16="http://schemas.microsoft.com/office/drawing/2014/main" id="{0C6C62E8-D2D7-4AF6-3C99-39E6BCF802A0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3758;p39">
              <a:extLst>
                <a:ext uri="{FF2B5EF4-FFF2-40B4-BE49-F238E27FC236}">
                  <a16:creationId xmlns:a16="http://schemas.microsoft.com/office/drawing/2014/main" id="{9FF60220-A736-9633-EB87-84430FB6D883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3759;p39">
              <a:extLst>
                <a:ext uri="{FF2B5EF4-FFF2-40B4-BE49-F238E27FC236}">
                  <a16:creationId xmlns:a16="http://schemas.microsoft.com/office/drawing/2014/main" id="{842F8EC8-38BE-31CC-048F-8777D86BA39E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3760;p39">
              <a:extLst>
                <a:ext uri="{FF2B5EF4-FFF2-40B4-BE49-F238E27FC236}">
                  <a16:creationId xmlns:a16="http://schemas.microsoft.com/office/drawing/2014/main" id="{0FE14866-FD2F-DB99-4745-04EE7F90DFC8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3761;p39">
              <a:extLst>
                <a:ext uri="{FF2B5EF4-FFF2-40B4-BE49-F238E27FC236}">
                  <a16:creationId xmlns:a16="http://schemas.microsoft.com/office/drawing/2014/main" id="{9AD0B015-328C-BFF2-AB4D-A3C88873527B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3762;p39">
              <a:extLst>
                <a:ext uri="{FF2B5EF4-FFF2-40B4-BE49-F238E27FC236}">
                  <a16:creationId xmlns:a16="http://schemas.microsoft.com/office/drawing/2014/main" id="{ADA49569-2980-510D-63F6-A093095E2AA8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3763;p39">
              <a:extLst>
                <a:ext uri="{FF2B5EF4-FFF2-40B4-BE49-F238E27FC236}">
                  <a16:creationId xmlns:a16="http://schemas.microsoft.com/office/drawing/2014/main" id="{7C6B79A7-00B7-8D90-54EF-15CBF219326F}"/>
                </a:ext>
              </a:extLst>
            </p:cNvPr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3764;p39">
              <a:extLst>
                <a:ext uri="{FF2B5EF4-FFF2-40B4-BE49-F238E27FC236}">
                  <a16:creationId xmlns:a16="http://schemas.microsoft.com/office/drawing/2014/main" id="{DC8E1974-052A-96D8-9215-0D79416A0B0D}"/>
                </a:ext>
              </a:extLst>
            </p:cNvPr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3765;p39">
              <a:extLst>
                <a:ext uri="{FF2B5EF4-FFF2-40B4-BE49-F238E27FC236}">
                  <a16:creationId xmlns:a16="http://schemas.microsoft.com/office/drawing/2014/main" id="{38211237-DB2F-CD19-DE18-FFC89E17B915}"/>
                </a:ext>
              </a:extLst>
            </p:cNvPr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extrusionOk="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3766;p39">
              <a:extLst>
                <a:ext uri="{FF2B5EF4-FFF2-40B4-BE49-F238E27FC236}">
                  <a16:creationId xmlns:a16="http://schemas.microsoft.com/office/drawing/2014/main" id="{F1AF7EB6-8EED-C169-8E32-B1C6A112A61B}"/>
                </a:ext>
              </a:extLst>
            </p:cNvPr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fill="none" extrusionOk="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3767;p39">
              <a:extLst>
                <a:ext uri="{FF2B5EF4-FFF2-40B4-BE49-F238E27FC236}">
                  <a16:creationId xmlns:a16="http://schemas.microsoft.com/office/drawing/2014/main" id="{4F558679-0A80-32A6-4C63-64D5892809CA}"/>
                </a:ext>
              </a:extLst>
            </p:cNvPr>
            <p:cNvSpPr/>
            <p:nvPr/>
          </p:nvSpPr>
          <p:spPr>
            <a:xfrm>
              <a:off x="6045925" y="-987250"/>
              <a:ext cx="735750" cy="815300"/>
            </a:xfrm>
            <a:custGeom>
              <a:avLst/>
              <a:gdLst/>
              <a:ahLst/>
              <a:cxnLst/>
              <a:rect l="l" t="t" r="r" b="b"/>
              <a:pathLst>
                <a:path w="29430" h="32612" extrusionOk="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3768;p39">
              <a:extLst>
                <a:ext uri="{FF2B5EF4-FFF2-40B4-BE49-F238E27FC236}">
                  <a16:creationId xmlns:a16="http://schemas.microsoft.com/office/drawing/2014/main" id="{333E6B3C-254D-2347-DA13-FB7883E3FECC}"/>
                </a:ext>
              </a:extLst>
            </p:cNvPr>
            <p:cNvSpPr/>
            <p:nvPr/>
          </p:nvSpPr>
          <p:spPr>
            <a:xfrm>
              <a:off x="7752225" y="-585800"/>
              <a:ext cx="394475" cy="311725"/>
            </a:xfrm>
            <a:custGeom>
              <a:avLst/>
              <a:gdLst/>
              <a:ahLst/>
              <a:cxnLst/>
              <a:rect l="l" t="t" r="r" b="b"/>
              <a:pathLst>
                <a:path w="15779" h="12469" extrusionOk="0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3769;p39">
              <a:extLst>
                <a:ext uri="{FF2B5EF4-FFF2-40B4-BE49-F238E27FC236}">
                  <a16:creationId xmlns:a16="http://schemas.microsoft.com/office/drawing/2014/main" id="{29348407-7A73-8ACF-7873-43611505DA23}"/>
                </a:ext>
              </a:extLst>
            </p:cNvPr>
            <p:cNvSpPr/>
            <p:nvPr/>
          </p:nvSpPr>
          <p:spPr>
            <a:xfrm>
              <a:off x="6164700" y="-980800"/>
              <a:ext cx="616975" cy="778200"/>
            </a:xfrm>
            <a:custGeom>
              <a:avLst/>
              <a:gdLst/>
              <a:ahLst/>
              <a:cxnLst/>
              <a:rect l="l" t="t" r="r" b="b"/>
              <a:pathLst>
                <a:path w="24679" h="31128" extrusionOk="0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3770;p39">
              <a:extLst>
                <a:ext uri="{FF2B5EF4-FFF2-40B4-BE49-F238E27FC236}">
                  <a16:creationId xmlns:a16="http://schemas.microsoft.com/office/drawing/2014/main" id="{2BBA028D-91C2-B08F-649A-5554740E504F}"/>
                </a:ext>
              </a:extLst>
            </p:cNvPr>
            <p:cNvSpPr/>
            <p:nvPr/>
          </p:nvSpPr>
          <p:spPr>
            <a:xfrm>
              <a:off x="6672000" y="-13716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3771;p39">
              <a:extLst>
                <a:ext uri="{FF2B5EF4-FFF2-40B4-BE49-F238E27FC236}">
                  <a16:creationId xmlns:a16="http://schemas.microsoft.com/office/drawing/2014/main" id="{93A3AAEE-E999-1806-3625-991DCC3D120A}"/>
                </a:ext>
              </a:extLst>
            </p:cNvPr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extrusionOk="0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3772;p39">
              <a:extLst>
                <a:ext uri="{FF2B5EF4-FFF2-40B4-BE49-F238E27FC236}">
                  <a16:creationId xmlns:a16="http://schemas.microsoft.com/office/drawing/2014/main" id="{8D3C9AAF-482B-5868-48AF-037D7FA37D9E}"/>
                </a:ext>
              </a:extLst>
            </p:cNvPr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3773;p39">
              <a:extLst>
                <a:ext uri="{FF2B5EF4-FFF2-40B4-BE49-F238E27FC236}">
                  <a16:creationId xmlns:a16="http://schemas.microsoft.com/office/drawing/2014/main" id="{84E9AAF4-23D5-DBD4-581A-BD6D25166D61}"/>
                </a:ext>
              </a:extLst>
            </p:cNvPr>
            <p:cNvSpPr/>
            <p:nvPr/>
          </p:nvSpPr>
          <p:spPr>
            <a:xfrm>
              <a:off x="7617325" y="-819575"/>
              <a:ext cx="147825" cy="62375"/>
            </a:xfrm>
            <a:custGeom>
              <a:avLst/>
              <a:gdLst/>
              <a:ahLst/>
              <a:cxnLst/>
              <a:rect l="l" t="t" r="r" b="b"/>
              <a:pathLst>
                <a:path w="5913" h="2495" extrusionOk="0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3774;p39">
              <a:extLst>
                <a:ext uri="{FF2B5EF4-FFF2-40B4-BE49-F238E27FC236}">
                  <a16:creationId xmlns:a16="http://schemas.microsoft.com/office/drawing/2014/main" id="{81331573-F3E0-69F6-7004-EF64FF4224BA}"/>
                </a:ext>
              </a:extLst>
            </p:cNvPr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3775;p39">
              <a:extLst>
                <a:ext uri="{FF2B5EF4-FFF2-40B4-BE49-F238E27FC236}">
                  <a16:creationId xmlns:a16="http://schemas.microsoft.com/office/drawing/2014/main" id="{0D319BEE-20DF-A9AB-26D2-D4646F537B81}"/>
                </a:ext>
              </a:extLst>
            </p:cNvPr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3776;p39">
              <a:extLst>
                <a:ext uri="{FF2B5EF4-FFF2-40B4-BE49-F238E27FC236}">
                  <a16:creationId xmlns:a16="http://schemas.microsoft.com/office/drawing/2014/main" id="{9748CF2E-B6C9-7652-1972-41A18941E922}"/>
                </a:ext>
              </a:extLst>
            </p:cNvPr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extrusionOk="0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3777;p39">
              <a:extLst>
                <a:ext uri="{FF2B5EF4-FFF2-40B4-BE49-F238E27FC236}">
                  <a16:creationId xmlns:a16="http://schemas.microsoft.com/office/drawing/2014/main" id="{6762835D-BD8C-4501-84C8-08976E4E2533}"/>
                </a:ext>
              </a:extLst>
            </p:cNvPr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fill="none" extrusionOk="0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3778;p39">
              <a:extLst>
                <a:ext uri="{FF2B5EF4-FFF2-40B4-BE49-F238E27FC236}">
                  <a16:creationId xmlns:a16="http://schemas.microsoft.com/office/drawing/2014/main" id="{35D270B7-6CEA-8161-7493-79060F728BDA}"/>
                </a:ext>
              </a:extLst>
            </p:cNvPr>
            <p:cNvSpPr/>
            <p:nvPr/>
          </p:nvSpPr>
          <p:spPr>
            <a:xfrm>
              <a:off x="7973625" y="-669625"/>
              <a:ext cx="139775" cy="63425"/>
            </a:xfrm>
            <a:custGeom>
              <a:avLst/>
              <a:gdLst/>
              <a:ahLst/>
              <a:cxnLst/>
              <a:rect l="l" t="t" r="r" b="b"/>
              <a:pathLst>
                <a:path w="5591" h="2537" extrusionOk="0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3779;p39">
              <a:extLst>
                <a:ext uri="{FF2B5EF4-FFF2-40B4-BE49-F238E27FC236}">
                  <a16:creationId xmlns:a16="http://schemas.microsoft.com/office/drawing/2014/main" id="{4A746F54-E878-4C8A-D91A-47A195E8F681}"/>
                </a:ext>
              </a:extLst>
            </p:cNvPr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3780;p39">
              <a:extLst>
                <a:ext uri="{FF2B5EF4-FFF2-40B4-BE49-F238E27FC236}">
                  <a16:creationId xmlns:a16="http://schemas.microsoft.com/office/drawing/2014/main" id="{607AFDB4-CE5F-77FC-FD53-00EB6D4B8EB6}"/>
                </a:ext>
              </a:extLst>
            </p:cNvPr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fill="none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72" name="Google Shape;3543;p39">
            <a:extLst>
              <a:ext uri="{FF2B5EF4-FFF2-40B4-BE49-F238E27FC236}">
                <a16:creationId xmlns:a16="http://schemas.microsoft.com/office/drawing/2014/main" id="{224E311D-67AC-51CC-1442-57BAC086853F}"/>
              </a:ext>
            </a:extLst>
          </p:cNvPr>
          <p:cNvSpPr txBox="1">
            <a:spLocks/>
          </p:cNvSpPr>
          <p:nvPr/>
        </p:nvSpPr>
        <p:spPr>
          <a:xfrm>
            <a:off x="1866900" y="185665"/>
            <a:ext cx="541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 sz="5000" b="0" i="1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IE" sz="3000" i="0" dirty="0">
                <a:solidFill>
                  <a:srgbClr val="4B94D8"/>
                </a:solidFill>
              </a:rPr>
              <a:t>Context</a:t>
            </a:r>
            <a:endParaRPr lang="pl-PL" sz="3000" i="0" dirty="0">
              <a:solidFill>
                <a:srgbClr val="4B94D8"/>
              </a:solidFill>
            </a:endParaRPr>
          </a:p>
        </p:txBody>
      </p:sp>
      <p:sp>
        <p:nvSpPr>
          <p:cNvPr id="4692" name="Google Shape;7705;p66">
            <a:extLst>
              <a:ext uri="{FF2B5EF4-FFF2-40B4-BE49-F238E27FC236}">
                <a16:creationId xmlns:a16="http://schemas.microsoft.com/office/drawing/2014/main" id="{8528B47E-9858-661B-58D3-6BDDFFE5E6C1}"/>
              </a:ext>
            </a:extLst>
          </p:cNvPr>
          <p:cNvSpPr txBox="1">
            <a:spLocks/>
          </p:cNvSpPr>
          <p:nvPr/>
        </p:nvSpPr>
        <p:spPr>
          <a:xfrm flipH="1">
            <a:off x="3224323" y="2657323"/>
            <a:ext cx="4084526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lvl="0" indent="0">
              <a:buNone/>
            </a:pPr>
            <a:r>
              <a:rPr lang="pl-PL" dirty="0">
                <a:latin typeface="Arial Rounded MT Bold" panose="020F0704030504030204" pitchFamily="34" charset="0"/>
              </a:rPr>
              <a:t>Real-time tracking &amp; telemetry</a:t>
            </a:r>
          </a:p>
        </p:txBody>
      </p:sp>
      <p:sp>
        <p:nvSpPr>
          <p:cNvPr id="4694" name="Google Shape;7707;p66">
            <a:extLst>
              <a:ext uri="{FF2B5EF4-FFF2-40B4-BE49-F238E27FC236}">
                <a16:creationId xmlns:a16="http://schemas.microsoft.com/office/drawing/2014/main" id="{071AA4B9-C068-7B95-D9DE-A0028079A50C}"/>
              </a:ext>
            </a:extLst>
          </p:cNvPr>
          <p:cNvSpPr txBox="1">
            <a:spLocks/>
          </p:cNvSpPr>
          <p:nvPr/>
        </p:nvSpPr>
        <p:spPr>
          <a:xfrm flipH="1">
            <a:off x="3224323" y="1971115"/>
            <a:ext cx="4084526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lvl="0" indent="0">
              <a:spcAft>
                <a:spcPts val="1600"/>
              </a:spcAft>
              <a:buNone/>
            </a:pPr>
            <a:r>
              <a:rPr lang="pl-PL" dirty="0">
                <a:latin typeface="Arial Rounded MT Bold" panose="020F0704030504030204" pitchFamily="34" charset="0"/>
              </a:rPr>
              <a:t>Ground handling &amp; airport collaboration</a:t>
            </a:r>
          </a:p>
        </p:txBody>
      </p:sp>
      <p:sp>
        <p:nvSpPr>
          <p:cNvPr id="4696" name="Google Shape;7709;p66">
            <a:extLst>
              <a:ext uri="{FF2B5EF4-FFF2-40B4-BE49-F238E27FC236}">
                <a16:creationId xmlns:a16="http://schemas.microsoft.com/office/drawing/2014/main" id="{75ABBAB4-F96C-BF51-87E2-796F0E89042B}"/>
              </a:ext>
            </a:extLst>
          </p:cNvPr>
          <p:cNvSpPr txBox="1">
            <a:spLocks/>
          </p:cNvSpPr>
          <p:nvPr/>
        </p:nvSpPr>
        <p:spPr>
          <a:xfrm flipH="1">
            <a:off x="3222476" y="2314219"/>
            <a:ext cx="408822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lvl="0" indent="0">
              <a:spcAft>
                <a:spcPts val="1600"/>
              </a:spcAft>
              <a:buNone/>
            </a:pPr>
            <a:r>
              <a:rPr lang="pl-PL" dirty="0">
                <a:latin typeface="Arial Rounded MT Bold" panose="020F0704030504030204" pitchFamily="34" charset="0"/>
              </a:rPr>
              <a:t>Code-sharing partnerships</a:t>
            </a:r>
          </a:p>
        </p:txBody>
      </p:sp>
      <p:sp>
        <p:nvSpPr>
          <p:cNvPr id="4698" name="Google Shape;7711;p66">
            <a:extLst>
              <a:ext uri="{FF2B5EF4-FFF2-40B4-BE49-F238E27FC236}">
                <a16:creationId xmlns:a16="http://schemas.microsoft.com/office/drawing/2014/main" id="{3BC060A5-450B-3D0A-286E-8B9A9E24F8C1}"/>
              </a:ext>
            </a:extLst>
          </p:cNvPr>
          <p:cNvSpPr txBox="1">
            <a:spLocks/>
          </p:cNvSpPr>
          <p:nvPr/>
        </p:nvSpPr>
        <p:spPr>
          <a:xfrm flipH="1">
            <a:off x="3222476" y="1284907"/>
            <a:ext cx="408822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lvl="0" indent="0">
              <a:spcAft>
                <a:spcPts val="1600"/>
              </a:spcAft>
              <a:buNone/>
            </a:pPr>
            <a:r>
              <a:rPr lang="pl-PL" dirty="0">
                <a:latin typeface="Arial Rounded MT Bold" panose="020F0704030504030204" pitchFamily="34" charset="0"/>
              </a:rPr>
              <a:t>Global routes &amp; regulations</a:t>
            </a:r>
          </a:p>
        </p:txBody>
      </p:sp>
      <p:sp>
        <p:nvSpPr>
          <p:cNvPr id="4704" name="Google Shape;7717;p66">
            <a:extLst>
              <a:ext uri="{FF2B5EF4-FFF2-40B4-BE49-F238E27FC236}">
                <a16:creationId xmlns:a16="http://schemas.microsoft.com/office/drawing/2014/main" id="{68804B2F-B761-015F-7EF3-CFCA53C5E5A4}"/>
              </a:ext>
            </a:extLst>
          </p:cNvPr>
          <p:cNvSpPr txBox="1">
            <a:spLocks/>
          </p:cNvSpPr>
          <p:nvPr/>
        </p:nvSpPr>
        <p:spPr>
          <a:xfrm flipH="1">
            <a:off x="3224323" y="3000427"/>
            <a:ext cx="4084526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lvl="0" indent="0">
              <a:spcAft>
                <a:spcPts val="1600"/>
              </a:spcAft>
              <a:buNone/>
            </a:pPr>
            <a:r>
              <a:rPr lang="pl-PL" dirty="0">
                <a:latin typeface="Arial Rounded MT Bold" panose="020F0704030504030204" pitchFamily="34" charset="0"/>
              </a:rPr>
              <a:t>Passenger management &amp; baggage</a:t>
            </a:r>
          </a:p>
        </p:txBody>
      </p:sp>
      <p:sp>
        <p:nvSpPr>
          <p:cNvPr id="4748" name="Google Shape;7711;p66">
            <a:extLst>
              <a:ext uri="{FF2B5EF4-FFF2-40B4-BE49-F238E27FC236}">
                <a16:creationId xmlns:a16="http://schemas.microsoft.com/office/drawing/2014/main" id="{6B5EBE16-CB8D-B429-B53F-B891EE63AE4F}"/>
              </a:ext>
            </a:extLst>
          </p:cNvPr>
          <p:cNvSpPr txBox="1">
            <a:spLocks/>
          </p:cNvSpPr>
          <p:nvPr/>
        </p:nvSpPr>
        <p:spPr>
          <a:xfrm flipH="1">
            <a:off x="3222476" y="1628011"/>
            <a:ext cx="408822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lvl="0" indent="0">
              <a:spcAft>
                <a:spcPts val="1600"/>
              </a:spcAft>
              <a:buNone/>
            </a:pPr>
            <a:r>
              <a:rPr lang="pl-PL" dirty="0">
                <a:latin typeface="Arial Rounded MT Bold" panose="020F0704030504030204" pitchFamily="34" charset="0"/>
              </a:rPr>
              <a:t>Mixed fleet / cargo + passenger</a:t>
            </a:r>
          </a:p>
        </p:txBody>
      </p:sp>
      <p:sp>
        <p:nvSpPr>
          <p:cNvPr id="4758" name="Google Shape;7717;p66">
            <a:extLst>
              <a:ext uri="{FF2B5EF4-FFF2-40B4-BE49-F238E27FC236}">
                <a16:creationId xmlns:a16="http://schemas.microsoft.com/office/drawing/2014/main" id="{0BB3CF31-3149-585B-E1F0-7939EB7C9220}"/>
              </a:ext>
            </a:extLst>
          </p:cNvPr>
          <p:cNvSpPr txBox="1">
            <a:spLocks/>
          </p:cNvSpPr>
          <p:nvPr/>
        </p:nvSpPr>
        <p:spPr>
          <a:xfrm flipH="1">
            <a:off x="3224323" y="3343531"/>
            <a:ext cx="4084526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lvl="0" indent="0">
              <a:spcAft>
                <a:spcPts val="1600"/>
              </a:spcAft>
              <a:buNone/>
            </a:pPr>
            <a:r>
              <a:rPr lang="pl-PL" dirty="0">
                <a:latin typeface="Arial Rounded MT Bold" panose="020F0704030504030204" pitchFamily="34" charset="0"/>
              </a:rPr>
              <a:t>Maintenance, safety, regulatory compliance</a:t>
            </a:r>
          </a:p>
        </p:txBody>
      </p:sp>
      <p:sp>
        <p:nvSpPr>
          <p:cNvPr id="4759" name="Google Shape;7717;p66">
            <a:extLst>
              <a:ext uri="{FF2B5EF4-FFF2-40B4-BE49-F238E27FC236}">
                <a16:creationId xmlns:a16="http://schemas.microsoft.com/office/drawing/2014/main" id="{4CC46CD4-24BF-57EC-24D0-E6D574809345}"/>
              </a:ext>
            </a:extLst>
          </p:cNvPr>
          <p:cNvSpPr txBox="1">
            <a:spLocks/>
          </p:cNvSpPr>
          <p:nvPr/>
        </p:nvSpPr>
        <p:spPr>
          <a:xfrm flipH="1">
            <a:off x="3224323" y="3686638"/>
            <a:ext cx="4084526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lvl="0" indent="0">
              <a:spcAft>
                <a:spcPts val="1600"/>
              </a:spcAft>
              <a:buNone/>
            </a:pPr>
            <a:r>
              <a:rPr lang="pl-PL" dirty="0">
                <a:latin typeface="Arial Rounded MT Bold" panose="020F0704030504030204" pitchFamily="34" charset="0"/>
              </a:rPr>
              <a:t>Crew scheduling &amp; resource management</a:t>
            </a:r>
          </a:p>
        </p:txBody>
      </p:sp>
      <p:sp>
        <p:nvSpPr>
          <p:cNvPr id="4707" name="Google Shape;7720;p66">
            <a:extLst>
              <a:ext uri="{FF2B5EF4-FFF2-40B4-BE49-F238E27FC236}">
                <a16:creationId xmlns:a16="http://schemas.microsoft.com/office/drawing/2014/main" id="{E4357639-0595-C0D2-571F-79CAE0B427DC}"/>
              </a:ext>
            </a:extLst>
          </p:cNvPr>
          <p:cNvSpPr/>
          <p:nvPr/>
        </p:nvSpPr>
        <p:spPr>
          <a:xfrm>
            <a:off x="1988820" y="2174357"/>
            <a:ext cx="988530" cy="98853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4789" name="Group 4788">
            <a:extLst>
              <a:ext uri="{FF2B5EF4-FFF2-40B4-BE49-F238E27FC236}">
                <a16:creationId xmlns:a16="http://schemas.microsoft.com/office/drawing/2014/main" id="{F90EF34C-14DE-F0FC-E20F-F35EECDE465E}"/>
              </a:ext>
            </a:extLst>
          </p:cNvPr>
          <p:cNvGrpSpPr/>
          <p:nvPr/>
        </p:nvGrpSpPr>
        <p:grpSpPr>
          <a:xfrm>
            <a:off x="2977350" y="1467756"/>
            <a:ext cx="246974" cy="2401732"/>
            <a:chOff x="2778064" y="1841136"/>
            <a:chExt cx="246974" cy="2401732"/>
          </a:xfrm>
        </p:grpSpPr>
        <p:cxnSp>
          <p:nvCxnSpPr>
            <p:cNvPr id="4757" name="Google Shape;7723;p66">
              <a:extLst>
                <a:ext uri="{FF2B5EF4-FFF2-40B4-BE49-F238E27FC236}">
                  <a16:creationId xmlns:a16="http://schemas.microsoft.com/office/drawing/2014/main" id="{233B23E1-40F3-605F-5522-FD11CD67B57B}"/>
                </a:ext>
              </a:extLst>
            </p:cNvPr>
            <p:cNvCxnSpPr>
              <a:cxnSpLocks/>
              <a:stCxn id="4698" idx="3"/>
              <a:endCxn id="4707" idx="3"/>
            </p:cNvCxnSpPr>
            <p:nvPr/>
          </p:nvCxnSpPr>
          <p:spPr>
            <a:xfrm rot="10800000" flipV="1">
              <a:off x="2778064" y="1841136"/>
              <a:ext cx="245126" cy="1200865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65" name="Google Shape;7723;p66">
              <a:extLst>
                <a:ext uri="{FF2B5EF4-FFF2-40B4-BE49-F238E27FC236}">
                  <a16:creationId xmlns:a16="http://schemas.microsoft.com/office/drawing/2014/main" id="{06032253-72E1-1BF6-9BEE-0CC5749DB2DC}"/>
                </a:ext>
              </a:extLst>
            </p:cNvPr>
            <p:cNvCxnSpPr>
              <a:cxnSpLocks/>
              <a:stCxn id="4748" idx="3"/>
              <a:endCxn id="4707" idx="3"/>
            </p:cNvCxnSpPr>
            <p:nvPr/>
          </p:nvCxnSpPr>
          <p:spPr>
            <a:xfrm rot="10800000" flipV="1">
              <a:off x="2778064" y="2184240"/>
              <a:ext cx="245126" cy="857761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68" name="Google Shape;7723;p66">
              <a:extLst>
                <a:ext uri="{FF2B5EF4-FFF2-40B4-BE49-F238E27FC236}">
                  <a16:creationId xmlns:a16="http://schemas.microsoft.com/office/drawing/2014/main" id="{9513776A-4502-315A-39CD-35E612877DC0}"/>
                </a:ext>
              </a:extLst>
            </p:cNvPr>
            <p:cNvCxnSpPr>
              <a:cxnSpLocks/>
              <a:stCxn id="4694" idx="3"/>
              <a:endCxn id="4707" idx="3"/>
            </p:cNvCxnSpPr>
            <p:nvPr/>
          </p:nvCxnSpPr>
          <p:spPr>
            <a:xfrm rot="10800000" flipV="1">
              <a:off x="2778065" y="2527344"/>
              <a:ext cx="246973" cy="514657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71" name="Google Shape;7723;p66">
              <a:extLst>
                <a:ext uri="{FF2B5EF4-FFF2-40B4-BE49-F238E27FC236}">
                  <a16:creationId xmlns:a16="http://schemas.microsoft.com/office/drawing/2014/main" id="{797464A2-7879-B8B1-8AED-0347B3C372E1}"/>
                </a:ext>
              </a:extLst>
            </p:cNvPr>
            <p:cNvCxnSpPr>
              <a:cxnSpLocks/>
              <a:endCxn id="4707" idx="3"/>
            </p:cNvCxnSpPr>
            <p:nvPr/>
          </p:nvCxnSpPr>
          <p:spPr>
            <a:xfrm rot="5400000">
              <a:off x="2751004" y="2897503"/>
              <a:ext cx="171560" cy="117439"/>
            </a:xfrm>
            <a:prstGeom prst="bentConnector2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73" name="Google Shape;7723;p66">
              <a:extLst>
                <a:ext uri="{FF2B5EF4-FFF2-40B4-BE49-F238E27FC236}">
                  <a16:creationId xmlns:a16="http://schemas.microsoft.com/office/drawing/2014/main" id="{207D6851-0AE4-9BE9-BC82-1B40BC2DB8BF}"/>
                </a:ext>
              </a:extLst>
            </p:cNvPr>
            <p:cNvCxnSpPr>
              <a:cxnSpLocks/>
              <a:endCxn id="4707" idx="3"/>
            </p:cNvCxnSpPr>
            <p:nvPr/>
          </p:nvCxnSpPr>
          <p:spPr>
            <a:xfrm rot="16200000" flipV="1">
              <a:off x="2751015" y="3069052"/>
              <a:ext cx="171545" cy="117445"/>
            </a:xfrm>
            <a:prstGeom prst="bentConnector2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75" name="Google Shape;7723;p66">
              <a:extLst>
                <a:ext uri="{FF2B5EF4-FFF2-40B4-BE49-F238E27FC236}">
                  <a16:creationId xmlns:a16="http://schemas.microsoft.com/office/drawing/2014/main" id="{BF4CFEBD-B8B4-7232-6B84-6228FB67FF39}"/>
                </a:ext>
              </a:extLst>
            </p:cNvPr>
            <p:cNvCxnSpPr>
              <a:cxnSpLocks/>
              <a:stCxn id="4704" idx="3"/>
              <a:endCxn id="4707" idx="3"/>
            </p:cNvCxnSpPr>
            <p:nvPr/>
          </p:nvCxnSpPr>
          <p:spPr>
            <a:xfrm rot="10800000">
              <a:off x="2778065" y="3042003"/>
              <a:ext cx="246973" cy="514655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78" name="Google Shape;7723;p66">
              <a:extLst>
                <a:ext uri="{FF2B5EF4-FFF2-40B4-BE49-F238E27FC236}">
                  <a16:creationId xmlns:a16="http://schemas.microsoft.com/office/drawing/2014/main" id="{DE273791-FEF1-B84A-B7AA-D3556973B070}"/>
                </a:ext>
              </a:extLst>
            </p:cNvPr>
            <p:cNvCxnSpPr>
              <a:cxnSpLocks/>
              <a:stCxn id="4758" idx="3"/>
              <a:endCxn id="4707" idx="3"/>
            </p:cNvCxnSpPr>
            <p:nvPr/>
          </p:nvCxnSpPr>
          <p:spPr>
            <a:xfrm rot="10800000">
              <a:off x="2778065" y="3042003"/>
              <a:ext cx="246973" cy="857759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81" name="Google Shape;7723;p66">
              <a:extLst>
                <a:ext uri="{FF2B5EF4-FFF2-40B4-BE49-F238E27FC236}">
                  <a16:creationId xmlns:a16="http://schemas.microsoft.com/office/drawing/2014/main" id="{008C0B55-A43F-AE05-DF3C-24A9BF847F12}"/>
                </a:ext>
              </a:extLst>
            </p:cNvPr>
            <p:cNvCxnSpPr>
              <a:cxnSpLocks/>
              <a:stCxn id="4759" idx="3"/>
              <a:endCxn id="4707" idx="3"/>
            </p:cNvCxnSpPr>
            <p:nvPr/>
          </p:nvCxnSpPr>
          <p:spPr>
            <a:xfrm rot="10800000">
              <a:off x="2778065" y="3042002"/>
              <a:ext cx="246973" cy="1200866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818" name="Google Shape;3546;p39">
            <a:extLst>
              <a:ext uri="{FF2B5EF4-FFF2-40B4-BE49-F238E27FC236}">
                <a16:creationId xmlns:a16="http://schemas.microsoft.com/office/drawing/2014/main" id="{C3B9122C-D274-0AE4-F64B-DBD0D76E3D19}"/>
              </a:ext>
            </a:extLst>
          </p:cNvPr>
          <p:cNvSpPr txBox="1">
            <a:spLocks/>
          </p:cNvSpPr>
          <p:nvPr/>
        </p:nvSpPr>
        <p:spPr>
          <a:xfrm>
            <a:off x="1760220" y="728146"/>
            <a:ext cx="5623560" cy="30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Arial Rounded MT Bold" panose="020F0704030504030204" pitchFamily="34" charset="0"/>
              </a:rPr>
              <a:t>The Operational Reality We Designed For</a:t>
            </a:r>
            <a:endParaRPr lang="en-IE" b="1" dirty="0">
              <a:latin typeface="Arial Rounded MT Bold" panose="020F0704030504030204" pitchFamily="34" charset="0"/>
            </a:endParaRPr>
          </a:p>
        </p:txBody>
      </p:sp>
      <p:pic>
        <p:nvPicPr>
          <p:cNvPr id="4820" name="Graphic 4819" descr="Magnifying glass with solid fill">
            <a:extLst>
              <a:ext uri="{FF2B5EF4-FFF2-40B4-BE49-F238E27FC236}">
                <a16:creationId xmlns:a16="http://schemas.microsoft.com/office/drawing/2014/main" id="{3E27C45A-7403-2034-C7EF-7FBF4D1B1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8682" y="2314219"/>
            <a:ext cx="708806" cy="708806"/>
          </a:xfrm>
          <a:prstGeom prst="rect">
            <a:avLst/>
          </a:prstGeom>
        </p:spPr>
      </p:pic>
      <p:sp>
        <p:nvSpPr>
          <p:cNvPr id="4829" name="Google Shape;3546;p39">
            <a:extLst>
              <a:ext uri="{FF2B5EF4-FFF2-40B4-BE49-F238E27FC236}">
                <a16:creationId xmlns:a16="http://schemas.microsoft.com/office/drawing/2014/main" id="{F637B82B-1BCF-D721-6090-39498D44EC47}"/>
              </a:ext>
            </a:extLst>
          </p:cNvPr>
          <p:cNvSpPr txBox="1">
            <a:spLocks/>
          </p:cNvSpPr>
          <p:nvPr/>
        </p:nvSpPr>
        <p:spPr>
          <a:xfrm>
            <a:off x="1690368" y="4195992"/>
            <a:ext cx="5791200" cy="30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These constraints shape every technical decision we make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5">
          <a:extLst>
            <a:ext uri="{FF2B5EF4-FFF2-40B4-BE49-F238E27FC236}">
              <a16:creationId xmlns:a16="http://schemas.microsoft.com/office/drawing/2014/main" id="{10EE69AE-CE16-3469-5FCA-637A1B6F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8848;p74">
            <a:extLst>
              <a:ext uri="{FF2B5EF4-FFF2-40B4-BE49-F238E27FC236}">
                <a16:creationId xmlns:a16="http://schemas.microsoft.com/office/drawing/2014/main" id="{B90FEBCE-706A-9D52-A771-93A99222B8A6}"/>
              </a:ext>
            </a:extLst>
          </p:cNvPr>
          <p:cNvGrpSpPr/>
          <p:nvPr/>
        </p:nvGrpSpPr>
        <p:grpSpPr>
          <a:xfrm>
            <a:off x="2171702" y="1254027"/>
            <a:ext cx="4800598" cy="1934408"/>
            <a:chOff x="3852075" y="1987750"/>
            <a:chExt cx="3707700" cy="1494025"/>
          </a:xfrm>
        </p:grpSpPr>
        <p:sp>
          <p:nvSpPr>
            <p:cNvPr id="5" name="Google Shape;8849;p74">
              <a:extLst>
                <a:ext uri="{FF2B5EF4-FFF2-40B4-BE49-F238E27FC236}">
                  <a16:creationId xmlns:a16="http://schemas.microsoft.com/office/drawing/2014/main" id="{AAD1368E-085F-FFED-32FC-444566CB6E8B}"/>
                </a:ext>
              </a:extLst>
            </p:cNvPr>
            <p:cNvSpPr/>
            <p:nvPr/>
          </p:nvSpPr>
          <p:spPr>
            <a:xfrm>
              <a:off x="3852075" y="1987750"/>
              <a:ext cx="3707700" cy="1494025"/>
            </a:xfrm>
            <a:custGeom>
              <a:avLst/>
              <a:gdLst/>
              <a:ahLst/>
              <a:cxnLst/>
              <a:rect l="l" t="t" r="r" b="b"/>
              <a:pathLst>
                <a:path w="148308" h="59761" extrusionOk="0">
                  <a:moveTo>
                    <a:pt x="74235" y="0"/>
                  </a:moveTo>
                  <a:lnTo>
                    <a:pt x="74074" y="27"/>
                  </a:lnTo>
                  <a:lnTo>
                    <a:pt x="73885" y="54"/>
                  </a:lnTo>
                  <a:lnTo>
                    <a:pt x="73723" y="135"/>
                  </a:lnTo>
                  <a:lnTo>
                    <a:pt x="73561" y="243"/>
                  </a:lnTo>
                  <a:lnTo>
                    <a:pt x="73427" y="378"/>
                  </a:lnTo>
                  <a:lnTo>
                    <a:pt x="73319" y="540"/>
                  </a:lnTo>
                  <a:lnTo>
                    <a:pt x="73265" y="728"/>
                  </a:lnTo>
                  <a:lnTo>
                    <a:pt x="73211" y="944"/>
                  </a:lnTo>
                  <a:lnTo>
                    <a:pt x="71621" y="19570"/>
                  </a:lnTo>
                  <a:lnTo>
                    <a:pt x="71082" y="19678"/>
                  </a:lnTo>
                  <a:lnTo>
                    <a:pt x="70569" y="19786"/>
                  </a:lnTo>
                  <a:lnTo>
                    <a:pt x="70057" y="19947"/>
                  </a:lnTo>
                  <a:lnTo>
                    <a:pt x="69518" y="20082"/>
                  </a:lnTo>
                  <a:lnTo>
                    <a:pt x="69033" y="20244"/>
                  </a:lnTo>
                  <a:lnTo>
                    <a:pt x="68521" y="20433"/>
                  </a:lnTo>
                  <a:lnTo>
                    <a:pt x="68036" y="20648"/>
                  </a:lnTo>
                  <a:lnTo>
                    <a:pt x="67550" y="20864"/>
                  </a:lnTo>
                  <a:lnTo>
                    <a:pt x="67065" y="21106"/>
                  </a:lnTo>
                  <a:lnTo>
                    <a:pt x="66580" y="21349"/>
                  </a:lnTo>
                  <a:lnTo>
                    <a:pt x="66122" y="21619"/>
                  </a:lnTo>
                  <a:lnTo>
                    <a:pt x="65664" y="21888"/>
                  </a:lnTo>
                  <a:lnTo>
                    <a:pt x="65205" y="22185"/>
                  </a:lnTo>
                  <a:lnTo>
                    <a:pt x="64774" y="22508"/>
                  </a:lnTo>
                  <a:lnTo>
                    <a:pt x="64343" y="22832"/>
                  </a:lnTo>
                  <a:lnTo>
                    <a:pt x="63911" y="23182"/>
                  </a:lnTo>
                  <a:lnTo>
                    <a:pt x="32320" y="18896"/>
                  </a:lnTo>
                  <a:lnTo>
                    <a:pt x="32077" y="18896"/>
                  </a:lnTo>
                  <a:lnTo>
                    <a:pt x="31862" y="18923"/>
                  </a:lnTo>
                  <a:lnTo>
                    <a:pt x="31673" y="18977"/>
                  </a:lnTo>
                  <a:lnTo>
                    <a:pt x="31484" y="19085"/>
                  </a:lnTo>
                  <a:lnTo>
                    <a:pt x="31350" y="19220"/>
                  </a:lnTo>
                  <a:lnTo>
                    <a:pt x="31242" y="19354"/>
                  </a:lnTo>
                  <a:lnTo>
                    <a:pt x="31161" y="19516"/>
                  </a:lnTo>
                  <a:lnTo>
                    <a:pt x="31107" y="19705"/>
                  </a:lnTo>
                  <a:lnTo>
                    <a:pt x="31080" y="19867"/>
                  </a:lnTo>
                  <a:lnTo>
                    <a:pt x="31080" y="20055"/>
                  </a:lnTo>
                  <a:lnTo>
                    <a:pt x="31134" y="20244"/>
                  </a:lnTo>
                  <a:lnTo>
                    <a:pt x="31215" y="20406"/>
                  </a:lnTo>
                  <a:lnTo>
                    <a:pt x="31323" y="20567"/>
                  </a:lnTo>
                  <a:lnTo>
                    <a:pt x="31484" y="20702"/>
                  </a:lnTo>
                  <a:lnTo>
                    <a:pt x="31673" y="20810"/>
                  </a:lnTo>
                  <a:lnTo>
                    <a:pt x="31889" y="20918"/>
                  </a:lnTo>
                  <a:lnTo>
                    <a:pt x="59221" y="28897"/>
                  </a:lnTo>
                  <a:lnTo>
                    <a:pt x="58952" y="29436"/>
                  </a:lnTo>
                  <a:lnTo>
                    <a:pt x="58655" y="30002"/>
                  </a:lnTo>
                  <a:lnTo>
                    <a:pt x="58413" y="30568"/>
                  </a:lnTo>
                  <a:lnTo>
                    <a:pt x="58170" y="31161"/>
                  </a:lnTo>
                  <a:lnTo>
                    <a:pt x="57927" y="31754"/>
                  </a:lnTo>
                  <a:lnTo>
                    <a:pt x="57712" y="32347"/>
                  </a:lnTo>
                  <a:lnTo>
                    <a:pt x="57523" y="32967"/>
                  </a:lnTo>
                  <a:lnTo>
                    <a:pt x="57361" y="33587"/>
                  </a:lnTo>
                  <a:lnTo>
                    <a:pt x="57200" y="34207"/>
                  </a:lnTo>
                  <a:lnTo>
                    <a:pt x="57038" y="34854"/>
                  </a:lnTo>
                  <a:lnTo>
                    <a:pt x="56930" y="35501"/>
                  </a:lnTo>
                  <a:lnTo>
                    <a:pt x="56822" y="36147"/>
                  </a:lnTo>
                  <a:lnTo>
                    <a:pt x="56714" y="36794"/>
                  </a:lnTo>
                  <a:lnTo>
                    <a:pt x="56661" y="37468"/>
                  </a:lnTo>
                  <a:lnTo>
                    <a:pt x="56607" y="38142"/>
                  </a:lnTo>
                  <a:lnTo>
                    <a:pt x="56580" y="38816"/>
                  </a:lnTo>
                  <a:lnTo>
                    <a:pt x="27279" y="35258"/>
                  </a:lnTo>
                  <a:lnTo>
                    <a:pt x="11861" y="33398"/>
                  </a:lnTo>
                  <a:lnTo>
                    <a:pt x="6605" y="32778"/>
                  </a:lnTo>
                  <a:lnTo>
                    <a:pt x="4044" y="32509"/>
                  </a:lnTo>
                  <a:lnTo>
                    <a:pt x="3801" y="32509"/>
                  </a:lnTo>
                  <a:lnTo>
                    <a:pt x="971" y="32913"/>
                  </a:lnTo>
                  <a:lnTo>
                    <a:pt x="756" y="32967"/>
                  </a:lnTo>
                  <a:lnTo>
                    <a:pt x="567" y="33048"/>
                  </a:lnTo>
                  <a:lnTo>
                    <a:pt x="405" y="33155"/>
                  </a:lnTo>
                  <a:lnTo>
                    <a:pt x="270" y="33290"/>
                  </a:lnTo>
                  <a:lnTo>
                    <a:pt x="163" y="33425"/>
                  </a:lnTo>
                  <a:lnTo>
                    <a:pt x="82" y="33614"/>
                  </a:lnTo>
                  <a:lnTo>
                    <a:pt x="28" y="33775"/>
                  </a:lnTo>
                  <a:lnTo>
                    <a:pt x="1" y="33964"/>
                  </a:lnTo>
                  <a:lnTo>
                    <a:pt x="1" y="34153"/>
                  </a:lnTo>
                  <a:lnTo>
                    <a:pt x="28" y="34341"/>
                  </a:lnTo>
                  <a:lnTo>
                    <a:pt x="109" y="34503"/>
                  </a:lnTo>
                  <a:lnTo>
                    <a:pt x="189" y="34665"/>
                  </a:lnTo>
                  <a:lnTo>
                    <a:pt x="297" y="34827"/>
                  </a:lnTo>
                  <a:lnTo>
                    <a:pt x="459" y="34934"/>
                  </a:lnTo>
                  <a:lnTo>
                    <a:pt x="648" y="35042"/>
                  </a:lnTo>
                  <a:lnTo>
                    <a:pt x="863" y="35123"/>
                  </a:lnTo>
                  <a:lnTo>
                    <a:pt x="23479" y="40703"/>
                  </a:lnTo>
                  <a:lnTo>
                    <a:pt x="23290" y="40999"/>
                  </a:lnTo>
                  <a:lnTo>
                    <a:pt x="23128" y="41323"/>
                  </a:lnTo>
                  <a:lnTo>
                    <a:pt x="22967" y="41646"/>
                  </a:lnTo>
                  <a:lnTo>
                    <a:pt x="22859" y="41997"/>
                  </a:lnTo>
                  <a:lnTo>
                    <a:pt x="22751" y="42347"/>
                  </a:lnTo>
                  <a:lnTo>
                    <a:pt x="22670" y="42698"/>
                  </a:lnTo>
                  <a:lnTo>
                    <a:pt x="22643" y="43075"/>
                  </a:lnTo>
                  <a:lnTo>
                    <a:pt x="22616" y="43452"/>
                  </a:lnTo>
                  <a:lnTo>
                    <a:pt x="22643" y="43938"/>
                  </a:lnTo>
                  <a:lnTo>
                    <a:pt x="22724" y="44423"/>
                  </a:lnTo>
                  <a:lnTo>
                    <a:pt x="22832" y="44908"/>
                  </a:lnTo>
                  <a:lnTo>
                    <a:pt x="22994" y="45339"/>
                  </a:lnTo>
                  <a:lnTo>
                    <a:pt x="23209" y="45770"/>
                  </a:lnTo>
                  <a:lnTo>
                    <a:pt x="23452" y="46175"/>
                  </a:lnTo>
                  <a:lnTo>
                    <a:pt x="23721" y="46552"/>
                  </a:lnTo>
                  <a:lnTo>
                    <a:pt x="24045" y="46876"/>
                  </a:lnTo>
                  <a:lnTo>
                    <a:pt x="24395" y="47199"/>
                  </a:lnTo>
                  <a:lnTo>
                    <a:pt x="24773" y="47469"/>
                  </a:lnTo>
                  <a:lnTo>
                    <a:pt x="25150" y="47711"/>
                  </a:lnTo>
                  <a:lnTo>
                    <a:pt x="25581" y="47927"/>
                  </a:lnTo>
                  <a:lnTo>
                    <a:pt x="26039" y="48089"/>
                  </a:lnTo>
                  <a:lnTo>
                    <a:pt x="26498" y="48196"/>
                  </a:lnTo>
                  <a:lnTo>
                    <a:pt x="26983" y="48277"/>
                  </a:lnTo>
                  <a:lnTo>
                    <a:pt x="27468" y="48304"/>
                  </a:lnTo>
                  <a:lnTo>
                    <a:pt x="27980" y="48277"/>
                  </a:lnTo>
                  <a:lnTo>
                    <a:pt x="28438" y="48196"/>
                  </a:lnTo>
                  <a:lnTo>
                    <a:pt x="28924" y="48089"/>
                  </a:lnTo>
                  <a:lnTo>
                    <a:pt x="29355" y="47927"/>
                  </a:lnTo>
                  <a:lnTo>
                    <a:pt x="29786" y="47711"/>
                  </a:lnTo>
                  <a:lnTo>
                    <a:pt x="30191" y="47469"/>
                  </a:lnTo>
                  <a:lnTo>
                    <a:pt x="30568" y="47199"/>
                  </a:lnTo>
                  <a:lnTo>
                    <a:pt x="30891" y="46876"/>
                  </a:lnTo>
                  <a:lnTo>
                    <a:pt x="31215" y="46552"/>
                  </a:lnTo>
                  <a:lnTo>
                    <a:pt x="31484" y="46175"/>
                  </a:lnTo>
                  <a:lnTo>
                    <a:pt x="31727" y="45770"/>
                  </a:lnTo>
                  <a:lnTo>
                    <a:pt x="31943" y="45339"/>
                  </a:lnTo>
                  <a:lnTo>
                    <a:pt x="32104" y="44908"/>
                  </a:lnTo>
                  <a:lnTo>
                    <a:pt x="32212" y="44423"/>
                  </a:lnTo>
                  <a:lnTo>
                    <a:pt x="32293" y="43938"/>
                  </a:lnTo>
                  <a:lnTo>
                    <a:pt x="32320" y="43452"/>
                  </a:lnTo>
                  <a:lnTo>
                    <a:pt x="32320" y="43156"/>
                  </a:lnTo>
                  <a:lnTo>
                    <a:pt x="32293" y="42859"/>
                  </a:lnTo>
                  <a:lnTo>
                    <a:pt x="36660" y="43938"/>
                  </a:lnTo>
                  <a:lnTo>
                    <a:pt x="36471" y="44288"/>
                  </a:lnTo>
                  <a:lnTo>
                    <a:pt x="36336" y="44665"/>
                  </a:lnTo>
                  <a:lnTo>
                    <a:pt x="36202" y="45043"/>
                  </a:lnTo>
                  <a:lnTo>
                    <a:pt x="36094" y="45447"/>
                  </a:lnTo>
                  <a:lnTo>
                    <a:pt x="35986" y="45824"/>
                  </a:lnTo>
                  <a:lnTo>
                    <a:pt x="35932" y="46229"/>
                  </a:lnTo>
                  <a:lnTo>
                    <a:pt x="35905" y="46660"/>
                  </a:lnTo>
                  <a:lnTo>
                    <a:pt x="35878" y="47064"/>
                  </a:lnTo>
                  <a:lnTo>
                    <a:pt x="35878" y="47415"/>
                  </a:lnTo>
                  <a:lnTo>
                    <a:pt x="35905" y="47765"/>
                  </a:lnTo>
                  <a:lnTo>
                    <a:pt x="35959" y="48089"/>
                  </a:lnTo>
                  <a:lnTo>
                    <a:pt x="36013" y="48412"/>
                  </a:lnTo>
                  <a:lnTo>
                    <a:pt x="36094" y="48736"/>
                  </a:lnTo>
                  <a:lnTo>
                    <a:pt x="36175" y="49059"/>
                  </a:lnTo>
                  <a:lnTo>
                    <a:pt x="36390" y="49679"/>
                  </a:lnTo>
                  <a:lnTo>
                    <a:pt x="36687" y="50245"/>
                  </a:lnTo>
                  <a:lnTo>
                    <a:pt x="37010" y="50811"/>
                  </a:lnTo>
                  <a:lnTo>
                    <a:pt x="37415" y="51323"/>
                  </a:lnTo>
                  <a:lnTo>
                    <a:pt x="37819" y="51782"/>
                  </a:lnTo>
                  <a:lnTo>
                    <a:pt x="38304" y="52213"/>
                  </a:lnTo>
                  <a:lnTo>
                    <a:pt x="38816" y="52590"/>
                  </a:lnTo>
                  <a:lnTo>
                    <a:pt x="39355" y="52941"/>
                  </a:lnTo>
                  <a:lnTo>
                    <a:pt x="39948" y="53210"/>
                  </a:lnTo>
                  <a:lnTo>
                    <a:pt x="40568" y="53453"/>
                  </a:lnTo>
                  <a:lnTo>
                    <a:pt x="40892" y="53534"/>
                  </a:lnTo>
                  <a:lnTo>
                    <a:pt x="41215" y="53614"/>
                  </a:lnTo>
                  <a:lnTo>
                    <a:pt x="41539" y="53668"/>
                  </a:lnTo>
                  <a:lnTo>
                    <a:pt x="41862" y="53695"/>
                  </a:lnTo>
                  <a:lnTo>
                    <a:pt x="42213" y="53722"/>
                  </a:lnTo>
                  <a:lnTo>
                    <a:pt x="42536" y="53749"/>
                  </a:lnTo>
                  <a:lnTo>
                    <a:pt x="42886" y="53722"/>
                  </a:lnTo>
                  <a:lnTo>
                    <a:pt x="43237" y="53695"/>
                  </a:lnTo>
                  <a:lnTo>
                    <a:pt x="43560" y="53668"/>
                  </a:lnTo>
                  <a:lnTo>
                    <a:pt x="43884" y="53614"/>
                  </a:lnTo>
                  <a:lnTo>
                    <a:pt x="44207" y="53534"/>
                  </a:lnTo>
                  <a:lnTo>
                    <a:pt x="44531" y="53453"/>
                  </a:lnTo>
                  <a:lnTo>
                    <a:pt x="45151" y="53210"/>
                  </a:lnTo>
                  <a:lnTo>
                    <a:pt x="45717" y="52941"/>
                  </a:lnTo>
                  <a:lnTo>
                    <a:pt x="46283" y="52590"/>
                  </a:lnTo>
                  <a:lnTo>
                    <a:pt x="46795" y="52213"/>
                  </a:lnTo>
                  <a:lnTo>
                    <a:pt x="47253" y="51782"/>
                  </a:lnTo>
                  <a:lnTo>
                    <a:pt x="47684" y="51323"/>
                  </a:lnTo>
                  <a:lnTo>
                    <a:pt x="48089" y="50811"/>
                  </a:lnTo>
                  <a:lnTo>
                    <a:pt x="48412" y="50245"/>
                  </a:lnTo>
                  <a:lnTo>
                    <a:pt x="48682" y="49679"/>
                  </a:lnTo>
                  <a:lnTo>
                    <a:pt x="48924" y="49059"/>
                  </a:lnTo>
                  <a:lnTo>
                    <a:pt x="49005" y="48736"/>
                  </a:lnTo>
                  <a:lnTo>
                    <a:pt x="49086" y="48412"/>
                  </a:lnTo>
                  <a:lnTo>
                    <a:pt x="49140" y="48089"/>
                  </a:lnTo>
                  <a:lnTo>
                    <a:pt x="49167" y="47765"/>
                  </a:lnTo>
                  <a:lnTo>
                    <a:pt x="49194" y="47415"/>
                  </a:lnTo>
                  <a:lnTo>
                    <a:pt x="49221" y="47064"/>
                  </a:lnTo>
                  <a:lnTo>
                    <a:pt x="49221" y="47037"/>
                  </a:lnTo>
                  <a:lnTo>
                    <a:pt x="58790" y="49409"/>
                  </a:lnTo>
                  <a:lnTo>
                    <a:pt x="59248" y="50272"/>
                  </a:lnTo>
                  <a:lnTo>
                    <a:pt x="59733" y="51081"/>
                  </a:lnTo>
                  <a:lnTo>
                    <a:pt x="60246" y="51889"/>
                  </a:lnTo>
                  <a:lnTo>
                    <a:pt x="60785" y="52671"/>
                  </a:lnTo>
                  <a:lnTo>
                    <a:pt x="61216" y="53210"/>
                  </a:lnTo>
                  <a:lnTo>
                    <a:pt x="61620" y="53722"/>
                  </a:lnTo>
                  <a:lnTo>
                    <a:pt x="62078" y="54207"/>
                  </a:lnTo>
                  <a:lnTo>
                    <a:pt x="62537" y="54693"/>
                  </a:lnTo>
                  <a:lnTo>
                    <a:pt x="62564" y="54720"/>
                  </a:lnTo>
                  <a:lnTo>
                    <a:pt x="63022" y="55178"/>
                  </a:lnTo>
                  <a:lnTo>
                    <a:pt x="63480" y="55582"/>
                  </a:lnTo>
                  <a:lnTo>
                    <a:pt x="63507" y="55636"/>
                  </a:lnTo>
                  <a:lnTo>
                    <a:pt x="63992" y="56040"/>
                  </a:lnTo>
                  <a:lnTo>
                    <a:pt x="64504" y="56418"/>
                  </a:lnTo>
                  <a:lnTo>
                    <a:pt x="64585" y="56472"/>
                  </a:lnTo>
                  <a:lnTo>
                    <a:pt x="65044" y="56822"/>
                  </a:lnTo>
                  <a:lnTo>
                    <a:pt x="65502" y="57119"/>
                  </a:lnTo>
                  <a:lnTo>
                    <a:pt x="65637" y="57226"/>
                  </a:lnTo>
                  <a:lnTo>
                    <a:pt x="66149" y="57523"/>
                  </a:lnTo>
                  <a:lnTo>
                    <a:pt x="66688" y="57819"/>
                  </a:lnTo>
                  <a:lnTo>
                    <a:pt x="66796" y="57873"/>
                  </a:lnTo>
                  <a:lnTo>
                    <a:pt x="67281" y="58143"/>
                  </a:lnTo>
                  <a:lnTo>
                    <a:pt x="67766" y="58359"/>
                  </a:lnTo>
                  <a:lnTo>
                    <a:pt x="67955" y="58439"/>
                  </a:lnTo>
                  <a:lnTo>
                    <a:pt x="68494" y="58682"/>
                  </a:lnTo>
                  <a:lnTo>
                    <a:pt x="69060" y="58871"/>
                  </a:lnTo>
                  <a:lnTo>
                    <a:pt x="69168" y="58925"/>
                  </a:lnTo>
                  <a:lnTo>
                    <a:pt x="69680" y="59086"/>
                  </a:lnTo>
                  <a:lnTo>
                    <a:pt x="70192" y="59221"/>
                  </a:lnTo>
                  <a:lnTo>
                    <a:pt x="70435" y="59302"/>
                  </a:lnTo>
                  <a:lnTo>
                    <a:pt x="71001" y="59437"/>
                  </a:lnTo>
                  <a:lnTo>
                    <a:pt x="71594" y="59545"/>
                  </a:lnTo>
                  <a:lnTo>
                    <a:pt x="71675" y="59545"/>
                  </a:lnTo>
                  <a:lnTo>
                    <a:pt x="72214" y="59625"/>
                  </a:lnTo>
                  <a:lnTo>
                    <a:pt x="72753" y="59679"/>
                  </a:lnTo>
                  <a:lnTo>
                    <a:pt x="73049" y="59706"/>
                  </a:lnTo>
                  <a:lnTo>
                    <a:pt x="73642" y="59760"/>
                  </a:lnTo>
                  <a:lnTo>
                    <a:pt x="74235" y="59760"/>
                  </a:lnTo>
                  <a:lnTo>
                    <a:pt x="75071" y="59733"/>
                  </a:lnTo>
                  <a:lnTo>
                    <a:pt x="75313" y="59733"/>
                  </a:lnTo>
                  <a:lnTo>
                    <a:pt x="75906" y="59679"/>
                  </a:lnTo>
                  <a:lnTo>
                    <a:pt x="76176" y="59652"/>
                  </a:lnTo>
                  <a:lnTo>
                    <a:pt x="76796" y="59545"/>
                  </a:lnTo>
                  <a:lnTo>
                    <a:pt x="76985" y="59518"/>
                  </a:lnTo>
                  <a:lnTo>
                    <a:pt x="77766" y="59356"/>
                  </a:lnTo>
                  <a:lnTo>
                    <a:pt x="77982" y="59329"/>
                  </a:lnTo>
                  <a:lnTo>
                    <a:pt x="78548" y="59167"/>
                  </a:lnTo>
                  <a:lnTo>
                    <a:pt x="78818" y="59086"/>
                  </a:lnTo>
                  <a:lnTo>
                    <a:pt x="79330" y="58925"/>
                  </a:lnTo>
                  <a:lnTo>
                    <a:pt x="79599" y="58817"/>
                  </a:lnTo>
                  <a:lnTo>
                    <a:pt x="80300" y="58547"/>
                  </a:lnTo>
                  <a:lnTo>
                    <a:pt x="80435" y="58493"/>
                  </a:lnTo>
                  <a:lnTo>
                    <a:pt x="81028" y="58224"/>
                  </a:lnTo>
                  <a:lnTo>
                    <a:pt x="81298" y="58089"/>
                  </a:lnTo>
                  <a:lnTo>
                    <a:pt x="81756" y="57873"/>
                  </a:lnTo>
                  <a:lnTo>
                    <a:pt x="82025" y="57712"/>
                  </a:lnTo>
                  <a:lnTo>
                    <a:pt x="82484" y="57442"/>
                  </a:lnTo>
                  <a:lnTo>
                    <a:pt x="82726" y="57307"/>
                  </a:lnTo>
                  <a:lnTo>
                    <a:pt x="83346" y="56903"/>
                  </a:lnTo>
                  <a:lnTo>
                    <a:pt x="83616" y="56687"/>
                  </a:lnTo>
                  <a:lnTo>
                    <a:pt x="83993" y="56418"/>
                  </a:lnTo>
                  <a:lnTo>
                    <a:pt x="84290" y="56202"/>
                  </a:lnTo>
                  <a:lnTo>
                    <a:pt x="84613" y="55933"/>
                  </a:lnTo>
                  <a:lnTo>
                    <a:pt x="84909" y="55663"/>
                  </a:lnTo>
                  <a:lnTo>
                    <a:pt x="85287" y="55367"/>
                  </a:lnTo>
                  <a:lnTo>
                    <a:pt x="85745" y="54908"/>
                  </a:lnTo>
                  <a:lnTo>
                    <a:pt x="86015" y="54639"/>
                  </a:lnTo>
                  <a:lnTo>
                    <a:pt x="86338" y="54315"/>
                  </a:lnTo>
                  <a:lnTo>
                    <a:pt x="86554" y="54046"/>
                  </a:lnTo>
                  <a:lnTo>
                    <a:pt x="86877" y="53695"/>
                  </a:lnTo>
                  <a:lnTo>
                    <a:pt x="87066" y="53480"/>
                  </a:lnTo>
                  <a:lnTo>
                    <a:pt x="87740" y="52644"/>
                  </a:lnTo>
                  <a:lnTo>
                    <a:pt x="87821" y="52536"/>
                  </a:lnTo>
                  <a:lnTo>
                    <a:pt x="88117" y="52105"/>
                  </a:lnTo>
                  <a:lnTo>
                    <a:pt x="88279" y="51862"/>
                  </a:lnTo>
                  <a:lnTo>
                    <a:pt x="88575" y="51431"/>
                  </a:lnTo>
                  <a:lnTo>
                    <a:pt x="88710" y="51215"/>
                  </a:lnTo>
                  <a:lnTo>
                    <a:pt x="89168" y="50407"/>
                  </a:lnTo>
                  <a:lnTo>
                    <a:pt x="89600" y="49571"/>
                  </a:lnTo>
                  <a:lnTo>
                    <a:pt x="89708" y="49409"/>
                  </a:lnTo>
                  <a:lnTo>
                    <a:pt x="89734" y="49356"/>
                  </a:lnTo>
                  <a:lnTo>
                    <a:pt x="99088" y="47037"/>
                  </a:lnTo>
                  <a:lnTo>
                    <a:pt x="99088" y="47064"/>
                  </a:lnTo>
                  <a:lnTo>
                    <a:pt x="99088" y="47415"/>
                  </a:lnTo>
                  <a:lnTo>
                    <a:pt x="99115" y="47765"/>
                  </a:lnTo>
                  <a:lnTo>
                    <a:pt x="99169" y="48089"/>
                  </a:lnTo>
                  <a:lnTo>
                    <a:pt x="99223" y="48412"/>
                  </a:lnTo>
                  <a:lnTo>
                    <a:pt x="99304" y="48736"/>
                  </a:lnTo>
                  <a:lnTo>
                    <a:pt x="99384" y="49059"/>
                  </a:lnTo>
                  <a:lnTo>
                    <a:pt x="99627" y="49679"/>
                  </a:lnTo>
                  <a:lnTo>
                    <a:pt x="99897" y="50245"/>
                  </a:lnTo>
                  <a:lnTo>
                    <a:pt x="100220" y="50811"/>
                  </a:lnTo>
                  <a:lnTo>
                    <a:pt x="100624" y="51323"/>
                  </a:lnTo>
                  <a:lnTo>
                    <a:pt x="101056" y="51782"/>
                  </a:lnTo>
                  <a:lnTo>
                    <a:pt x="101514" y="52213"/>
                  </a:lnTo>
                  <a:lnTo>
                    <a:pt x="102026" y="52590"/>
                  </a:lnTo>
                  <a:lnTo>
                    <a:pt x="102592" y="52941"/>
                  </a:lnTo>
                  <a:lnTo>
                    <a:pt x="103158" y="53210"/>
                  </a:lnTo>
                  <a:lnTo>
                    <a:pt x="103455" y="53345"/>
                  </a:lnTo>
                  <a:lnTo>
                    <a:pt x="103778" y="53453"/>
                  </a:lnTo>
                  <a:lnTo>
                    <a:pt x="104102" y="53534"/>
                  </a:lnTo>
                  <a:lnTo>
                    <a:pt x="104425" y="53614"/>
                  </a:lnTo>
                  <a:lnTo>
                    <a:pt x="104748" y="53668"/>
                  </a:lnTo>
                  <a:lnTo>
                    <a:pt x="105072" y="53695"/>
                  </a:lnTo>
                  <a:lnTo>
                    <a:pt x="105422" y="53722"/>
                  </a:lnTo>
                  <a:lnTo>
                    <a:pt x="105746" y="53749"/>
                  </a:lnTo>
                  <a:lnTo>
                    <a:pt x="106096" y="53722"/>
                  </a:lnTo>
                  <a:lnTo>
                    <a:pt x="106447" y="53695"/>
                  </a:lnTo>
                  <a:lnTo>
                    <a:pt x="106770" y="53668"/>
                  </a:lnTo>
                  <a:lnTo>
                    <a:pt x="107094" y="53614"/>
                  </a:lnTo>
                  <a:lnTo>
                    <a:pt x="107417" y="53534"/>
                  </a:lnTo>
                  <a:lnTo>
                    <a:pt x="107741" y="53453"/>
                  </a:lnTo>
                  <a:lnTo>
                    <a:pt x="108064" y="53345"/>
                  </a:lnTo>
                  <a:lnTo>
                    <a:pt x="108360" y="53210"/>
                  </a:lnTo>
                  <a:lnTo>
                    <a:pt x="108927" y="52941"/>
                  </a:lnTo>
                  <a:lnTo>
                    <a:pt x="109493" y="52590"/>
                  </a:lnTo>
                  <a:lnTo>
                    <a:pt x="110005" y="52213"/>
                  </a:lnTo>
                  <a:lnTo>
                    <a:pt x="110463" y="51782"/>
                  </a:lnTo>
                  <a:lnTo>
                    <a:pt x="110894" y="51323"/>
                  </a:lnTo>
                  <a:lnTo>
                    <a:pt x="111299" y="50811"/>
                  </a:lnTo>
                  <a:lnTo>
                    <a:pt x="111622" y="50245"/>
                  </a:lnTo>
                  <a:lnTo>
                    <a:pt x="111892" y="49679"/>
                  </a:lnTo>
                  <a:lnTo>
                    <a:pt x="112134" y="49059"/>
                  </a:lnTo>
                  <a:lnTo>
                    <a:pt x="112215" y="48736"/>
                  </a:lnTo>
                  <a:lnTo>
                    <a:pt x="112296" y="48412"/>
                  </a:lnTo>
                  <a:lnTo>
                    <a:pt x="112350" y="48089"/>
                  </a:lnTo>
                  <a:lnTo>
                    <a:pt x="112404" y="47765"/>
                  </a:lnTo>
                  <a:lnTo>
                    <a:pt x="112431" y="47415"/>
                  </a:lnTo>
                  <a:lnTo>
                    <a:pt x="112431" y="47064"/>
                  </a:lnTo>
                  <a:lnTo>
                    <a:pt x="112404" y="46660"/>
                  </a:lnTo>
                  <a:lnTo>
                    <a:pt x="112377" y="46229"/>
                  </a:lnTo>
                  <a:lnTo>
                    <a:pt x="112323" y="45824"/>
                  </a:lnTo>
                  <a:lnTo>
                    <a:pt x="112215" y="45447"/>
                  </a:lnTo>
                  <a:lnTo>
                    <a:pt x="112107" y="45043"/>
                  </a:lnTo>
                  <a:lnTo>
                    <a:pt x="111972" y="44665"/>
                  </a:lnTo>
                  <a:lnTo>
                    <a:pt x="111811" y="44288"/>
                  </a:lnTo>
                  <a:lnTo>
                    <a:pt x="111649" y="43938"/>
                  </a:lnTo>
                  <a:lnTo>
                    <a:pt x="116016" y="42859"/>
                  </a:lnTo>
                  <a:lnTo>
                    <a:pt x="115989" y="43156"/>
                  </a:lnTo>
                  <a:lnTo>
                    <a:pt x="115989" y="43452"/>
                  </a:lnTo>
                  <a:lnTo>
                    <a:pt x="116016" y="43938"/>
                  </a:lnTo>
                  <a:lnTo>
                    <a:pt x="116070" y="44423"/>
                  </a:lnTo>
                  <a:lnTo>
                    <a:pt x="116204" y="44908"/>
                  </a:lnTo>
                  <a:lnTo>
                    <a:pt x="116366" y="45339"/>
                  </a:lnTo>
                  <a:lnTo>
                    <a:pt x="116555" y="45770"/>
                  </a:lnTo>
                  <a:lnTo>
                    <a:pt x="116824" y="46175"/>
                  </a:lnTo>
                  <a:lnTo>
                    <a:pt x="117094" y="46552"/>
                  </a:lnTo>
                  <a:lnTo>
                    <a:pt x="117390" y="46876"/>
                  </a:lnTo>
                  <a:lnTo>
                    <a:pt x="117741" y="47199"/>
                  </a:lnTo>
                  <a:lnTo>
                    <a:pt x="118118" y="47469"/>
                  </a:lnTo>
                  <a:lnTo>
                    <a:pt x="118523" y="47711"/>
                  </a:lnTo>
                  <a:lnTo>
                    <a:pt x="118954" y="47927"/>
                  </a:lnTo>
                  <a:lnTo>
                    <a:pt x="119385" y="48089"/>
                  </a:lnTo>
                  <a:lnTo>
                    <a:pt x="119843" y="48196"/>
                  </a:lnTo>
                  <a:lnTo>
                    <a:pt x="120329" y="48277"/>
                  </a:lnTo>
                  <a:lnTo>
                    <a:pt x="120841" y="48304"/>
                  </a:lnTo>
                  <a:lnTo>
                    <a:pt x="121326" y="48277"/>
                  </a:lnTo>
                  <a:lnTo>
                    <a:pt x="121811" y="48196"/>
                  </a:lnTo>
                  <a:lnTo>
                    <a:pt x="122269" y="48089"/>
                  </a:lnTo>
                  <a:lnTo>
                    <a:pt x="122728" y="47927"/>
                  </a:lnTo>
                  <a:lnTo>
                    <a:pt x="123159" y="47711"/>
                  </a:lnTo>
                  <a:lnTo>
                    <a:pt x="123536" y="47469"/>
                  </a:lnTo>
                  <a:lnTo>
                    <a:pt x="123914" y="47199"/>
                  </a:lnTo>
                  <a:lnTo>
                    <a:pt x="124264" y="46876"/>
                  </a:lnTo>
                  <a:lnTo>
                    <a:pt x="124587" y="46552"/>
                  </a:lnTo>
                  <a:lnTo>
                    <a:pt x="124857" y="46175"/>
                  </a:lnTo>
                  <a:lnTo>
                    <a:pt x="125100" y="45770"/>
                  </a:lnTo>
                  <a:lnTo>
                    <a:pt x="125315" y="45339"/>
                  </a:lnTo>
                  <a:lnTo>
                    <a:pt x="125477" y="44908"/>
                  </a:lnTo>
                  <a:lnTo>
                    <a:pt x="125585" y="44423"/>
                  </a:lnTo>
                  <a:lnTo>
                    <a:pt x="125666" y="43938"/>
                  </a:lnTo>
                  <a:lnTo>
                    <a:pt x="125693" y="43452"/>
                  </a:lnTo>
                  <a:lnTo>
                    <a:pt x="125666" y="43075"/>
                  </a:lnTo>
                  <a:lnTo>
                    <a:pt x="125639" y="42698"/>
                  </a:lnTo>
                  <a:lnTo>
                    <a:pt x="125558" y="42347"/>
                  </a:lnTo>
                  <a:lnTo>
                    <a:pt x="125450" y="41997"/>
                  </a:lnTo>
                  <a:lnTo>
                    <a:pt x="125342" y="41646"/>
                  </a:lnTo>
                  <a:lnTo>
                    <a:pt x="125180" y="41323"/>
                  </a:lnTo>
                  <a:lnTo>
                    <a:pt x="125019" y="40999"/>
                  </a:lnTo>
                  <a:lnTo>
                    <a:pt x="124830" y="40703"/>
                  </a:lnTo>
                  <a:lnTo>
                    <a:pt x="147445" y="35123"/>
                  </a:lnTo>
                  <a:lnTo>
                    <a:pt x="147661" y="35042"/>
                  </a:lnTo>
                  <a:lnTo>
                    <a:pt x="147850" y="34934"/>
                  </a:lnTo>
                  <a:lnTo>
                    <a:pt x="147985" y="34827"/>
                  </a:lnTo>
                  <a:lnTo>
                    <a:pt x="148119" y="34665"/>
                  </a:lnTo>
                  <a:lnTo>
                    <a:pt x="148200" y="34503"/>
                  </a:lnTo>
                  <a:lnTo>
                    <a:pt x="148281" y="34341"/>
                  </a:lnTo>
                  <a:lnTo>
                    <a:pt x="148308" y="34153"/>
                  </a:lnTo>
                  <a:lnTo>
                    <a:pt x="148308" y="33964"/>
                  </a:lnTo>
                  <a:lnTo>
                    <a:pt x="148281" y="33775"/>
                  </a:lnTo>
                  <a:lnTo>
                    <a:pt x="148227" y="33614"/>
                  </a:lnTo>
                  <a:lnTo>
                    <a:pt x="148146" y="33425"/>
                  </a:lnTo>
                  <a:lnTo>
                    <a:pt x="148038" y="33290"/>
                  </a:lnTo>
                  <a:lnTo>
                    <a:pt x="147904" y="33155"/>
                  </a:lnTo>
                  <a:lnTo>
                    <a:pt x="147742" y="33048"/>
                  </a:lnTo>
                  <a:lnTo>
                    <a:pt x="147553" y="32967"/>
                  </a:lnTo>
                  <a:lnTo>
                    <a:pt x="147338" y="32913"/>
                  </a:lnTo>
                  <a:lnTo>
                    <a:pt x="144507" y="32509"/>
                  </a:lnTo>
                  <a:lnTo>
                    <a:pt x="144265" y="32509"/>
                  </a:lnTo>
                  <a:lnTo>
                    <a:pt x="141704" y="32778"/>
                  </a:lnTo>
                  <a:lnTo>
                    <a:pt x="136529" y="33398"/>
                  </a:lnTo>
                  <a:lnTo>
                    <a:pt x="121218" y="35231"/>
                  </a:lnTo>
                  <a:lnTo>
                    <a:pt x="91918" y="38816"/>
                  </a:lnTo>
                  <a:lnTo>
                    <a:pt x="91891" y="38142"/>
                  </a:lnTo>
                  <a:lnTo>
                    <a:pt x="91837" y="37468"/>
                  </a:lnTo>
                  <a:lnTo>
                    <a:pt x="91783" y="36821"/>
                  </a:lnTo>
                  <a:lnTo>
                    <a:pt x="91675" y="36174"/>
                  </a:lnTo>
                  <a:lnTo>
                    <a:pt x="91594" y="35527"/>
                  </a:lnTo>
                  <a:lnTo>
                    <a:pt x="91460" y="34908"/>
                  </a:lnTo>
                  <a:lnTo>
                    <a:pt x="91325" y="34288"/>
                  </a:lnTo>
                  <a:lnTo>
                    <a:pt x="91163" y="33668"/>
                  </a:lnTo>
                  <a:lnTo>
                    <a:pt x="91001" y="33048"/>
                  </a:lnTo>
                  <a:lnTo>
                    <a:pt x="90813" y="32455"/>
                  </a:lnTo>
                  <a:lnTo>
                    <a:pt x="90597" y="31862"/>
                  </a:lnTo>
                  <a:lnTo>
                    <a:pt x="90381" y="31269"/>
                  </a:lnTo>
                  <a:lnTo>
                    <a:pt x="90139" y="30703"/>
                  </a:lnTo>
                  <a:lnTo>
                    <a:pt x="89896" y="30136"/>
                  </a:lnTo>
                  <a:lnTo>
                    <a:pt x="89627" y="29597"/>
                  </a:lnTo>
                  <a:lnTo>
                    <a:pt x="89357" y="29058"/>
                  </a:lnTo>
                  <a:lnTo>
                    <a:pt x="117256" y="20918"/>
                  </a:lnTo>
                  <a:lnTo>
                    <a:pt x="117471" y="20810"/>
                  </a:lnTo>
                  <a:lnTo>
                    <a:pt x="117660" y="20702"/>
                  </a:lnTo>
                  <a:lnTo>
                    <a:pt x="117822" y="20567"/>
                  </a:lnTo>
                  <a:lnTo>
                    <a:pt x="117930" y="20406"/>
                  </a:lnTo>
                  <a:lnTo>
                    <a:pt x="118010" y="20244"/>
                  </a:lnTo>
                  <a:lnTo>
                    <a:pt x="118064" y="20055"/>
                  </a:lnTo>
                  <a:lnTo>
                    <a:pt x="118064" y="19867"/>
                  </a:lnTo>
                  <a:lnTo>
                    <a:pt x="118037" y="19705"/>
                  </a:lnTo>
                  <a:lnTo>
                    <a:pt x="117983" y="19516"/>
                  </a:lnTo>
                  <a:lnTo>
                    <a:pt x="117903" y="19354"/>
                  </a:lnTo>
                  <a:lnTo>
                    <a:pt x="117795" y="19220"/>
                  </a:lnTo>
                  <a:lnTo>
                    <a:pt x="117660" y="19085"/>
                  </a:lnTo>
                  <a:lnTo>
                    <a:pt x="117471" y="18977"/>
                  </a:lnTo>
                  <a:lnTo>
                    <a:pt x="117283" y="18923"/>
                  </a:lnTo>
                  <a:lnTo>
                    <a:pt x="117067" y="18896"/>
                  </a:lnTo>
                  <a:lnTo>
                    <a:pt x="116824" y="18896"/>
                  </a:lnTo>
                  <a:lnTo>
                    <a:pt x="84667" y="23236"/>
                  </a:lnTo>
                  <a:lnTo>
                    <a:pt x="84236" y="22885"/>
                  </a:lnTo>
                  <a:lnTo>
                    <a:pt x="83804" y="22562"/>
                  </a:lnTo>
                  <a:lnTo>
                    <a:pt x="83346" y="22239"/>
                  </a:lnTo>
                  <a:lnTo>
                    <a:pt x="82888" y="21915"/>
                  </a:lnTo>
                  <a:lnTo>
                    <a:pt x="82403" y="21646"/>
                  </a:lnTo>
                  <a:lnTo>
                    <a:pt x="81917" y="21349"/>
                  </a:lnTo>
                  <a:lnTo>
                    <a:pt x="81432" y="21106"/>
                  </a:lnTo>
                  <a:lnTo>
                    <a:pt x="80947" y="20864"/>
                  </a:lnTo>
                  <a:lnTo>
                    <a:pt x="80435" y="20621"/>
                  </a:lnTo>
                  <a:lnTo>
                    <a:pt x="79923" y="20433"/>
                  </a:lnTo>
                  <a:lnTo>
                    <a:pt x="79384" y="20244"/>
                  </a:lnTo>
                  <a:lnTo>
                    <a:pt x="78872" y="20055"/>
                  </a:lnTo>
                  <a:lnTo>
                    <a:pt x="78332" y="19893"/>
                  </a:lnTo>
                  <a:lnTo>
                    <a:pt x="77793" y="19759"/>
                  </a:lnTo>
                  <a:lnTo>
                    <a:pt x="77254" y="19651"/>
                  </a:lnTo>
                  <a:lnTo>
                    <a:pt x="76688" y="19543"/>
                  </a:lnTo>
                  <a:lnTo>
                    <a:pt x="75260" y="944"/>
                  </a:lnTo>
                  <a:lnTo>
                    <a:pt x="75233" y="728"/>
                  </a:lnTo>
                  <a:lnTo>
                    <a:pt x="75152" y="540"/>
                  </a:lnTo>
                  <a:lnTo>
                    <a:pt x="75044" y="378"/>
                  </a:lnTo>
                  <a:lnTo>
                    <a:pt x="74909" y="243"/>
                  </a:lnTo>
                  <a:lnTo>
                    <a:pt x="74774" y="135"/>
                  </a:lnTo>
                  <a:lnTo>
                    <a:pt x="74613" y="54"/>
                  </a:lnTo>
                  <a:lnTo>
                    <a:pt x="74424" y="27"/>
                  </a:lnTo>
                  <a:lnTo>
                    <a:pt x="742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850;p74">
              <a:extLst>
                <a:ext uri="{FF2B5EF4-FFF2-40B4-BE49-F238E27FC236}">
                  <a16:creationId xmlns:a16="http://schemas.microsoft.com/office/drawing/2014/main" id="{23E6CD4F-7023-017A-DFB5-EC7B53BC4226}"/>
                </a:ext>
              </a:extLst>
            </p:cNvPr>
            <p:cNvSpPr/>
            <p:nvPr/>
          </p:nvSpPr>
          <p:spPr>
            <a:xfrm>
              <a:off x="6772000" y="2934550"/>
              <a:ext cx="202175" cy="202875"/>
            </a:xfrm>
            <a:custGeom>
              <a:avLst/>
              <a:gdLst/>
              <a:ahLst/>
              <a:cxnLst/>
              <a:rect l="l" t="t" r="r" b="b"/>
              <a:pathLst>
                <a:path w="8087" h="8115" extrusionOk="0">
                  <a:moveTo>
                    <a:pt x="4044" y="1"/>
                  </a:moveTo>
                  <a:lnTo>
                    <a:pt x="3612" y="28"/>
                  </a:lnTo>
                  <a:lnTo>
                    <a:pt x="3208" y="81"/>
                  </a:lnTo>
                  <a:lnTo>
                    <a:pt x="2831" y="189"/>
                  </a:lnTo>
                  <a:lnTo>
                    <a:pt x="2453" y="324"/>
                  </a:lnTo>
                  <a:lnTo>
                    <a:pt x="2103" y="513"/>
                  </a:lnTo>
                  <a:lnTo>
                    <a:pt x="1779" y="701"/>
                  </a:lnTo>
                  <a:lnTo>
                    <a:pt x="1456" y="944"/>
                  </a:lnTo>
                  <a:lnTo>
                    <a:pt x="1186" y="1187"/>
                  </a:lnTo>
                  <a:lnTo>
                    <a:pt x="917" y="1483"/>
                  </a:lnTo>
                  <a:lnTo>
                    <a:pt x="674" y="1807"/>
                  </a:lnTo>
                  <a:lnTo>
                    <a:pt x="486" y="2130"/>
                  </a:lnTo>
                  <a:lnTo>
                    <a:pt x="297" y="2480"/>
                  </a:lnTo>
                  <a:lnTo>
                    <a:pt x="162" y="2858"/>
                  </a:lnTo>
                  <a:lnTo>
                    <a:pt x="81" y="3235"/>
                  </a:lnTo>
                  <a:lnTo>
                    <a:pt x="0" y="3640"/>
                  </a:lnTo>
                  <a:lnTo>
                    <a:pt x="0" y="4071"/>
                  </a:lnTo>
                  <a:lnTo>
                    <a:pt x="0" y="4475"/>
                  </a:lnTo>
                  <a:lnTo>
                    <a:pt x="81" y="4879"/>
                  </a:lnTo>
                  <a:lnTo>
                    <a:pt x="162" y="5257"/>
                  </a:lnTo>
                  <a:lnTo>
                    <a:pt x="297" y="5634"/>
                  </a:lnTo>
                  <a:lnTo>
                    <a:pt x="486" y="5985"/>
                  </a:lnTo>
                  <a:lnTo>
                    <a:pt x="674" y="6308"/>
                  </a:lnTo>
                  <a:lnTo>
                    <a:pt x="917" y="6632"/>
                  </a:lnTo>
                  <a:lnTo>
                    <a:pt x="1186" y="6928"/>
                  </a:lnTo>
                  <a:lnTo>
                    <a:pt x="1456" y="7171"/>
                  </a:lnTo>
                  <a:lnTo>
                    <a:pt x="1779" y="7413"/>
                  </a:lnTo>
                  <a:lnTo>
                    <a:pt x="2103" y="7602"/>
                  </a:lnTo>
                  <a:lnTo>
                    <a:pt x="2453" y="7791"/>
                  </a:lnTo>
                  <a:lnTo>
                    <a:pt x="2831" y="7925"/>
                  </a:lnTo>
                  <a:lnTo>
                    <a:pt x="3208" y="8033"/>
                  </a:lnTo>
                  <a:lnTo>
                    <a:pt x="3612" y="8087"/>
                  </a:lnTo>
                  <a:lnTo>
                    <a:pt x="4044" y="8114"/>
                  </a:lnTo>
                  <a:lnTo>
                    <a:pt x="4448" y="8087"/>
                  </a:lnTo>
                  <a:lnTo>
                    <a:pt x="4852" y="8033"/>
                  </a:lnTo>
                  <a:lnTo>
                    <a:pt x="5230" y="7925"/>
                  </a:lnTo>
                  <a:lnTo>
                    <a:pt x="5607" y="7791"/>
                  </a:lnTo>
                  <a:lnTo>
                    <a:pt x="5958" y="7602"/>
                  </a:lnTo>
                  <a:lnTo>
                    <a:pt x="6308" y="7413"/>
                  </a:lnTo>
                  <a:lnTo>
                    <a:pt x="6604" y="7171"/>
                  </a:lnTo>
                  <a:lnTo>
                    <a:pt x="6901" y="6928"/>
                  </a:lnTo>
                  <a:lnTo>
                    <a:pt x="7171" y="6632"/>
                  </a:lnTo>
                  <a:lnTo>
                    <a:pt x="7386" y="6308"/>
                  </a:lnTo>
                  <a:lnTo>
                    <a:pt x="7602" y="5985"/>
                  </a:lnTo>
                  <a:lnTo>
                    <a:pt x="7764" y="5634"/>
                  </a:lnTo>
                  <a:lnTo>
                    <a:pt x="7898" y="5257"/>
                  </a:lnTo>
                  <a:lnTo>
                    <a:pt x="8006" y="4879"/>
                  </a:lnTo>
                  <a:lnTo>
                    <a:pt x="8060" y="4475"/>
                  </a:lnTo>
                  <a:lnTo>
                    <a:pt x="8087" y="4071"/>
                  </a:lnTo>
                  <a:lnTo>
                    <a:pt x="8060" y="3640"/>
                  </a:lnTo>
                  <a:lnTo>
                    <a:pt x="8006" y="3235"/>
                  </a:lnTo>
                  <a:lnTo>
                    <a:pt x="7898" y="2858"/>
                  </a:lnTo>
                  <a:lnTo>
                    <a:pt x="7764" y="2480"/>
                  </a:lnTo>
                  <a:lnTo>
                    <a:pt x="7602" y="2130"/>
                  </a:lnTo>
                  <a:lnTo>
                    <a:pt x="7386" y="1807"/>
                  </a:lnTo>
                  <a:lnTo>
                    <a:pt x="7171" y="1483"/>
                  </a:lnTo>
                  <a:lnTo>
                    <a:pt x="6901" y="1187"/>
                  </a:lnTo>
                  <a:lnTo>
                    <a:pt x="6604" y="944"/>
                  </a:lnTo>
                  <a:lnTo>
                    <a:pt x="6308" y="701"/>
                  </a:lnTo>
                  <a:lnTo>
                    <a:pt x="5958" y="513"/>
                  </a:lnTo>
                  <a:lnTo>
                    <a:pt x="5607" y="324"/>
                  </a:lnTo>
                  <a:lnTo>
                    <a:pt x="5230" y="189"/>
                  </a:lnTo>
                  <a:lnTo>
                    <a:pt x="4852" y="81"/>
                  </a:lnTo>
                  <a:lnTo>
                    <a:pt x="4448" y="28"/>
                  </a:lnTo>
                  <a:lnTo>
                    <a:pt x="40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851;p74">
              <a:extLst>
                <a:ext uri="{FF2B5EF4-FFF2-40B4-BE49-F238E27FC236}">
                  <a16:creationId xmlns:a16="http://schemas.microsoft.com/office/drawing/2014/main" id="{F30730CC-9587-9B96-92B5-DED8E413E117}"/>
                </a:ext>
              </a:extLst>
            </p:cNvPr>
            <p:cNvSpPr/>
            <p:nvPr/>
          </p:nvSpPr>
          <p:spPr>
            <a:xfrm>
              <a:off x="6356900" y="2987125"/>
              <a:ext cx="278325" cy="278325"/>
            </a:xfrm>
            <a:custGeom>
              <a:avLst/>
              <a:gdLst/>
              <a:ahLst/>
              <a:cxnLst/>
              <a:rect l="l" t="t" r="r" b="b"/>
              <a:pathLst>
                <a:path w="11133" h="11133" extrusionOk="0">
                  <a:moveTo>
                    <a:pt x="5553" y="0"/>
                  </a:moveTo>
                  <a:lnTo>
                    <a:pt x="4987" y="54"/>
                  </a:lnTo>
                  <a:lnTo>
                    <a:pt x="4448" y="135"/>
                  </a:lnTo>
                  <a:lnTo>
                    <a:pt x="3909" y="270"/>
                  </a:lnTo>
                  <a:lnTo>
                    <a:pt x="3396" y="458"/>
                  </a:lnTo>
                  <a:lnTo>
                    <a:pt x="2911" y="674"/>
                  </a:lnTo>
                  <a:lnTo>
                    <a:pt x="2453" y="970"/>
                  </a:lnTo>
                  <a:lnTo>
                    <a:pt x="2022" y="1294"/>
                  </a:lnTo>
                  <a:lnTo>
                    <a:pt x="1644" y="1644"/>
                  </a:lnTo>
                  <a:lnTo>
                    <a:pt x="1267" y="2049"/>
                  </a:lnTo>
                  <a:lnTo>
                    <a:pt x="943" y="2453"/>
                  </a:lnTo>
                  <a:lnTo>
                    <a:pt x="674" y="2911"/>
                  </a:lnTo>
                  <a:lnTo>
                    <a:pt x="431" y="3396"/>
                  </a:lnTo>
                  <a:lnTo>
                    <a:pt x="243" y="3909"/>
                  </a:lnTo>
                  <a:lnTo>
                    <a:pt x="108" y="4448"/>
                  </a:lnTo>
                  <a:lnTo>
                    <a:pt x="27" y="5014"/>
                  </a:lnTo>
                  <a:lnTo>
                    <a:pt x="0" y="5580"/>
                  </a:lnTo>
                  <a:lnTo>
                    <a:pt x="27" y="6146"/>
                  </a:lnTo>
                  <a:lnTo>
                    <a:pt x="108" y="6685"/>
                  </a:lnTo>
                  <a:lnTo>
                    <a:pt x="243" y="7224"/>
                  </a:lnTo>
                  <a:lnTo>
                    <a:pt x="431" y="7736"/>
                  </a:lnTo>
                  <a:lnTo>
                    <a:pt x="674" y="8221"/>
                  </a:lnTo>
                  <a:lnTo>
                    <a:pt x="943" y="8680"/>
                  </a:lnTo>
                  <a:lnTo>
                    <a:pt x="1267" y="9111"/>
                  </a:lnTo>
                  <a:lnTo>
                    <a:pt x="1644" y="9515"/>
                  </a:lnTo>
                  <a:lnTo>
                    <a:pt x="2022" y="9866"/>
                  </a:lnTo>
                  <a:lnTo>
                    <a:pt x="2453" y="10189"/>
                  </a:lnTo>
                  <a:lnTo>
                    <a:pt x="2911" y="10459"/>
                  </a:lnTo>
                  <a:lnTo>
                    <a:pt x="3396" y="10701"/>
                  </a:lnTo>
                  <a:lnTo>
                    <a:pt x="3909" y="10890"/>
                  </a:lnTo>
                  <a:lnTo>
                    <a:pt x="4448" y="11025"/>
                  </a:lnTo>
                  <a:lnTo>
                    <a:pt x="4987" y="11106"/>
                  </a:lnTo>
                  <a:lnTo>
                    <a:pt x="5553" y="11133"/>
                  </a:lnTo>
                  <a:lnTo>
                    <a:pt x="6146" y="11106"/>
                  </a:lnTo>
                  <a:lnTo>
                    <a:pt x="6685" y="11025"/>
                  </a:lnTo>
                  <a:lnTo>
                    <a:pt x="7224" y="10890"/>
                  </a:lnTo>
                  <a:lnTo>
                    <a:pt x="7736" y="10701"/>
                  </a:lnTo>
                  <a:lnTo>
                    <a:pt x="8221" y="10459"/>
                  </a:lnTo>
                  <a:lnTo>
                    <a:pt x="8680" y="10189"/>
                  </a:lnTo>
                  <a:lnTo>
                    <a:pt x="9111" y="9866"/>
                  </a:lnTo>
                  <a:lnTo>
                    <a:pt x="9488" y="9515"/>
                  </a:lnTo>
                  <a:lnTo>
                    <a:pt x="9866" y="9111"/>
                  </a:lnTo>
                  <a:lnTo>
                    <a:pt x="10189" y="8680"/>
                  </a:lnTo>
                  <a:lnTo>
                    <a:pt x="10459" y="8221"/>
                  </a:lnTo>
                  <a:lnTo>
                    <a:pt x="10701" y="7736"/>
                  </a:lnTo>
                  <a:lnTo>
                    <a:pt x="10890" y="7224"/>
                  </a:lnTo>
                  <a:lnTo>
                    <a:pt x="11025" y="6685"/>
                  </a:lnTo>
                  <a:lnTo>
                    <a:pt x="11106" y="6146"/>
                  </a:lnTo>
                  <a:lnTo>
                    <a:pt x="11133" y="5580"/>
                  </a:lnTo>
                  <a:lnTo>
                    <a:pt x="11106" y="5014"/>
                  </a:lnTo>
                  <a:lnTo>
                    <a:pt x="11025" y="4448"/>
                  </a:lnTo>
                  <a:lnTo>
                    <a:pt x="10890" y="3909"/>
                  </a:lnTo>
                  <a:lnTo>
                    <a:pt x="10701" y="3396"/>
                  </a:lnTo>
                  <a:lnTo>
                    <a:pt x="10459" y="2911"/>
                  </a:lnTo>
                  <a:lnTo>
                    <a:pt x="10189" y="2453"/>
                  </a:lnTo>
                  <a:lnTo>
                    <a:pt x="9866" y="2049"/>
                  </a:lnTo>
                  <a:lnTo>
                    <a:pt x="9488" y="1644"/>
                  </a:lnTo>
                  <a:lnTo>
                    <a:pt x="9111" y="1294"/>
                  </a:lnTo>
                  <a:lnTo>
                    <a:pt x="8680" y="970"/>
                  </a:lnTo>
                  <a:lnTo>
                    <a:pt x="8221" y="674"/>
                  </a:lnTo>
                  <a:lnTo>
                    <a:pt x="7736" y="458"/>
                  </a:lnTo>
                  <a:lnTo>
                    <a:pt x="7224" y="270"/>
                  </a:lnTo>
                  <a:lnTo>
                    <a:pt x="6685" y="135"/>
                  </a:lnTo>
                  <a:lnTo>
                    <a:pt x="6146" y="54"/>
                  </a:lnTo>
                  <a:lnTo>
                    <a:pt x="55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852;p74">
              <a:extLst>
                <a:ext uri="{FF2B5EF4-FFF2-40B4-BE49-F238E27FC236}">
                  <a16:creationId xmlns:a16="http://schemas.microsoft.com/office/drawing/2014/main" id="{B32779EA-2900-D664-6C88-657D680CFDDC}"/>
                </a:ext>
              </a:extLst>
            </p:cNvPr>
            <p:cNvSpPr/>
            <p:nvPr/>
          </p:nvSpPr>
          <p:spPr>
            <a:xfrm>
              <a:off x="5265875" y="2433850"/>
              <a:ext cx="884825" cy="1010175"/>
            </a:xfrm>
            <a:custGeom>
              <a:avLst/>
              <a:gdLst/>
              <a:ahLst/>
              <a:cxnLst/>
              <a:rect l="l" t="t" r="r" b="b"/>
              <a:pathLst>
                <a:path w="35393" h="40407" extrusionOk="0">
                  <a:moveTo>
                    <a:pt x="17683" y="1"/>
                  </a:moveTo>
                  <a:lnTo>
                    <a:pt x="16794" y="28"/>
                  </a:lnTo>
                  <a:lnTo>
                    <a:pt x="15877" y="82"/>
                  </a:lnTo>
                  <a:lnTo>
                    <a:pt x="15015" y="217"/>
                  </a:lnTo>
                  <a:lnTo>
                    <a:pt x="14125" y="405"/>
                  </a:lnTo>
                  <a:lnTo>
                    <a:pt x="13263" y="621"/>
                  </a:lnTo>
                  <a:lnTo>
                    <a:pt x="12427" y="890"/>
                  </a:lnTo>
                  <a:lnTo>
                    <a:pt x="11618" y="1214"/>
                  </a:lnTo>
                  <a:lnTo>
                    <a:pt x="10810" y="1591"/>
                  </a:lnTo>
                  <a:lnTo>
                    <a:pt x="10028" y="1996"/>
                  </a:lnTo>
                  <a:lnTo>
                    <a:pt x="9273" y="2427"/>
                  </a:lnTo>
                  <a:lnTo>
                    <a:pt x="8519" y="2912"/>
                  </a:lnTo>
                  <a:lnTo>
                    <a:pt x="7818" y="3451"/>
                  </a:lnTo>
                  <a:lnTo>
                    <a:pt x="7117" y="4017"/>
                  </a:lnTo>
                  <a:lnTo>
                    <a:pt x="6443" y="4610"/>
                  </a:lnTo>
                  <a:lnTo>
                    <a:pt x="5796" y="5230"/>
                  </a:lnTo>
                  <a:lnTo>
                    <a:pt x="5176" y="5904"/>
                  </a:lnTo>
                  <a:lnTo>
                    <a:pt x="4610" y="6605"/>
                  </a:lnTo>
                  <a:lnTo>
                    <a:pt x="4044" y="7333"/>
                  </a:lnTo>
                  <a:lnTo>
                    <a:pt x="3532" y="8114"/>
                  </a:lnTo>
                  <a:lnTo>
                    <a:pt x="3020" y="8896"/>
                  </a:lnTo>
                  <a:lnTo>
                    <a:pt x="2561" y="9705"/>
                  </a:lnTo>
                  <a:lnTo>
                    <a:pt x="2130" y="10567"/>
                  </a:lnTo>
                  <a:lnTo>
                    <a:pt x="1753" y="11430"/>
                  </a:lnTo>
                  <a:lnTo>
                    <a:pt x="1402" y="12319"/>
                  </a:lnTo>
                  <a:lnTo>
                    <a:pt x="1079" y="13236"/>
                  </a:lnTo>
                  <a:lnTo>
                    <a:pt x="809" y="14179"/>
                  </a:lnTo>
                  <a:lnTo>
                    <a:pt x="567" y="15150"/>
                  </a:lnTo>
                  <a:lnTo>
                    <a:pt x="378" y="16120"/>
                  </a:lnTo>
                  <a:lnTo>
                    <a:pt x="216" y="17117"/>
                  </a:lnTo>
                  <a:lnTo>
                    <a:pt x="109" y="18142"/>
                  </a:lnTo>
                  <a:lnTo>
                    <a:pt x="28" y="19166"/>
                  </a:lnTo>
                  <a:lnTo>
                    <a:pt x="1" y="20190"/>
                  </a:lnTo>
                  <a:lnTo>
                    <a:pt x="28" y="21242"/>
                  </a:lnTo>
                  <a:lnTo>
                    <a:pt x="109" y="22266"/>
                  </a:lnTo>
                  <a:lnTo>
                    <a:pt x="216" y="23263"/>
                  </a:lnTo>
                  <a:lnTo>
                    <a:pt x="378" y="24261"/>
                  </a:lnTo>
                  <a:lnTo>
                    <a:pt x="567" y="25258"/>
                  </a:lnTo>
                  <a:lnTo>
                    <a:pt x="809" y="26201"/>
                  </a:lnTo>
                  <a:lnTo>
                    <a:pt x="1079" y="27145"/>
                  </a:lnTo>
                  <a:lnTo>
                    <a:pt x="1402" y="28061"/>
                  </a:lnTo>
                  <a:lnTo>
                    <a:pt x="1753" y="28951"/>
                  </a:lnTo>
                  <a:lnTo>
                    <a:pt x="2130" y="29813"/>
                  </a:lnTo>
                  <a:lnTo>
                    <a:pt x="2561" y="30676"/>
                  </a:lnTo>
                  <a:lnTo>
                    <a:pt x="3020" y="31485"/>
                  </a:lnTo>
                  <a:lnTo>
                    <a:pt x="3532" y="32293"/>
                  </a:lnTo>
                  <a:lnTo>
                    <a:pt x="4044" y="33048"/>
                  </a:lnTo>
                  <a:lnTo>
                    <a:pt x="4610" y="33776"/>
                  </a:lnTo>
                  <a:lnTo>
                    <a:pt x="5176" y="34477"/>
                  </a:lnTo>
                  <a:lnTo>
                    <a:pt x="5796" y="35150"/>
                  </a:lnTo>
                  <a:lnTo>
                    <a:pt x="6443" y="35797"/>
                  </a:lnTo>
                  <a:lnTo>
                    <a:pt x="7117" y="36390"/>
                  </a:lnTo>
                  <a:lnTo>
                    <a:pt x="7818" y="36956"/>
                  </a:lnTo>
                  <a:lnTo>
                    <a:pt x="8519" y="37469"/>
                  </a:lnTo>
                  <a:lnTo>
                    <a:pt x="9273" y="37954"/>
                  </a:lnTo>
                  <a:lnTo>
                    <a:pt x="10028" y="38412"/>
                  </a:lnTo>
                  <a:lnTo>
                    <a:pt x="10810" y="38816"/>
                  </a:lnTo>
                  <a:lnTo>
                    <a:pt x="11618" y="39167"/>
                  </a:lnTo>
                  <a:lnTo>
                    <a:pt x="12427" y="39490"/>
                  </a:lnTo>
                  <a:lnTo>
                    <a:pt x="13263" y="39760"/>
                  </a:lnTo>
                  <a:lnTo>
                    <a:pt x="14125" y="40002"/>
                  </a:lnTo>
                  <a:lnTo>
                    <a:pt x="15015" y="40164"/>
                  </a:lnTo>
                  <a:lnTo>
                    <a:pt x="15877" y="40299"/>
                  </a:lnTo>
                  <a:lnTo>
                    <a:pt x="16794" y="40380"/>
                  </a:lnTo>
                  <a:lnTo>
                    <a:pt x="17683" y="40407"/>
                  </a:lnTo>
                  <a:lnTo>
                    <a:pt x="18600" y="40380"/>
                  </a:lnTo>
                  <a:lnTo>
                    <a:pt x="19516" y="40299"/>
                  </a:lnTo>
                  <a:lnTo>
                    <a:pt x="20379" y="40164"/>
                  </a:lnTo>
                  <a:lnTo>
                    <a:pt x="21268" y="40002"/>
                  </a:lnTo>
                  <a:lnTo>
                    <a:pt x="22104" y="39760"/>
                  </a:lnTo>
                  <a:lnTo>
                    <a:pt x="22966" y="39490"/>
                  </a:lnTo>
                  <a:lnTo>
                    <a:pt x="23775" y="39167"/>
                  </a:lnTo>
                  <a:lnTo>
                    <a:pt x="24584" y="38816"/>
                  </a:lnTo>
                  <a:lnTo>
                    <a:pt x="25365" y="38412"/>
                  </a:lnTo>
                  <a:lnTo>
                    <a:pt x="26120" y="37954"/>
                  </a:lnTo>
                  <a:lnTo>
                    <a:pt x="26875" y="37469"/>
                  </a:lnTo>
                  <a:lnTo>
                    <a:pt x="27576" y="36956"/>
                  </a:lnTo>
                  <a:lnTo>
                    <a:pt x="28277" y="36390"/>
                  </a:lnTo>
                  <a:lnTo>
                    <a:pt x="28951" y="35797"/>
                  </a:lnTo>
                  <a:lnTo>
                    <a:pt x="29597" y="35150"/>
                  </a:lnTo>
                  <a:lnTo>
                    <a:pt x="30217" y="34477"/>
                  </a:lnTo>
                  <a:lnTo>
                    <a:pt x="30783" y="33776"/>
                  </a:lnTo>
                  <a:lnTo>
                    <a:pt x="31350" y="33048"/>
                  </a:lnTo>
                  <a:lnTo>
                    <a:pt x="31862" y="32293"/>
                  </a:lnTo>
                  <a:lnTo>
                    <a:pt x="32374" y="31485"/>
                  </a:lnTo>
                  <a:lnTo>
                    <a:pt x="32832" y="30676"/>
                  </a:lnTo>
                  <a:lnTo>
                    <a:pt x="33263" y="29813"/>
                  </a:lnTo>
                  <a:lnTo>
                    <a:pt x="33641" y="28951"/>
                  </a:lnTo>
                  <a:lnTo>
                    <a:pt x="33991" y="28061"/>
                  </a:lnTo>
                  <a:lnTo>
                    <a:pt x="34315" y="27145"/>
                  </a:lnTo>
                  <a:lnTo>
                    <a:pt x="34584" y="26201"/>
                  </a:lnTo>
                  <a:lnTo>
                    <a:pt x="34827" y="25258"/>
                  </a:lnTo>
                  <a:lnTo>
                    <a:pt x="35015" y="24261"/>
                  </a:lnTo>
                  <a:lnTo>
                    <a:pt x="35177" y="23263"/>
                  </a:lnTo>
                  <a:lnTo>
                    <a:pt x="35285" y="22266"/>
                  </a:lnTo>
                  <a:lnTo>
                    <a:pt x="35366" y="21242"/>
                  </a:lnTo>
                  <a:lnTo>
                    <a:pt x="35393" y="20190"/>
                  </a:lnTo>
                  <a:lnTo>
                    <a:pt x="35366" y="19166"/>
                  </a:lnTo>
                  <a:lnTo>
                    <a:pt x="35285" y="18142"/>
                  </a:lnTo>
                  <a:lnTo>
                    <a:pt x="35177" y="17117"/>
                  </a:lnTo>
                  <a:lnTo>
                    <a:pt x="35015" y="16120"/>
                  </a:lnTo>
                  <a:lnTo>
                    <a:pt x="34827" y="15150"/>
                  </a:lnTo>
                  <a:lnTo>
                    <a:pt x="34584" y="14179"/>
                  </a:lnTo>
                  <a:lnTo>
                    <a:pt x="34315" y="13236"/>
                  </a:lnTo>
                  <a:lnTo>
                    <a:pt x="33991" y="12319"/>
                  </a:lnTo>
                  <a:lnTo>
                    <a:pt x="33641" y="11430"/>
                  </a:lnTo>
                  <a:lnTo>
                    <a:pt x="33263" y="10567"/>
                  </a:lnTo>
                  <a:lnTo>
                    <a:pt x="32832" y="9705"/>
                  </a:lnTo>
                  <a:lnTo>
                    <a:pt x="32374" y="8896"/>
                  </a:lnTo>
                  <a:lnTo>
                    <a:pt x="31862" y="8114"/>
                  </a:lnTo>
                  <a:lnTo>
                    <a:pt x="31350" y="7333"/>
                  </a:lnTo>
                  <a:lnTo>
                    <a:pt x="30783" y="6605"/>
                  </a:lnTo>
                  <a:lnTo>
                    <a:pt x="30217" y="5904"/>
                  </a:lnTo>
                  <a:lnTo>
                    <a:pt x="29597" y="5230"/>
                  </a:lnTo>
                  <a:lnTo>
                    <a:pt x="28951" y="4610"/>
                  </a:lnTo>
                  <a:lnTo>
                    <a:pt x="28277" y="4017"/>
                  </a:lnTo>
                  <a:lnTo>
                    <a:pt x="27576" y="3451"/>
                  </a:lnTo>
                  <a:lnTo>
                    <a:pt x="26875" y="2912"/>
                  </a:lnTo>
                  <a:lnTo>
                    <a:pt x="26120" y="2427"/>
                  </a:lnTo>
                  <a:lnTo>
                    <a:pt x="25365" y="1996"/>
                  </a:lnTo>
                  <a:lnTo>
                    <a:pt x="24584" y="1591"/>
                  </a:lnTo>
                  <a:lnTo>
                    <a:pt x="23775" y="1214"/>
                  </a:lnTo>
                  <a:lnTo>
                    <a:pt x="22966" y="890"/>
                  </a:lnTo>
                  <a:lnTo>
                    <a:pt x="22104" y="621"/>
                  </a:lnTo>
                  <a:lnTo>
                    <a:pt x="21268" y="405"/>
                  </a:lnTo>
                  <a:lnTo>
                    <a:pt x="20379" y="217"/>
                  </a:lnTo>
                  <a:lnTo>
                    <a:pt x="19516" y="82"/>
                  </a:lnTo>
                  <a:lnTo>
                    <a:pt x="18600" y="28"/>
                  </a:lnTo>
                  <a:lnTo>
                    <a:pt x="176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853;p74">
              <a:extLst>
                <a:ext uri="{FF2B5EF4-FFF2-40B4-BE49-F238E27FC236}">
                  <a16:creationId xmlns:a16="http://schemas.microsoft.com/office/drawing/2014/main" id="{F019CCCD-1E1F-2406-0B2F-CD1312AC8A87}"/>
                </a:ext>
              </a:extLst>
            </p:cNvPr>
            <p:cNvSpPr/>
            <p:nvPr/>
          </p:nvSpPr>
          <p:spPr>
            <a:xfrm>
              <a:off x="5623700" y="2724975"/>
              <a:ext cx="186025" cy="263525"/>
            </a:xfrm>
            <a:custGeom>
              <a:avLst/>
              <a:gdLst/>
              <a:ahLst/>
              <a:cxnLst/>
              <a:rect l="l" t="t" r="r" b="b"/>
              <a:pathLst>
                <a:path w="7441" h="10541" extrusionOk="0">
                  <a:moveTo>
                    <a:pt x="243" y="1"/>
                  </a:moveTo>
                  <a:lnTo>
                    <a:pt x="163" y="27"/>
                  </a:lnTo>
                  <a:lnTo>
                    <a:pt x="55" y="81"/>
                  </a:lnTo>
                  <a:lnTo>
                    <a:pt x="1" y="162"/>
                  </a:lnTo>
                  <a:lnTo>
                    <a:pt x="1" y="270"/>
                  </a:lnTo>
                  <a:lnTo>
                    <a:pt x="1" y="10270"/>
                  </a:lnTo>
                  <a:lnTo>
                    <a:pt x="1" y="10378"/>
                  </a:lnTo>
                  <a:lnTo>
                    <a:pt x="55" y="10459"/>
                  </a:lnTo>
                  <a:lnTo>
                    <a:pt x="163" y="10513"/>
                  </a:lnTo>
                  <a:lnTo>
                    <a:pt x="243" y="10540"/>
                  </a:lnTo>
                  <a:lnTo>
                    <a:pt x="7171" y="10540"/>
                  </a:lnTo>
                  <a:lnTo>
                    <a:pt x="7279" y="10513"/>
                  </a:lnTo>
                  <a:lnTo>
                    <a:pt x="7360" y="10459"/>
                  </a:lnTo>
                  <a:lnTo>
                    <a:pt x="7414" y="10378"/>
                  </a:lnTo>
                  <a:lnTo>
                    <a:pt x="7440" y="10270"/>
                  </a:lnTo>
                  <a:lnTo>
                    <a:pt x="7440" y="270"/>
                  </a:lnTo>
                  <a:lnTo>
                    <a:pt x="7414" y="162"/>
                  </a:lnTo>
                  <a:lnTo>
                    <a:pt x="7360" y="81"/>
                  </a:lnTo>
                  <a:lnTo>
                    <a:pt x="7279" y="27"/>
                  </a:lnTo>
                  <a:lnTo>
                    <a:pt x="7171" y="1"/>
                  </a:lnTo>
                  <a:close/>
                </a:path>
              </a:pathLst>
            </a:custGeom>
            <a:solidFill>
              <a:srgbClr val="325A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8854;p74">
              <a:extLst>
                <a:ext uri="{FF2B5EF4-FFF2-40B4-BE49-F238E27FC236}">
                  <a16:creationId xmlns:a16="http://schemas.microsoft.com/office/drawing/2014/main" id="{A64D21B6-AFF9-BA6E-F7AD-929840418CAD}"/>
                </a:ext>
              </a:extLst>
            </p:cNvPr>
            <p:cNvSpPr/>
            <p:nvPr/>
          </p:nvSpPr>
          <p:spPr>
            <a:xfrm>
              <a:off x="5842725" y="2683200"/>
              <a:ext cx="263500" cy="301925"/>
            </a:xfrm>
            <a:custGeom>
              <a:avLst/>
              <a:gdLst/>
              <a:ahLst/>
              <a:cxnLst/>
              <a:rect l="l" t="t" r="r" b="b"/>
              <a:pathLst>
                <a:path w="10540" h="12077" extrusionOk="0">
                  <a:moveTo>
                    <a:pt x="7386" y="0"/>
                  </a:moveTo>
                  <a:lnTo>
                    <a:pt x="7251" y="27"/>
                  </a:lnTo>
                  <a:lnTo>
                    <a:pt x="7143" y="54"/>
                  </a:lnTo>
                  <a:lnTo>
                    <a:pt x="6092" y="459"/>
                  </a:lnTo>
                  <a:lnTo>
                    <a:pt x="5122" y="809"/>
                  </a:lnTo>
                  <a:lnTo>
                    <a:pt x="4178" y="1079"/>
                  </a:lnTo>
                  <a:lnTo>
                    <a:pt x="3316" y="1294"/>
                  </a:lnTo>
                  <a:lnTo>
                    <a:pt x="2534" y="1429"/>
                  </a:lnTo>
                  <a:lnTo>
                    <a:pt x="1833" y="1537"/>
                  </a:lnTo>
                  <a:lnTo>
                    <a:pt x="1240" y="1618"/>
                  </a:lnTo>
                  <a:lnTo>
                    <a:pt x="755" y="1645"/>
                  </a:lnTo>
                  <a:lnTo>
                    <a:pt x="593" y="1672"/>
                  </a:lnTo>
                  <a:lnTo>
                    <a:pt x="459" y="1725"/>
                  </a:lnTo>
                  <a:lnTo>
                    <a:pt x="324" y="1806"/>
                  </a:lnTo>
                  <a:lnTo>
                    <a:pt x="216" y="1914"/>
                  </a:lnTo>
                  <a:lnTo>
                    <a:pt x="135" y="2049"/>
                  </a:lnTo>
                  <a:lnTo>
                    <a:pt x="81" y="2184"/>
                  </a:lnTo>
                  <a:lnTo>
                    <a:pt x="27" y="2345"/>
                  </a:lnTo>
                  <a:lnTo>
                    <a:pt x="27" y="2507"/>
                  </a:lnTo>
                  <a:lnTo>
                    <a:pt x="0" y="11214"/>
                  </a:lnTo>
                  <a:lnTo>
                    <a:pt x="0" y="11375"/>
                  </a:lnTo>
                  <a:lnTo>
                    <a:pt x="54" y="11537"/>
                  </a:lnTo>
                  <a:lnTo>
                    <a:pt x="135" y="11699"/>
                  </a:lnTo>
                  <a:lnTo>
                    <a:pt x="216" y="11834"/>
                  </a:lnTo>
                  <a:lnTo>
                    <a:pt x="324" y="11941"/>
                  </a:lnTo>
                  <a:lnTo>
                    <a:pt x="459" y="12022"/>
                  </a:lnTo>
                  <a:lnTo>
                    <a:pt x="620" y="12076"/>
                  </a:lnTo>
                  <a:lnTo>
                    <a:pt x="1779" y="12076"/>
                  </a:lnTo>
                  <a:lnTo>
                    <a:pt x="2723" y="11995"/>
                  </a:lnTo>
                  <a:lnTo>
                    <a:pt x="3612" y="11861"/>
                  </a:lnTo>
                  <a:lnTo>
                    <a:pt x="4475" y="11699"/>
                  </a:lnTo>
                  <a:lnTo>
                    <a:pt x="5257" y="11510"/>
                  </a:lnTo>
                  <a:lnTo>
                    <a:pt x="5957" y="11295"/>
                  </a:lnTo>
                  <a:lnTo>
                    <a:pt x="6631" y="11052"/>
                  </a:lnTo>
                  <a:lnTo>
                    <a:pt x="7251" y="10782"/>
                  </a:lnTo>
                  <a:lnTo>
                    <a:pt x="7817" y="10513"/>
                  </a:lnTo>
                  <a:lnTo>
                    <a:pt x="8329" y="10216"/>
                  </a:lnTo>
                  <a:lnTo>
                    <a:pt x="8788" y="9947"/>
                  </a:lnTo>
                  <a:lnTo>
                    <a:pt x="9165" y="9677"/>
                  </a:lnTo>
                  <a:lnTo>
                    <a:pt x="9542" y="9408"/>
                  </a:lnTo>
                  <a:lnTo>
                    <a:pt x="9839" y="9165"/>
                  </a:lnTo>
                  <a:lnTo>
                    <a:pt x="10270" y="8761"/>
                  </a:lnTo>
                  <a:lnTo>
                    <a:pt x="10405" y="8599"/>
                  </a:lnTo>
                  <a:lnTo>
                    <a:pt x="10513" y="8383"/>
                  </a:lnTo>
                  <a:lnTo>
                    <a:pt x="10540" y="8168"/>
                  </a:lnTo>
                  <a:lnTo>
                    <a:pt x="10540" y="7952"/>
                  </a:lnTo>
                  <a:lnTo>
                    <a:pt x="10378" y="7063"/>
                  </a:lnTo>
                  <a:lnTo>
                    <a:pt x="10216" y="6281"/>
                  </a:lnTo>
                  <a:lnTo>
                    <a:pt x="10055" y="5526"/>
                  </a:lnTo>
                  <a:lnTo>
                    <a:pt x="9893" y="4825"/>
                  </a:lnTo>
                  <a:lnTo>
                    <a:pt x="9704" y="4205"/>
                  </a:lnTo>
                  <a:lnTo>
                    <a:pt x="9542" y="3639"/>
                  </a:lnTo>
                  <a:lnTo>
                    <a:pt x="9192" y="2615"/>
                  </a:lnTo>
                  <a:lnTo>
                    <a:pt x="8842" y="1806"/>
                  </a:lnTo>
                  <a:lnTo>
                    <a:pt x="8545" y="1159"/>
                  </a:lnTo>
                  <a:lnTo>
                    <a:pt x="8249" y="674"/>
                  </a:lnTo>
                  <a:lnTo>
                    <a:pt x="8006" y="297"/>
                  </a:lnTo>
                  <a:lnTo>
                    <a:pt x="7925" y="216"/>
                  </a:lnTo>
                  <a:lnTo>
                    <a:pt x="7817" y="135"/>
                  </a:lnTo>
                  <a:lnTo>
                    <a:pt x="7709" y="54"/>
                  </a:lnTo>
                  <a:lnTo>
                    <a:pt x="7602" y="27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855;p74">
              <a:extLst>
                <a:ext uri="{FF2B5EF4-FFF2-40B4-BE49-F238E27FC236}">
                  <a16:creationId xmlns:a16="http://schemas.microsoft.com/office/drawing/2014/main" id="{E0FF47DA-65D0-1D5F-7FD4-4BFAA1974C55}"/>
                </a:ext>
              </a:extLst>
            </p:cNvPr>
            <p:cNvSpPr/>
            <p:nvPr/>
          </p:nvSpPr>
          <p:spPr>
            <a:xfrm>
              <a:off x="5317775" y="2683200"/>
              <a:ext cx="263500" cy="301925"/>
            </a:xfrm>
            <a:custGeom>
              <a:avLst/>
              <a:gdLst/>
              <a:ahLst/>
              <a:cxnLst/>
              <a:rect l="l" t="t" r="r" b="b"/>
              <a:pathLst>
                <a:path w="10540" h="12077" extrusionOk="0">
                  <a:moveTo>
                    <a:pt x="3046" y="0"/>
                  </a:moveTo>
                  <a:lnTo>
                    <a:pt x="2911" y="27"/>
                  </a:lnTo>
                  <a:lnTo>
                    <a:pt x="2804" y="54"/>
                  </a:lnTo>
                  <a:lnTo>
                    <a:pt x="2696" y="135"/>
                  </a:lnTo>
                  <a:lnTo>
                    <a:pt x="2615" y="216"/>
                  </a:lnTo>
                  <a:lnTo>
                    <a:pt x="2534" y="297"/>
                  </a:lnTo>
                  <a:lnTo>
                    <a:pt x="2291" y="674"/>
                  </a:lnTo>
                  <a:lnTo>
                    <a:pt x="1995" y="1159"/>
                  </a:lnTo>
                  <a:lnTo>
                    <a:pt x="1671" y="1806"/>
                  </a:lnTo>
                  <a:lnTo>
                    <a:pt x="1348" y="2615"/>
                  </a:lnTo>
                  <a:lnTo>
                    <a:pt x="998" y="3639"/>
                  </a:lnTo>
                  <a:lnTo>
                    <a:pt x="836" y="4205"/>
                  </a:lnTo>
                  <a:lnTo>
                    <a:pt x="647" y="4825"/>
                  </a:lnTo>
                  <a:lnTo>
                    <a:pt x="485" y="5526"/>
                  </a:lnTo>
                  <a:lnTo>
                    <a:pt x="324" y="6281"/>
                  </a:lnTo>
                  <a:lnTo>
                    <a:pt x="162" y="7063"/>
                  </a:lnTo>
                  <a:lnTo>
                    <a:pt x="0" y="7952"/>
                  </a:lnTo>
                  <a:lnTo>
                    <a:pt x="0" y="8168"/>
                  </a:lnTo>
                  <a:lnTo>
                    <a:pt x="27" y="8383"/>
                  </a:lnTo>
                  <a:lnTo>
                    <a:pt x="108" y="8599"/>
                  </a:lnTo>
                  <a:lnTo>
                    <a:pt x="243" y="8761"/>
                  </a:lnTo>
                  <a:lnTo>
                    <a:pt x="701" y="9165"/>
                  </a:lnTo>
                  <a:lnTo>
                    <a:pt x="998" y="9408"/>
                  </a:lnTo>
                  <a:lnTo>
                    <a:pt x="1348" y="9677"/>
                  </a:lnTo>
                  <a:lnTo>
                    <a:pt x="1752" y="9947"/>
                  </a:lnTo>
                  <a:lnTo>
                    <a:pt x="2211" y="10216"/>
                  </a:lnTo>
                  <a:lnTo>
                    <a:pt x="2723" y="10513"/>
                  </a:lnTo>
                  <a:lnTo>
                    <a:pt x="3289" y="10782"/>
                  </a:lnTo>
                  <a:lnTo>
                    <a:pt x="3909" y="11052"/>
                  </a:lnTo>
                  <a:lnTo>
                    <a:pt x="4556" y="11295"/>
                  </a:lnTo>
                  <a:lnTo>
                    <a:pt x="5283" y="11510"/>
                  </a:lnTo>
                  <a:lnTo>
                    <a:pt x="6065" y="11699"/>
                  </a:lnTo>
                  <a:lnTo>
                    <a:pt x="6901" y="11861"/>
                  </a:lnTo>
                  <a:lnTo>
                    <a:pt x="7817" y="11995"/>
                  </a:lnTo>
                  <a:lnTo>
                    <a:pt x="8761" y="12076"/>
                  </a:lnTo>
                  <a:lnTo>
                    <a:pt x="9920" y="12076"/>
                  </a:lnTo>
                  <a:lnTo>
                    <a:pt x="10081" y="12022"/>
                  </a:lnTo>
                  <a:lnTo>
                    <a:pt x="10216" y="11941"/>
                  </a:lnTo>
                  <a:lnTo>
                    <a:pt x="10324" y="11834"/>
                  </a:lnTo>
                  <a:lnTo>
                    <a:pt x="10405" y="11699"/>
                  </a:lnTo>
                  <a:lnTo>
                    <a:pt x="10486" y="11537"/>
                  </a:lnTo>
                  <a:lnTo>
                    <a:pt x="10540" y="11375"/>
                  </a:lnTo>
                  <a:lnTo>
                    <a:pt x="10540" y="11214"/>
                  </a:lnTo>
                  <a:lnTo>
                    <a:pt x="10513" y="2507"/>
                  </a:lnTo>
                  <a:lnTo>
                    <a:pt x="10513" y="2345"/>
                  </a:lnTo>
                  <a:lnTo>
                    <a:pt x="10459" y="2184"/>
                  </a:lnTo>
                  <a:lnTo>
                    <a:pt x="10405" y="2049"/>
                  </a:lnTo>
                  <a:lnTo>
                    <a:pt x="10297" y="1914"/>
                  </a:lnTo>
                  <a:lnTo>
                    <a:pt x="10189" y="1806"/>
                  </a:lnTo>
                  <a:lnTo>
                    <a:pt x="10081" y="1725"/>
                  </a:lnTo>
                  <a:lnTo>
                    <a:pt x="9947" y="1672"/>
                  </a:lnTo>
                  <a:lnTo>
                    <a:pt x="9785" y="1645"/>
                  </a:lnTo>
                  <a:lnTo>
                    <a:pt x="9300" y="1618"/>
                  </a:lnTo>
                  <a:lnTo>
                    <a:pt x="8707" y="1537"/>
                  </a:lnTo>
                  <a:lnTo>
                    <a:pt x="8006" y="1429"/>
                  </a:lnTo>
                  <a:lnTo>
                    <a:pt x="7224" y="1294"/>
                  </a:lnTo>
                  <a:lnTo>
                    <a:pt x="6362" y="1079"/>
                  </a:lnTo>
                  <a:lnTo>
                    <a:pt x="5418" y="809"/>
                  </a:lnTo>
                  <a:lnTo>
                    <a:pt x="4421" y="459"/>
                  </a:lnTo>
                  <a:lnTo>
                    <a:pt x="3397" y="54"/>
                  </a:lnTo>
                  <a:lnTo>
                    <a:pt x="3289" y="27"/>
                  </a:lnTo>
                  <a:lnTo>
                    <a:pt x="31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856;p74">
              <a:extLst>
                <a:ext uri="{FF2B5EF4-FFF2-40B4-BE49-F238E27FC236}">
                  <a16:creationId xmlns:a16="http://schemas.microsoft.com/office/drawing/2014/main" id="{0642CED7-43EF-2A6B-9215-A9B01A9B28C0}"/>
                </a:ext>
              </a:extLst>
            </p:cNvPr>
            <p:cNvSpPr/>
            <p:nvPr/>
          </p:nvSpPr>
          <p:spPr>
            <a:xfrm>
              <a:off x="4437675" y="2934550"/>
              <a:ext cx="202200" cy="202875"/>
            </a:xfrm>
            <a:custGeom>
              <a:avLst/>
              <a:gdLst/>
              <a:ahLst/>
              <a:cxnLst/>
              <a:rect l="l" t="t" r="r" b="b"/>
              <a:pathLst>
                <a:path w="8088" h="8115" extrusionOk="0">
                  <a:moveTo>
                    <a:pt x="4044" y="1"/>
                  </a:moveTo>
                  <a:lnTo>
                    <a:pt x="3640" y="28"/>
                  </a:lnTo>
                  <a:lnTo>
                    <a:pt x="3235" y="81"/>
                  </a:lnTo>
                  <a:lnTo>
                    <a:pt x="2831" y="189"/>
                  </a:lnTo>
                  <a:lnTo>
                    <a:pt x="2481" y="324"/>
                  </a:lnTo>
                  <a:lnTo>
                    <a:pt x="2130" y="513"/>
                  </a:lnTo>
                  <a:lnTo>
                    <a:pt x="1780" y="701"/>
                  </a:lnTo>
                  <a:lnTo>
                    <a:pt x="1483" y="944"/>
                  </a:lnTo>
                  <a:lnTo>
                    <a:pt x="1187" y="1187"/>
                  </a:lnTo>
                  <a:lnTo>
                    <a:pt x="917" y="1483"/>
                  </a:lnTo>
                  <a:lnTo>
                    <a:pt x="702" y="1807"/>
                  </a:lnTo>
                  <a:lnTo>
                    <a:pt x="486" y="2130"/>
                  </a:lnTo>
                  <a:lnTo>
                    <a:pt x="324" y="2480"/>
                  </a:lnTo>
                  <a:lnTo>
                    <a:pt x="189" y="2858"/>
                  </a:lnTo>
                  <a:lnTo>
                    <a:pt x="82" y="3235"/>
                  </a:lnTo>
                  <a:lnTo>
                    <a:pt x="28" y="3640"/>
                  </a:lnTo>
                  <a:lnTo>
                    <a:pt x="1" y="4071"/>
                  </a:lnTo>
                  <a:lnTo>
                    <a:pt x="28" y="4475"/>
                  </a:lnTo>
                  <a:lnTo>
                    <a:pt x="82" y="4879"/>
                  </a:lnTo>
                  <a:lnTo>
                    <a:pt x="189" y="5257"/>
                  </a:lnTo>
                  <a:lnTo>
                    <a:pt x="324" y="5634"/>
                  </a:lnTo>
                  <a:lnTo>
                    <a:pt x="486" y="5985"/>
                  </a:lnTo>
                  <a:lnTo>
                    <a:pt x="702" y="6308"/>
                  </a:lnTo>
                  <a:lnTo>
                    <a:pt x="917" y="6632"/>
                  </a:lnTo>
                  <a:lnTo>
                    <a:pt x="1187" y="6928"/>
                  </a:lnTo>
                  <a:lnTo>
                    <a:pt x="1483" y="7171"/>
                  </a:lnTo>
                  <a:lnTo>
                    <a:pt x="1780" y="7413"/>
                  </a:lnTo>
                  <a:lnTo>
                    <a:pt x="2130" y="7602"/>
                  </a:lnTo>
                  <a:lnTo>
                    <a:pt x="2481" y="7791"/>
                  </a:lnTo>
                  <a:lnTo>
                    <a:pt x="2831" y="7925"/>
                  </a:lnTo>
                  <a:lnTo>
                    <a:pt x="3235" y="8033"/>
                  </a:lnTo>
                  <a:lnTo>
                    <a:pt x="3640" y="8087"/>
                  </a:lnTo>
                  <a:lnTo>
                    <a:pt x="4044" y="8114"/>
                  </a:lnTo>
                  <a:lnTo>
                    <a:pt x="4448" y="8087"/>
                  </a:lnTo>
                  <a:lnTo>
                    <a:pt x="4853" y="8033"/>
                  </a:lnTo>
                  <a:lnTo>
                    <a:pt x="5257" y="7925"/>
                  </a:lnTo>
                  <a:lnTo>
                    <a:pt x="5634" y="7791"/>
                  </a:lnTo>
                  <a:lnTo>
                    <a:pt x="5985" y="7602"/>
                  </a:lnTo>
                  <a:lnTo>
                    <a:pt x="6308" y="7413"/>
                  </a:lnTo>
                  <a:lnTo>
                    <a:pt x="6632" y="7171"/>
                  </a:lnTo>
                  <a:lnTo>
                    <a:pt x="6901" y="6928"/>
                  </a:lnTo>
                  <a:lnTo>
                    <a:pt x="7171" y="6632"/>
                  </a:lnTo>
                  <a:lnTo>
                    <a:pt x="7413" y="6308"/>
                  </a:lnTo>
                  <a:lnTo>
                    <a:pt x="7602" y="5985"/>
                  </a:lnTo>
                  <a:lnTo>
                    <a:pt x="7764" y="5634"/>
                  </a:lnTo>
                  <a:lnTo>
                    <a:pt x="7899" y="5257"/>
                  </a:lnTo>
                  <a:lnTo>
                    <a:pt x="8006" y="4879"/>
                  </a:lnTo>
                  <a:lnTo>
                    <a:pt x="8060" y="4475"/>
                  </a:lnTo>
                  <a:lnTo>
                    <a:pt x="8087" y="4071"/>
                  </a:lnTo>
                  <a:lnTo>
                    <a:pt x="8060" y="3640"/>
                  </a:lnTo>
                  <a:lnTo>
                    <a:pt x="8006" y="3235"/>
                  </a:lnTo>
                  <a:lnTo>
                    <a:pt x="7899" y="2858"/>
                  </a:lnTo>
                  <a:lnTo>
                    <a:pt x="7764" y="2480"/>
                  </a:lnTo>
                  <a:lnTo>
                    <a:pt x="7602" y="2130"/>
                  </a:lnTo>
                  <a:lnTo>
                    <a:pt x="7413" y="1807"/>
                  </a:lnTo>
                  <a:lnTo>
                    <a:pt x="7171" y="1483"/>
                  </a:lnTo>
                  <a:lnTo>
                    <a:pt x="6901" y="1187"/>
                  </a:lnTo>
                  <a:lnTo>
                    <a:pt x="6632" y="944"/>
                  </a:lnTo>
                  <a:lnTo>
                    <a:pt x="6308" y="701"/>
                  </a:lnTo>
                  <a:lnTo>
                    <a:pt x="5985" y="513"/>
                  </a:lnTo>
                  <a:lnTo>
                    <a:pt x="5634" y="324"/>
                  </a:lnTo>
                  <a:lnTo>
                    <a:pt x="5257" y="189"/>
                  </a:lnTo>
                  <a:lnTo>
                    <a:pt x="4853" y="81"/>
                  </a:lnTo>
                  <a:lnTo>
                    <a:pt x="4448" y="28"/>
                  </a:lnTo>
                  <a:lnTo>
                    <a:pt x="40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857;p74">
              <a:extLst>
                <a:ext uri="{FF2B5EF4-FFF2-40B4-BE49-F238E27FC236}">
                  <a16:creationId xmlns:a16="http://schemas.microsoft.com/office/drawing/2014/main" id="{90F21B7F-D1E0-EFAB-4671-9AE10D57EF7C}"/>
                </a:ext>
              </a:extLst>
            </p:cNvPr>
            <p:cNvSpPr/>
            <p:nvPr/>
          </p:nvSpPr>
          <p:spPr>
            <a:xfrm>
              <a:off x="4776650" y="2987125"/>
              <a:ext cx="278325" cy="278325"/>
            </a:xfrm>
            <a:custGeom>
              <a:avLst/>
              <a:gdLst/>
              <a:ahLst/>
              <a:cxnLst/>
              <a:rect l="l" t="t" r="r" b="b"/>
              <a:pathLst>
                <a:path w="11133" h="11133" extrusionOk="0">
                  <a:moveTo>
                    <a:pt x="5553" y="0"/>
                  </a:moveTo>
                  <a:lnTo>
                    <a:pt x="4987" y="54"/>
                  </a:lnTo>
                  <a:lnTo>
                    <a:pt x="4448" y="135"/>
                  </a:lnTo>
                  <a:lnTo>
                    <a:pt x="3909" y="270"/>
                  </a:lnTo>
                  <a:lnTo>
                    <a:pt x="3397" y="458"/>
                  </a:lnTo>
                  <a:lnTo>
                    <a:pt x="2911" y="674"/>
                  </a:lnTo>
                  <a:lnTo>
                    <a:pt x="2453" y="970"/>
                  </a:lnTo>
                  <a:lnTo>
                    <a:pt x="2022" y="1294"/>
                  </a:lnTo>
                  <a:lnTo>
                    <a:pt x="1618" y="1644"/>
                  </a:lnTo>
                  <a:lnTo>
                    <a:pt x="1267" y="2049"/>
                  </a:lnTo>
                  <a:lnTo>
                    <a:pt x="944" y="2453"/>
                  </a:lnTo>
                  <a:lnTo>
                    <a:pt x="674" y="2911"/>
                  </a:lnTo>
                  <a:lnTo>
                    <a:pt x="432" y="3396"/>
                  </a:lnTo>
                  <a:lnTo>
                    <a:pt x="243" y="3909"/>
                  </a:lnTo>
                  <a:lnTo>
                    <a:pt x="108" y="4448"/>
                  </a:lnTo>
                  <a:lnTo>
                    <a:pt x="27" y="5014"/>
                  </a:lnTo>
                  <a:lnTo>
                    <a:pt x="0" y="5580"/>
                  </a:lnTo>
                  <a:lnTo>
                    <a:pt x="27" y="6146"/>
                  </a:lnTo>
                  <a:lnTo>
                    <a:pt x="108" y="6685"/>
                  </a:lnTo>
                  <a:lnTo>
                    <a:pt x="243" y="7224"/>
                  </a:lnTo>
                  <a:lnTo>
                    <a:pt x="432" y="7736"/>
                  </a:lnTo>
                  <a:lnTo>
                    <a:pt x="674" y="8221"/>
                  </a:lnTo>
                  <a:lnTo>
                    <a:pt x="944" y="8680"/>
                  </a:lnTo>
                  <a:lnTo>
                    <a:pt x="1267" y="9111"/>
                  </a:lnTo>
                  <a:lnTo>
                    <a:pt x="1618" y="9515"/>
                  </a:lnTo>
                  <a:lnTo>
                    <a:pt x="2022" y="9866"/>
                  </a:lnTo>
                  <a:lnTo>
                    <a:pt x="2453" y="10189"/>
                  </a:lnTo>
                  <a:lnTo>
                    <a:pt x="2911" y="10459"/>
                  </a:lnTo>
                  <a:lnTo>
                    <a:pt x="3397" y="10701"/>
                  </a:lnTo>
                  <a:lnTo>
                    <a:pt x="3909" y="10890"/>
                  </a:lnTo>
                  <a:lnTo>
                    <a:pt x="4448" y="11025"/>
                  </a:lnTo>
                  <a:lnTo>
                    <a:pt x="4987" y="11106"/>
                  </a:lnTo>
                  <a:lnTo>
                    <a:pt x="5553" y="11133"/>
                  </a:lnTo>
                  <a:lnTo>
                    <a:pt x="6119" y="11106"/>
                  </a:lnTo>
                  <a:lnTo>
                    <a:pt x="6685" y="11025"/>
                  </a:lnTo>
                  <a:lnTo>
                    <a:pt x="7224" y="10890"/>
                  </a:lnTo>
                  <a:lnTo>
                    <a:pt x="7736" y="10701"/>
                  </a:lnTo>
                  <a:lnTo>
                    <a:pt x="8222" y="10459"/>
                  </a:lnTo>
                  <a:lnTo>
                    <a:pt x="8680" y="10189"/>
                  </a:lnTo>
                  <a:lnTo>
                    <a:pt x="9111" y="9866"/>
                  </a:lnTo>
                  <a:lnTo>
                    <a:pt x="9488" y="9515"/>
                  </a:lnTo>
                  <a:lnTo>
                    <a:pt x="9866" y="9111"/>
                  </a:lnTo>
                  <a:lnTo>
                    <a:pt x="10162" y="8680"/>
                  </a:lnTo>
                  <a:lnTo>
                    <a:pt x="10459" y="8221"/>
                  </a:lnTo>
                  <a:lnTo>
                    <a:pt x="10701" y="7736"/>
                  </a:lnTo>
                  <a:lnTo>
                    <a:pt x="10863" y="7224"/>
                  </a:lnTo>
                  <a:lnTo>
                    <a:pt x="11025" y="6685"/>
                  </a:lnTo>
                  <a:lnTo>
                    <a:pt x="11106" y="6146"/>
                  </a:lnTo>
                  <a:lnTo>
                    <a:pt x="11133" y="5580"/>
                  </a:lnTo>
                  <a:lnTo>
                    <a:pt x="11106" y="5014"/>
                  </a:lnTo>
                  <a:lnTo>
                    <a:pt x="11025" y="4448"/>
                  </a:lnTo>
                  <a:lnTo>
                    <a:pt x="10863" y="3909"/>
                  </a:lnTo>
                  <a:lnTo>
                    <a:pt x="10701" y="3396"/>
                  </a:lnTo>
                  <a:lnTo>
                    <a:pt x="10459" y="2911"/>
                  </a:lnTo>
                  <a:lnTo>
                    <a:pt x="10162" y="2453"/>
                  </a:lnTo>
                  <a:lnTo>
                    <a:pt x="9866" y="2049"/>
                  </a:lnTo>
                  <a:lnTo>
                    <a:pt x="9488" y="1644"/>
                  </a:lnTo>
                  <a:lnTo>
                    <a:pt x="9111" y="1294"/>
                  </a:lnTo>
                  <a:lnTo>
                    <a:pt x="8680" y="970"/>
                  </a:lnTo>
                  <a:lnTo>
                    <a:pt x="8222" y="674"/>
                  </a:lnTo>
                  <a:lnTo>
                    <a:pt x="7736" y="458"/>
                  </a:lnTo>
                  <a:lnTo>
                    <a:pt x="7224" y="270"/>
                  </a:lnTo>
                  <a:lnTo>
                    <a:pt x="6685" y="135"/>
                  </a:lnTo>
                  <a:lnTo>
                    <a:pt x="6119" y="54"/>
                  </a:lnTo>
                  <a:lnTo>
                    <a:pt x="55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3543;p39">
            <a:extLst>
              <a:ext uri="{FF2B5EF4-FFF2-40B4-BE49-F238E27FC236}">
                <a16:creationId xmlns:a16="http://schemas.microsoft.com/office/drawing/2014/main" id="{8623D2B9-5846-7F30-35B9-912C93B2EDDA}"/>
              </a:ext>
            </a:extLst>
          </p:cNvPr>
          <p:cNvSpPr txBox="1">
            <a:spLocks/>
          </p:cNvSpPr>
          <p:nvPr/>
        </p:nvSpPr>
        <p:spPr>
          <a:xfrm>
            <a:off x="1866900" y="185665"/>
            <a:ext cx="541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 sz="5000" b="0" i="1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IE" sz="3000" i="0" dirty="0">
                <a:solidFill>
                  <a:srgbClr val="4B94D8"/>
                </a:solidFill>
              </a:rPr>
              <a:t>Strategic Drivers</a:t>
            </a:r>
            <a:endParaRPr lang="pl-PL" sz="3000" i="0" dirty="0">
              <a:solidFill>
                <a:srgbClr val="4B94D8"/>
              </a:solidFill>
            </a:endParaRPr>
          </a:p>
        </p:txBody>
      </p:sp>
      <p:sp>
        <p:nvSpPr>
          <p:cNvPr id="15" name="Google Shape;3546;p39">
            <a:extLst>
              <a:ext uri="{FF2B5EF4-FFF2-40B4-BE49-F238E27FC236}">
                <a16:creationId xmlns:a16="http://schemas.microsoft.com/office/drawing/2014/main" id="{F4D71D53-9E16-9FF9-86D0-6B5E436C772B}"/>
              </a:ext>
            </a:extLst>
          </p:cNvPr>
          <p:cNvSpPr txBox="1">
            <a:spLocks/>
          </p:cNvSpPr>
          <p:nvPr/>
        </p:nvSpPr>
        <p:spPr>
          <a:xfrm>
            <a:off x="1690368" y="3807372"/>
            <a:ext cx="5791200" cy="30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D14000"/>
                </a:solidFill>
                <a:latin typeface="Arial Rounded MT Bold" panose="020F0704030504030204" pitchFamily="34" charset="0"/>
              </a:rPr>
              <a:t>Purpose: </a:t>
            </a:r>
            <a:r>
              <a:rPr lang="en-US" sz="1800" dirty="0">
                <a:latin typeface="Arial Rounded MT Bold" panose="020F0704030504030204" pitchFamily="34" charset="0"/>
              </a:rPr>
              <a:t>Connect technology to business KPIs.</a:t>
            </a:r>
          </a:p>
        </p:txBody>
      </p:sp>
      <p:sp>
        <p:nvSpPr>
          <p:cNvPr id="16" name="Google Shape;3546;p39">
            <a:extLst>
              <a:ext uri="{FF2B5EF4-FFF2-40B4-BE49-F238E27FC236}">
                <a16:creationId xmlns:a16="http://schemas.microsoft.com/office/drawing/2014/main" id="{8C2CEFBE-27D7-255F-F6AA-DC21D6DEE209}"/>
              </a:ext>
            </a:extLst>
          </p:cNvPr>
          <p:cNvSpPr txBox="1">
            <a:spLocks/>
          </p:cNvSpPr>
          <p:nvPr/>
        </p:nvSpPr>
        <p:spPr>
          <a:xfrm>
            <a:off x="1760220" y="728146"/>
            <a:ext cx="5623560" cy="30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Arial Rounded MT Bold" panose="020F0704030504030204" pitchFamily="34" charset="0"/>
              </a:rPr>
              <a:t>Why This Architecture Must Exist</a:t>
            </a:r>
            <a:endParaRPr lang="en-IE" b="1" dirty="0"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7A31FC-DA5F-D2FB-D1A7-F31E3C620019}"/>
              </a:ext>
            </a:extLst>
          </p:cNvPr>
          <p:cNvSpPr txBox="1"/>
          <p:nvPr/>
        </p:nvSpPr>
        <p:spPr>
          <a:xfrm>
            <a:off x="106025" y="1183147"/>
            <a:ext cx="22801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l-PL" sz="1800" b="1" dirty="0">
                <a:solidFill>
                  <a:srgbClr val="4B94D8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Safety</a:t>
            </a:r>
            <a:r>
              <a:rPr lang="en-IE" sz="1800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  </a:t>
            </a:r>
          </a:p>
          <a:p>
            <a:pPr lvl="0"/>
            <a:r>
              <a:rPr lang="en-IE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• </a:t>
            </a:r>
            <a:r>
              <a:rPr lang="en-US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M</a:t>
            </a:r>
            <a:r>
              <a:rPr lang="en-US" dirty="0">
                <a:latin typeface="Arial Rounded MT Bold" panose="020F0704030504030204" pitchFamily="34" charset="0"/>
              </a:rPr>
              <a:t>aintenance logs</a:t>
            </a:r>
          </a:p>
          <a:p>
            <a:pPr lvl="0"/>
            <a:r>
              <a:rPr lang="en-IE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•</a:t>
            </a:r>
            <a:r>
              <a:rPr lang="en-US" dirty="0">
                <a:latin typeface="Arial Rounded MT Bold" panose="020F0704030504030204" pitchFamily="34" charset="0"/>
              </a:rPr>
              <a:t> Real-time telemetry</a:t>
            </a:r>
          </a:p>
          <a:p>
            <a:pPr lvl="0"/>
            <a:r>
              <a:rPr lang="en-US" dirty="0">
                <a:latin typeface="Arial Rounded MT Bold" panose="020F0704030504030204" pitchFamily="34" charset="0"/>
              </a:rPr>
              <a:t>• Incident response</a:t>
            </a:r>
            <a:endParaRPr lang="pl-PL" sz="1800" dirty="0">
              <a:solidFill>
                <a:schemeClr val="dk2"/>
              </a:solidFill>
              <a:latin typeface="Arial Rounded MT Bold" panose="020F0704030504030204" pitchFamily="34" charset="0"/>
              <a:ea typeface="M PLUS 1p"/>
              <a:cs typeface="M PLUS 1p"/>
              <a:sym typeface="M PLUS 1p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EDA81C-BA74-E772-DB14-B1CF103B4BEB}"/>
              </a:ext>
            </a:extLst>
          </p:cNvPr>
          <p:cNvSpPr txBox="1"/>
          <p:nvPr/>
        </p:nvSpPr>
        <p:spPr>
          <a:xfrm>
            <a:off x="85235" y="2472904"/>
            <a:ext cx="22801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l-PL" sz="1800" b="1" dirty="0">
                <a:solidFill>
                  <a:srgbClr val="4B94D8"/>
                </a:solidFill>
                <a:latin typeface="Arial Rounded MT Bold" panose="020F0704030504030204" pitchFamily="34" charset="0"/>
              </a:rPr>
              <a:t>Punctuality</a:t>
            </a:r>
            <a:endParaRPr lang="en-IE" sz="1800" b="1" dirty="0">
              <a:solidFill>
                <a:srgbClr val="4B94D8"/>
              </a:solidFill>
              <a:latin typeface="Arial Rounded MT Bold" panose="020F0704030504030204" pitchFamily="34" charset="0"/>
            </a:endParaRPr>
          </a:p>
          <a:p>
            <a:pPr lvl="0"/>
            <a:r>
              <a:rPr lang="en-IE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• </a:t>
            </a:r>
            <a:r>
              <a:rPr lang="en-US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L</a:t>
            </a:r>
            <a:r>
              <a:rPr lang="en-US" dirty="0">
                <a:latin typeface="Arial Rounded MT Bold" panose="020F0704030504030204" pitchFamily="34" charset="0"/>
              </a:rPr>
              <a:t>ive schedule updates</a:t>
            </a:r>
          </a:p>
          <a:p>
            <a:pPr lvl="0"/>
            <a:r>
              <a:rPr lang="en-IE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•</a:t>
            </a:r>
            <a:r>
              <a:rPr lang="en-US" dirty="0">
                <a:latin typeface="Arial Rounded MT Bold" panose="020F0704030504030204" pitchFamily="34" charset="0"/>
              </a:rPr>
              <a:t> Flight tracking</a:t>
            </a:r>
          </a:p>
          <a:p>
            <a:pPr lvl="0"/>
            <a:r>
              <a:rPr lang="en-IE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• </a:t>
            </a:r>
            <a:r>
              <a:rPr lang="en-US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C</a:t>
            </a:r>
            <a:r>
              <a:rPr lang="en-US" dirty="0">
                <a:latin typeface="Arial Rounded MT Bold" panose="020F0704030504030204" pitchFamily="34" charset="0"/>
              </a:rPr>
              <a:t>rew readiness</a:t>
            </a:r>
            <a:endParaRPr lang="pl-PL" sz="1800" dirty="0">
              <a:solidFill>
                <a:schemeClr val="dk2"/>
              </a:solidFill>
              <a:latin typeface="Arial Rounded MT Bold" panose="020F0704030504030204" pitchFamily="34" charset="0"/>
              <a:ea typeface="M PLUS 1p"/>
              <a:cs typeface="M PLUS 1p"/>
              <a:sym typeface="M PLUS 1p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EECBB2-C840-797C-1099-98DBE8B13D97}"/>
              </a:ext>
            </a:extLst>
          </p:cNvPr>
          <p:cNvSpPr txBox="1"/>
          <p:nvPr/>
        </p:nvSpPr>
        <p:spPr>
          <a:xfrm>
            <a:off x="6247340" y="1183147"/>
            <a:ext cx="27405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pl-PL" sz="1800" b="1" dirty="0">
                <a:solidFill>
                  <a:srgbClr val="4B94D8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Customer Experience</a:t>
            </a:r>
            <a:endParaRPr lang="en-IE" sz="1800" b="1" dirty="0">
              <a:solidFill>
                <a:srgbClr val="4B94D8"/>
              </a:solidFill>
              <a:latin typeface="Arial Rounded MT Bold" panose="020F0704030504030204" pitchFamily="34" charset="0"/>
              <a:ea typeface="M PLUS 1p"/>
              <a:cs typeface="M PLUS 1p"/>
              <a:sym typeface="M PLUS 1p"/>
            </a:endParaRPr>
          </a:p>
          <a:p>
            <a:pPr lvl="0" algn="r"/>
            <a:r>
              <a:rPr lang="en-IE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• </a:t>
            </a:r>
            <a:r>
              <a:rPr lang="en-US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Reliable reservations </a:t>
            </a:r>
          </a:p>
          <a:p>
            <a:pPr lvl="0" algn="r"/>
            <a:r>
              <a:rPr lang="en-IE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• </a:t>
            </a:r>
            <a:r>
              <a:rPr lang="en-US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Check-in</a:t>
            </a:r>
          </a:p>
          <a:p>
            <a:pPr lvl="0" algn="r"/>
            <a:r>
              <a:rPr lang="en-IE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• </a:t>
            </a:r>
            <a:r>
              <a:rPr lang="en-US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Baggage tracking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E4212F-F372-A7B8-81B4-59D7F75B4311}"/>
              </a:ext>
            </a:extLst>
          </p:cNvPr>
          <p:cNvSpPr txBox="1"/>
          <p:nvPr/>
        </p:nvSpPr>
        <p:spPr>
          <a:xfrm>
            <a:off x="6707784" y="2472904"/>
            <a:ext cx="22801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pl-PL" sz="1800" b="1" dirty="0">
                <a:solidFill>
                  <a:srgbClr val="4B94D8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Cost Efficiency</a:t>
            </a:r>
            <a:endParaRPr lang="en-IE" sz="1800" b="1" dirty="0">
              <a:solidFill>
                <a:srgbClr val="4B94D8"/>
              </a:solidFill>
              <a:latin typeface="Arial Rounded MT Bold" panose="020F0704030504030204" pitchFamily="34" charset="0"/>
              <a:ea typeface="M PLUS 1p"/>
              <a:cs typeface="M PLUS 1p"/>
              <a:sym typeface="M PLUS 1p"/>
            </a:endParaRPr>
          </a:p>
          <a:p>
            <a:pPr lvl="0" algn="r"/>
            <a:r>
              <a:rPr lang="en-IE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• F</a:t>
            </a:r>
            <a:r>
              <a:rPr lang="pl-PL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uel optimisation</a:t>
            </a:r>
            <a:endParaRPr lang="en-IE" dirty="0">
              <a:solidFill>
                <a:schemeClr val="dk2"/>
              </a:solidFill>
              <a:latin typeface="Arial Rounded MT Bold" panose="020F0704030504030204" pitchFamily="34" charset="0"/>
              <a:ea typeface="M PLUS 1p"/>
              <a:cs typeface="M PLUS 1p"/>
              <a:sym typeface="M PLUS 1p"/>
            </a:endParaRPr>
          </a:p>
          <a:p>
            <a:pPr lvl="0" algn="r"/>
            <a:r>
              <a:rPr lang="en-IE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• A</a:t>
            </a:r>
            <a:r>
              <a:rPr lang="pl-PL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ircraft utilisation</a:t>
            </a:r>
            <a:endParaRPr lang="en-IE" dirty="0">
              <a:solidFill>
                <a:schemeClr val="dk2"/>
              </a:solidFill>
              <a:latin typeface="Arial Rounded MT Bold" panose="020F0704030504030204" pitchFamily="34" charset="0"/>
              <a:ea typeface="M PLUS 1p"/>
              <a:cs typeface="M PLUS 1p"/>
              <a:sym typeface="M PLUS 1p"/>
            </a:endParaRPr>
          </a:p>
          <a:p>
            <a:pPr lvl="0" algn="r"/>
            <a:r>
              <a:rPr lang="en-IE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•A</a:t>
            </a:r>
            <a:r>
              <a:rPr lang="pl-PL" dirty="0">
                <a:solidFill>
                  <a:schemeClr val="dk2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utomation</a:t>
            </a:r>
            <a:endParaRPr lang="pl-PL" sz="1800" dirty="0">
              <a:solidFill>
                <a:schemeClr val="dk2"/>
              </a:solidFill>
              <a:latin typeface="Arial Rounded MT Bold" panose="020F0704030504030204" pitchFamily="34" charset="0"/>
              <a:ea typeface="M PLUS 1p"/>
              <a:cs typeface="M PLUS 1p"/>
              <a:sym typeface="M PLUS 1p"/>
            </a:endParaRPr>
          </a:p>
        </p:txBody>
      </p:sp>
    </p:spTree>
    <p:extLst>
      <p:ext uri="{BB962C8B-B14F-4D97-AF65-F5344CB8AC3E}">
        <p14:creationId xmlns:p14="http://schemas.microsoft.com/office/powerpoint/2010/main" val="4202519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5">
          <a:extLst>
            <a:ext uri="{FF2B5EF4-FFF2-40B4-BE49-F238E27FC236}">
              <a16:creationId xmlns:a16="http://schemas.microsoft.com/office/drawing/2014/main" id="{9B3ABD7B-4020-FAFF-5FD7-D152A994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8848;p74">
            <a:extLst>
              <a:ext uri="{FF2B5EF4-FFF2-40B4-BE49-F238E27FC236}">
                <a16:creationId xmlns:a16="http://schemas.microsoft.com/office/drawing/2014/main" id="{F480C4E2-E3B3-709A-08BF-642449E6716A}"/>
              </a:ext>
            </a:extLst>
          </p:cNvPr>
          <p:cNvGrpSpPr/>
          <p:nvPr/>
        </p:nvGrpSpPr>
        <p:grpSpPr>
          <a:xfrm>
            <a:off x="-4578416" y="-1465943"/>
            <a:ext cx="18300834" cy="7374348"/>
            <a:chOff x="3852075" y="1987750"/>
            <a:chExt cx="3707700" cy="1494025"/>
          </a:xfrm>
        </p:grpSpPr>
        <p:sp>
          <p:nvSpPr>
            <p:cNvPr id="22" name="Google Shape;8849;p74">
              <a:extLst>
                <a:ext uri="{FF2B5EF4-FFF2-40B4-BE49-F238E27FC236}">
                  <a16:creationId xmlns:a16="http://schemas.microsoft.com/office/drawing/2014/main" id="{48C8C8A6-4877-4118-AA32-3A07A807915E}"/>
                </a:ext>
              </a:extLst>
            </p:cNvPr>
            <p:cNvSpPr/>
            <p:nvPr/>
          </p:nvSpPr>
          <p:spPr>
            <a:xfrm>
              <a:off x="3852075" y="1987750"/>
              <a:ext cx="3707700" cy="1494025"/>
            </a:xfrm>
            <a:custGeom>
              <a:avLst/>
              <a:gdLst/>
              <a:ahLst/>
              <a:cxnLst/>
              <a:rect l="l" t="t" r="r" b="b"/>
              <a:pathLst>
                <a:path w="148308" h="59761" extrusionOk="0">
                  <a:moveTo>
                    <a:pt x="74235" y="0"/>
                  </a:moveTo>
                  <a:lnTo>
                    <a:pt x="74074" y="27"/>
                  </a:lnTo>
                  <a:lnTo>
                    <a:pt x="73885" y="54"/>
                  </a:lnTo>
                  <a:lnTo>
                    <a:pt x="73723" y="135"/>
                  </a:lnTo>
                  <a:lnTo>
                    <a:pt x="73561" y="243"/>
                  </a:lnTo>
                  <a:lnTo>
                    <a:pt x="73427" y="378"/>
                  </a:lnTo>
                  <a:lnTo>
                    <a:pt x="73319" y="540"/>
                  </a:lnTo>
                  <a:lnTo>
                    <a:pt x="73265" y="728"/>
                  </a:lnTo>
                  <a:lnTo>
                    <a:pt x="73211" y="944"/>
                  </a:lnTo>
                  <a:lnTo>
                    <a:pt x="71621" y="19570"/>
                  </a:lnTo>
                  <a:lnTo>
                    <a:pt x="71082" y="19678"/>
                  </a:lnTo>
                  <a:lnTo>
                    <a:pt x="70569" y="19786"/>
                  </a:lnTo>
                  <a:lnTo>
                    <a:pt x="70057" y="19947"/>
                  </a:lnTo>
                  <a:lnTo>
                    <a:pt x="69518" y="20082"/>
                  </a:lnTo>
                  <a:lnTo>
                    <a:pt x="69033" y="20244"/>
                  </a:lnTo>
                  <a:lnTo>
                    <a:pt x="68521" y="20433"/>
                  </a:lnTo>
                  <a:lnTo>
                    <a:pt x="68036" y="20648"/>
                  </a:lnTo>
                  <a:lnTo>
                    <a:pt x="67550" y="20864"/>
                  </a:lnTo>
                  <a:lnTo>
                    <a:pt x="67065" y="21106"/>
                  </a:lnTo>
                  <a:lnTo>
                    <a:pt x="66580" y="21349"/>
                  </a:lnTo>
                  <a:lnTo>
                    <a:pt x="66122" y="21619"/>
                  </a:lnTo>
                  <a:lnTo>
                    <a:pt x="65664" y="21888"/>
                  </a:lnTo>
                  <a:lnTo>
                    <a:pt x="65205" y="22185"/>
                  </a:lnTo>
                  <a:lnTo>
                    <a:pt x="64774" y="22508"/>
                  </a:lnTo>
                  <a:lnTo>
                    <a:pt x="64343" y="22832"/>
                  </a:lnTo>
                  <a:lnTo>
                    <a:pt x="63911" y="23182"/>
                  </a:lnTo>
                  <a:lnTo>
                    <a:pt x="32320" y="18896"/>
                  </a:lnTo>
                  <a:lnTo>
                    <a:pt x="32077" y="18896"/>
                  </a:lnTo>
                  <a:lnTo>
                    <a:pt x="31862" y="18923"/>
                  </a:lnTo>
                  <a:lnTo>
                    <a:pt x="31673" y="18977"/>
                  </a:lnTo>
                  <a:lnTo>
                    <a:pt x="31484" y="19085"/>
                  </a:lnTo>
                  <a:lnTo>
                    <a:pt x="31350" y="19220"/>
                  </a:lnTo>
                  <a:lnTo>
                    <a:pt x="31242" y="19354"/>
                  </a:lnTo>
                  <a:lnTo>
                    <a:pt x="31161" y="19516"/>
                  </a:lnTo>
                  <a:lnTo>
                    <a:pt x="31107" y="19705"/>
                  </a:lnTo>
                  <a:lnTo>
                    <a:pt x="31080" y="19867"/>
                  </a:lnTo>
                  <a:lnTo>
                    <a:pt x="31080" y="20055"/>
                  </a:lnTo>
                  <a:lnTo>
                    <a:pt x="31134" y="20244"/>
                  </a:lnTo>
                  <a:lnTo>
                    <a:pt x="31215" y="20406"/>
                  </a:lnTo>
                  <a:lnTo>
                    <a:pt x="31323" y="20567"/>
                  </a:lnTo>
                  <a:lnTo>
                    <a:pt x="31484" y="20702"/>
                  </a:lnTo>
                  <a:lnTo>
                    <a:pt x="31673" y="20810"/>
                  </a:lnTo>
                  <a:lnTo>
                    <a:pt x="31889" y="20918"/>
                  </a:lnTo>
                  <a:lnTo>
                    <a:pt x="59221" y="28897"/>
                  </a:lnTo>
                  <a:lnTo>
                    <a:pt x="58952" y="29436"/>
                  </a:lnTo>
                  <a:lnTo>
                    <a:pt x="58655" y="30002"/>
                  </a:lnTo>
                  <a:lnTo>
                    <a:pt x="58413" y="30568"/>
                  </a:lnTo>
                  <a:lnTo>
                    <a:pt x="58170" y="31161"/>
                  </a:lnTo>
                  <a:lnTo>
                    <a:pt x="57927" y="31754"/>
                  </a:lnTo>
                  <a:lnTo>
                    <a:pt x="57712" y="32347"/>
                  </a:lnTo>
                  <a:lnTo>
                    <a:pt x="57523" y="32967"/>
                  </a:lnTo>
                  <a:lnTo>
                    <a:pt x="57361" y="33587"/>
                  </a:lnTo>
                  <a:lnTo>
                    <a:pt x="57200" y="34207"/>
                  </a:lnTo>
                  <a:lnTo>
                    <a:pt x="57038" y="34854"/>
                  </a:lnTo>
                  <a:lnTo>
                    <a:pt x="56930" y="35501"/>
                  </a:lnTo>
                  <a:lnTo>
                    <a:pt x="56822" y="36147"/>
                  </a:lnTo>
                  <a:lnTo>
                    <a:pt x="56714" y="36794"/>
                  </a:lnTo>
                  <a:lnTo>
                    <a:pt x="56661" y="37468"/>
                  </a:lnTo>
                  <a:lnTo>
                    <a:pt x="56607" y="38142"/>
                  </a:lnTo>
                  <a:lnTo>
                    <a:pt x="56580" y="38816"/>
                  </a:lnTo>
                  <a:lnTo>
                    <a:pt x="27279" y="35258"/>
                  </a:lnTo>
                  <a:lnTo>
                    <a:pt x="11861" y="33398"/>
                  </a:lnTo>
                  <a:lnTo>
                    <a:pt x="6605" y="32778"/>
                  </a:lnTo>
                  <a:lnTo>
                    <a:pt x="4044" y="32509"/>
                  </a:lnTo>
                  <a:lnTo>
                    <a:pt x="3801" y="32509"/>
                  </a:lnTo>
                  <a:lnTo>
                    <a:pt x="971" y="32913"/>
                  </a:lnTo>
                  <a:lnTo>
                    <a:pt x="756" y="32967"/>
                  </a:lnTo>
                  <a:lnTo>
                    <a:pt x="567" y="33048"/>
                  </a:lnTo>
                  <a:lnTo>
                    <a:pt x="405" y="33155"/>
                  </a:lnTo>
                  <a:lnTo>
                    <a:pt x="270" y="33290"/>
                  </a:lnTo>
                  <a:lnTo>
                    <a:pt x="163" y="33425"/>
                  </a:lnTo>
                  <a:lnTo>
                    <a:pt x="82" y="33614"/>
                  </a:lnTo>
                  <a:lnTo>
                    <a:pt x="28" y="33775"/>
                  </a:lnTo>
                  <a:lnTo>
                    <a:pt x="1" y="33964"/>
                  </a:lnTo>
                  <a:lnTo>
                    <a:pt x="1" y="34153"/>
                  </a:lnTo>
                  <a:lnTo>
                    <a:pt x="28" y="34341"/>
                  </a:lnTo>
                  <a:lnTo>
                    <a:pt x="109" y="34503"/>
                  </a:lnTo>
                  <a:lnTo>
                    <a:pt x="189" y="34665"/>
                  </a:lnTo>
                  <a:lnTo>
                    <a:pt x="297" y="34827"/>
                  </a:lnTo>
                  <a:lnTo>
                    <a:pt x="459" y="34934"/>
                  </a:lnTo>
                  <a:lnTo>
                    <a:pt x="648" y="35042"/>
                  </a:lnTo>
                  <a:lnTo>
                    <a:pt x="863" y="35123"/>
                  </a:lnTo>
                  <a:lnTo>
                    <a:pt x="23479" y="40703"/>
                  </a:lnTo>
                  <a:lnTo>
                    <a:pt x="23290" y="40999"/>
                  </a:lnTo>
                  <a:lnTo>
                    <a:pt x="23128" y="41323"/>
                  </a:lnTo>
                  <a:lnTo>
                    <a:pt x="22967" y="41646"/>
                  </a:lnTo>
                  <a:lnTo>
                    <a:pt x="22859" y="41997"/>
                  </a:lnTo>
                  <a:lnTo>
                    <a:pt x="22751" y="42347"/>
                  </a:lnTo>
                  <a:lnTo>
                    <a:pt x="22670" y="42698"/>
                  </a:lnTo>
                  <a:lnTo>
                    <a:pt x="22643" y="43075"/>
                  </a:lnTo>
                  <a:lnTo>
                    <a:pt x="22616" y="43452"/>
                  </a:lnTo>
                  <a:lnTo>
                    <a:pt x="22643" y="43938"/>
                  </a:lnTo>
                  <a:lnTo>
                    <a:pt x="22724" y="44423"/>
                  </a:lnTo>
                  <a:lnTo>
                    <a:pt x="22832" y="44908"/>
                  </a:lnTo>
                  <a:lnTo>
                    <a:pt x="22994" y="45339"/>
                  </a:lnTo>
                  <a:lnTo>
                    <a:pt x="23209" y="45770"/>
                  </a:lnTo>
                  <a:lnTo>
                    <a:pt x="23452" y="46175"/>
                  </a:lnTo>
                  <a:lnTo>
                    <a:pt x="23721" y="46552"/>
                  </a:lnTo>
                  <a:lnTo>
                    <a:pt x="24045" y="46876"/>
                  </a:lnTo>
                  <a:lnTo>
                    <a:pt x="24395" y="47199"/>
                  </a:lnTo>
                  <a:lnTo>
                    <a:pt x="24773" y="47469"/>
                  </a:lnTo>
                  <a:lnTo>
                    <a:pt x="25150" y="47711"/>
                  </a:lnTo>
                  <a:lnTo>
                    <a:pt x="25581" y="47927"/>
                  </a:lnTo>
                  <a:lnTo>
                    <a:pt x="26039" y="48089"/>
                  </a:lnTo>
                  <a:lnTo>
                    <a:pt x="26498" y="48196"/>
                  </a:lnTo>
                  <a:lnTo>
                    <a:pt x="26983" y="48277"/>
                  </a:lnTo>
                  <a:lnTo>
                    <a:pt x="27468" y="48304"/>
                  </a:lnTo>
                  <a:lnTo>
                    <a:pt x="27980" y="48277"/>
                  </a:lnTo>
                  <a:lnTo>
                    <a:pt x="28438" y="48196"/>
                  </a:lnTo>
                  <a:lnTo>
                    <a:pt x="28924" y="48089"/>
                  </a:lnTo>
                  <a:lnTo>
                    <a:pt x="29355" y="47927"/>
                  </a:lnTo>
                  <a:lnTo>
                    <a:pt x="29786" y="47711"/>
                  </a:lnTo>
                  <a:lnTo>
                    <a:pt x="30191" y="47469"/>
                  </a:lnTo>
                  <a:lnTo>
                    <a:pt x="30568" y="47199"/>
                  </a:lnTo>
                  <a:lnTo>
                    <a:pt x="30891" y="46876"/>
                  </a:lnTo>
                  <a:lnTo>
                    <a:pt x="31215" y="46552"/>
                  </a:lnTo>
                  <a:lnTo>
                    <a:pt x="31484" y="46175"/>
                  </a:lnTo>
                  <a:lnTo>
                    <a:pt x="31727" y="45770"/>
                  </a:lnTo>
                  <a:lnTo>
                    <a:pt x="31943" y="45339"/>
                  </a:lnTo>
                  <a:lnTo>
                    <a:pt x="32104" y="44908"/>
                  </a:lnTo>
                  <a:lnTo>
                    <a:pt x="32212" y="44423"/>
                  </a:lnTo>
                  <a:lnTo>
                    <a:pt x="32293" y="43938"/>
                  </a:lnTo>
                  <a:lnTo>
                    <a:pt x="32320" y="43452"/>
                  </a:lnTo>
                  <a:lnTo>
                    <a:pt x="32320" y="43156"/>
                  </a:lnTo>
                  <a:lnTo>
                    <a:pt x="32293" y="42859"/>
                  </a:lnTo>
                  <a:lnTo>
                    <a:pt x="36660" y="43938"/>
                  </a:lnTo>
                  <a:lnTo>
                    <a:pt x="36471" y="44288"/>
                  </a:lnTo>
                  <a:lnTo>
                    <a:pt x="36336" y="44665"/>
                  </a:lnTo>
                  <a:lnTo>
                    <a:pt x="36202" y="45043"/>
                  </a:lnTo>
                  <a:lnTo>
                    <a:pt x="36094" y="45447"/>
                  </a:lnTo>
                  <a:lnTo>
                    <a:pt x="35986" y="45824"/>
                  </a:lnTo>
                  <a:lnTo>
                    <a:pt x="35932" y="46229"/>
                  </a:lnTo>
                  <a:lnTo>
                    <a:pt x="35905" y="46660"/>
                  </a:lnTo>
                  <a:lnTo>
                    <a:pt x="35878" y="47064"/>
                  </a:lnTo>
                  <a:lnTo>
                    <a:pt x="35878" y="47415"/>
                  </a:lnTo>
                  <a:lnTo>
                    <a:pt x="35905" y="47765"/>
                  </a:lnTo>
                  <a:lnTo>
                    <a:pt x="35959" y="48089"/>
                  </a:lnTo>
                  <a:lnTo>
                    <a:pt x="36013" y="48412"/>
                  </a:lnTo>
                  <a:lnTo>
                    <a:pt x="36094" y="48736"/>
                  </a:lnTo>
                  <a:lnTo>
                    <a:pt x="36175" y="49059"/>
                  </a:lnTo>
                  <a:lnTo>
                    <a:pt x="36390" y="49679"/>
                  </a:lnTo>
                  <a:lnTo>
                    <a:pt x="36687" y="50245"/>
                  </a:lnTo>
                  <a:lnTo>
                    <a:pt x="37010" y="50811"/>
                  </a:lnTo>
                  <a:lnTo>
                    <a:pt x="37415" y="51323"/>
                  </a:lnTo>
                  <a:lnTo>
                    <a:pt x="37819" y="51782"/>
                  </a:lnTo>
                  <a:lnTo>
                    <a:pt x="38304" y="52213"/>
                  </a:lnTo>
                  <a:lnTo>
                    <a:pt x="38816" y="52590"/>
                  </a:lnTo>
                  <a:lnTo>
                    <a:pt x="39355" y="52941"/>
                  </a:lnTo>
                  <a:lnTo>
                    <a:pt x="39948" y="53210"/>
                  </a:lnTo>
                  <a:lnTo>
                    <a:pt x="40568" y="53453"/>
                  </a:lnTo>
                  <a:lnTo>
                    <a:pt x="40892" y="53534"/>
                  </a:lnTo>
                  <a:lnTo>
                    <a:pt x="41215" y="53614"/>
                  </a:lnTo>
                  <a:lnTo>
                    <a:pt x="41539" y="53668"/>
                  </a:lnTo>
                  <a:lnTo>
                    <a:pt x="41862" y="53695"/>
                  </a:lnTo>
                  <a:lnTo>
                    <a:pt x="42213" y="53722"/>
                  </a:lnTo>
                  <a:lnTo>
                    <a:pt x="42536" y="53749"/>
                  </a:lnTo>
                  <a:lnTo>
                    <a:pt x="42886" y="53722"/>
                  </a:lnTo>
                  <a:lnTo>
                    <a:pt x="43237" y="53695"/>
                  </a:lnTo>
                  <a:lnTo>
                    <a:pt x="43560" y="53668"/>
                  </a:lnTo>
                  <a:lnTo>
                    <a:pt x="43884" y="53614"/>
                  </a:lnTo>
                  <a:lnTo>
                    <a:pt x="44207" y="53534"/>
                  </a:lnTo>
                  <a:lnTo>
                    <a:pt x="44531" y="53453"/>
                  </a:lnTo>
                  <a:lnTo>
                    <a:pt x="45151" y="53210"/>
                  </a:lnTo>
                  <a:lnTo>
                    <a:pt x="45717" y="52941"/>
                  </a:lnTo>
                  <a:lnTo>
                    <a:pt x="46283" y="52590"/>
                  </a:lnTo>
                  <a:lnTo>
                    <a:pt x="46795" y="52213"/>
                  </a:lnTo>
                  <a:lnTo>
                    <a:pt x="47253" y="51782"/>
                  </a:lnTo>
                  <a:lnTo>
                    <a:pt x="47684" y="51323"/>
                  </a:lnTo>
                  <a:lnTo>
                    <a:pt x="48089" y="50811"/>
                  </a:lnTo>
                  <a:lnTo>
                    <a:pt x="48412" y="50245"/>
                  </a:lnTo>
                  <a:lnTo>
                    <a:pt x="48682" y="49679"/>
                  </a:lnTo>
                  <a:lnTo>
                    <a:pt x="48924" y="49059"/>
                  </a:lnTo>
                  <a:lnTo>
                    <a:pt x="49005" y="48736"/>
                  </a:lnTo>
                  <a:lnTo>
                    <a:pt x="49086" y="48412"/>
                  </a:lnTo>
                  <a:lnTo>
                    <a:pt x="49140" y="48089"/>
                  </a:lnTo>
                  <a:lnTo>
                    <a:pt x="49167" y="47765"/>
                  </a:lnTo>
                  <a:lnTo>
                    <a:pt x="49194" y="47415"/>
                  </a:lnTo>
                  <a:lnTo>
                    <a:pt x="49221" y="47064"/>
                  </a:lnTo>
                  <a:lnTo>
                    <a:pt x="49221" y="47037"/>
                  </a:lnTo>
                  <a:lnTo>
                    <a:pt x="58790" y="49409"/>
                  </a:lnTo>
                  <a:lnTo>
                    <a:pt x="59248" y="50272"/>
                  </a:lnTo>
                  <a:lnTo>
                    <a:pt x="59733" y="51081"/>
                  </a:lnTo>
                  <a:lnTo>
                    <a:pt x="60246" y="51889"/>
                  </a:lnTo>
                  <a:lnTo>
                    <a:pt x="60785" y="52671"/>
                  </a:lnTo>
                  <a:lnTo>
                    <a:pt x="61216" y="53210"/>
                  </a:lnTo>
                  <a:lnTo>
                    <a:pt x="61620" y="53722"/>
                  </a:lnTo>
                  <a:lnTo>
                    <a:pt x="62078" y="54207"/>
                  </a:lnTo>
                  <a:lnTo>
                    <a:pt x="62537" y="54693"/>
                  </a:lnTo>
                  <a:lnTo>
                    <a:pt x="62564" y="54720"/>
                  </a:lnTo>
                  <a:lnTo>
                    <a:pt x="63022" y="55178"/>
                  </a:lnTo>
                  <a:lnTo>
                    <a:pt x="63480" y="55582"/>
                  </a:lnTo>
                  <a:lnTo>
                    <a:pt x="63507" y="55636"/>
                  </a:lnTo>
                  <a:lnTo>
                    <a:pt x="63992" y="56040"/>
                  </a:lnTo>
                  <a:lnTo>
                    <a:pt x="64504" y="56418"/>
                  </a:lnTo>
                  <a:lnTo>
                    <a:pt x="64585" y="56472"/>
                  </a:lnTo>
                  <a:lnTo>
                    <a:pt x="65044" y="56822"/>
                  </a:lnTo>
                  <a:lnTo>
                    <a:pt x="65502" y="57119"/>
                  </a:lnTo>
                  <a:lnTo>
                    <a:pt x="65637" y="57226"/>
                  </a:lnTo>
                  <a:lnTo>
                    <a:pt x="66149" y="57523"/>
                  </a:lnTo>
                  <a:lnTo>
                    <a:pt x="66688" y="57819"/>
                  </a:lnTo>
                  <a:lnTo>
                    <a:pt x="66796" y="57873"/>
                  </a:lnTo>
                  <a:lnTo>
                    <a:pt x="67281" y="58143"/>
                  </a:lnTo>
                  <a:lnTo>
                    <a:pt x="67766" y="58359"/>
                  </a:lnTo>
                  <a:lnTo>
                    <a:pt x="67955" y="58439"/>
                  </a:lnTo>
                  <a:lnTo>
                    <a:pt x="68494" y="58682"/>
                  </a:lnTo>
                  <a:lnTo>
                    <a:pt x="69060" y="58871"/>
                  </a:lnTo>
                  <a:lnTo>
                    <a:pt x="69168" y="58925"/>
                  </a:lnTo>
                  <a:lnTo>
                    <a:pt x="69680" y="59086"/>
                  </a:lnTo>
                  <a:lnTo>
                    <a:pt x="70192" y="59221"/>
                  </a:lnTo>
                  <a:lnTo>
                    <a:pt x="70435" y="59302"/>
                  </a:lnTo>
                  <a:lnTo>
                    <a:pt x="71001" y="59437"/>
                  </a:lnTo>
                  <a:lnTo>
                    <a:pt x="71594" y="59545"/>
                  </a:lnTo>
                  <a:lnTo>
                    <a:pt x="71675" y="59545"/>
                  </a:lnTo>
                  <a:lnTo>
                    <a:pt x="72214" y="59625"/>
                  </a:lnTo>
                  <a:lnTo>
                    <a:pt x="72753" y="59679"/>
                  </a:lnTo>
                  <a:lnTo>
                    <a:pt x="73049" y="59706"/>
                  </a:lnTo>
                  <a:lnTo>
                    <a:pt x="73642" y="59760"/>
                  </a:lnTo>
                  <a:lnTo>
                    <a:pt x="74235" y="59760"/>
                  </a:lnTo>
                  <a:lnTo>
                    <a:pt x="75071" y="59733"/>
                  </a:lnTo>
                  <a:lnTo>
                    <a:pt x="75313" y="59733"/>
                  </a:lnTo>
                  <a:lnTo>
                    <a:pt x="75906" y="59679"/>
                  </a:lnTo>
                  <a:lnTo>
                    <a:pt x="76176" y="59652"/>
                  </a:lnTo>
                  <a:lnTo>
                    <a:pt x="76796" y="59545"/>
                  </a:lnTo>
                  <a:lnTo>
                    <a:pt x="76985" y="59518"/>
                  </a:lnTo>
                  <a:lnTo>
                    <a:pt x="77766" y="59356"/>
                  </a:lnTo>
                  <a:lnTo>
                    <a:pt x="77982" y="59329"/>
                  </a:lnTo>
                  <a:lnTo>
                    <a:pt x="78548" y="59167"/>
                  </a:lnTo>
                  <a:lnTo>
                    <a:pt x="78818" y="59086"/>
                  </a:lnTo>
                  <a:lnTo>
                    <a:pt x="79330" y="58925"/>
                  </a:lnTo>
                  <a:lnTo>
                    <a:pt x="79599" y="58817"/>
                  </a:lnTo>
                  <a:lnTo>
                    <a:pt x="80300" y="58547"/>
                  </a:lnTo>
                  <a:lnTo>
                    <a:pt x="80435" y="58493"/>
                  </a:lnTo>
                  <a:lnTo>
                    <a:pt x="81028" y="58224"/>
                  </a:lnTo>
                  <a:lnTo>
                    <a:pt x="81298" y="58089"/>
                  </a:lnTo>
                  <a:lnTo>
                    <a:pt x="81756" y="57873"/>
                  </a:lnTo>
                  <a:lnTo>
                    <a:pt x="82025" y="57712"/>
                  </a:lnTo>
                  <a:lnTo>
                    <a:pt x="82484" y="57442"/>
                  </a:lnTo>
                  <a:lnTo>
                    <a:pt x="82726" y="57307"/>
                  </a:lnTo>
                  <a:lnTo>
                    <a:pt x="83346" y="56903"/>
                  </a:lnTo>
                  <a:lnTo>
                    <a:pt x="83616" y="56687"/>
                  </a:lnTo>
                  <a:lnTo>
                    <a:pt x="83993" y="56418"/>
                  </a:lnTo>
                  <a:lnTo>
                    <a:pt x="84290" y="56202"/>
                  </a:lnTo>
                  <a:lnTo>
                    <a:pt x="84613" y="55933"/>
                  </a:lnTo>
                  <a:lnTo>
                    <a:pt x="84909" y="55663"/>
                  </a:lnTo>
                  <a:lnTo>
                    <a:pt x="85287" y="55367"/>
                  </a:lnTo>
                  <a:lnTo>
                    <a:pt x="85745" y="54908"/>
                  </a:lnTo>
                  <a:lnTo>
                    <a:pt x="86015" y="54639"/>
                  </a:lnTo>
                  <a:lnTo>
                    <a:pt x="86338" y="54315"/>
                  </a:lnTo>
                  <a:lnTo>
                    <a:pt x="86554" y="54046"/>
                  </a:lnTo>
                  <a:lnTo>
                    <a:pt x="86877" y="53695"/>
                  </a:lnTo>
                  <a:lnTo>
                    <a:pt x="87066" y="53480"/>
                  </a:lnTo>
                  <a:lnTo>
                    <a:pt x="87740" y="52644"/>
                  </a:lnTo>
                  <a:lnTo>
                    <a:pt x="87821" y="52536"/>
                  </a:lnTo>
                  <a:lnTo>
                    <a:pt x="88117" y="52105"/>
                  </a:lnTo>
                  <a:lnTo>
                    <a:pt x="88279" y="51862"/>
                  </a:lnTo>
                  <a:lnTo>
                    <a:pt x="88575" y="51431"/>
                  </a:lnTo>
                  <a:lnTo>
                    <a:pt x="88710" y="51215"/>
                  </a:lnTo>
                  <a:lnTo>
                    <a:pt x="89168" y="50407"/>
                  </a:lnTo>
                  <a:lnTo>
                    <a:pt x="89600" y="49571"/>
                  </a:lnTo>
                  <a:lnTo>
                    <a:pt x="89708" y="49409"/>
                  </a:lnTo>
                  <a:lnTo>
                    <a:pt x="89734" y="49356"/>
                  </a:lnTo>
                  <a:lnTo>
                    <a:pt x="99088" y="47037"/>
                  </a:lnTo>
                  <a:lnTo>
                    <a:pt x="99088" y="47064"/>
                  </a:lnTo>
                  <a:lnTo>
                    <a:pt x="99088" y="47415"/>
                  </a:lnTo>
                  <a:lnTo>
                    <a:pt x="99115" y="47765"/>
                  </a:lnTo>
                  <a:lnTo>
                    <a:pt x="99169" y="48089"/>
                  </a:lnTo>
                  <a:lnTo>
                    <a:pt x="99223" y="48412"/>
                  </a:lnTo>
                  <a:lnTo>
                    <a:pt x="99304" y="48736"/>
                  </a:lnTo>
                  <a:lnTo>
                    <a:pt x="99384" y="49059"/>
                  </a:lnTo>
                  <a:lnTo>
                    <a:pt x="99627" y="49679"/>
                  </a:lnTo>
                  <a:lnTo>
                    <a:pt x="99897" y="50245"/>
                  </a:lnTo>
                  <a:lnTo>
                    <a:pt x="100220" y="50811"/>
                  </a:lnTo>
                  <a:lnTo>
                    <a:pt x="100624" y="51323"/>
                  </a:lnTo>
                  <a:lnTo>
                    <a:pt x="101056" y="51782"/>
                  </a:lnTo>
                  <a:lnTo>
                    <a:pt x="101514" y="52213"/>
                  </a:lnTo>
                  <a:lnTo>
                    <a:pt x="102026" y="52590"/>
                  </a:lnTo>
                  <a:lnTo>
                    <a:pt x="102592" y="52941"/>
                  </a:lnTo>
                  <a:lnTo>
                    <a:pt x="103158" y="53210"/>
                  </a:lnTo>
                  <a:lnTo>
                    <a:pt x="103455" y="53345"/>
                  </a:lnTo>
                  <a:lnTo>
                    <a:pt x="103778" y="53453"/>
                  </a:lnTo>
                  <a:lnTo>
                    <a:pt x="104102" y="53534"/>
                  </a:lnTo>
                  <a:lnTo>
                    <a:pt x="104425" y="53614"/>
                  </a:lnTo>
                  <a:lnTo>
                    <a:pt x="104748" y="53668"/>
                  </a:lnTo>
                  <a:lnTo>
                    <a:pt x="105072" y="53695"/>
                  </a:lnTo>
                  <a:lnTo>
                    <a:pt x="105422" y="53722"/>
                  </a:lnTo>
                  <a:lnTo>
                    <a:pt x="105746" y="53749"/>
                  </a:lnTo>
                  <a:lnTo>
                    <a:pt x="106096" y="53722"/>
                  </a:lnTo>
                  <a:lnTo>
                    <a:pt x="106447" y="53695"/>
                  </a:lnTo>
                  <a:lnTo>
                    <a:pt x="106770" y="53668"/>
                  </a:lnTo>
                  <a:lnTo>
                    <a:pt x="107094" y="53614"/>
                  </a:lnTo>
                  <a:lnTo>
                    <a:pt x="107417" y="53534"/>
                  </a:lnTo>
                  <a:lnTo>
                    <a:pt x="107741" y="53453"/>
                  </a:lnTo>
                  <a:lnTo>
                    <a:pt x="108064" y="53345"/>
                  </a:lnTo>
                  <a:lnTo>
                    <a:pt x="108360" y="53210"/>
                  </a:lnTo>
                  <a:lnTo>
                    <a:pt x="108927" y="52941"/>
                  </a:lnTo>
                  <a:lnTo>
                    <a:pt x="109493" y="52590"/>
                  </a:lnTo>
                  <a:lnTo>
                    <a:pt x="110005" y="52213"/>
                  </a:lnTo>
                  <a:lnTo>
                    <a:pt x="110463" y="51782"/>
                  </a:lnTo>
                  <a:lnTo>
                    <a:pt x="110894" y="51323"/>
                  </a:lnTo>
                  <a:lnTo>
                    <a:pt x="111299" y="50811"/>
                  </a:lnTo>
                  <a:lnTo>
                    <a:pt x="111622" y="50245"/>
                  </a:lnTo>
                  <a:lnTo>
                    <a:pt x="111892" y="49679"/>
                  </a:lnTo>
                  <a:lnTo>
                    <a:pt x="112134" y="49059"/>
                  </a:lnTo>
                  <a:lnTo>
                    <a:pt x="112215" y="48736"/>
                  </a:lnTo>
                  <a:lnTo>
                    <a:pt x="112296" y="48412"/>
                  </a:lnTo>
                  <a:lnTo>
                    <a:pt x="112350" y="48089"/>
                  </a:lnTo>
                  <a:lnTo>
                    <a:pt x="112404" y="47765"/>
                  </a:lnTo>
                  <a:lnTo>
                    <a:pt x="112431" y="47415"/>
                  </a:lnTo>
                  <a:lnTo>
                    <a:pt x="112431" y="47064"/>
                  </a:lnTo>
                  <a:lnTo>
                    <a:pt x="112404" y="46660"/>
                  </a:lnTo>
                  <a:lnTo>
                    <a:pt x="112377" y="46229"/>
                  </a:lnTo>
                  <a:lnTo>
                    <a:pt x="112323" y="45824"/>
                  </a:lnTo>
                  <a:lnTo>
                    <a:pt x="112215" y="45447"/>
                  </a:lnTo>
                  <a:lnTo>
                    <a:pt x="112107" y="45043"/>
                  </a:lnTo>
                  <a:lnTo>
                    <a:pt x="111972" y="44665"/>
                  </a:lnTo>
                  <a:lnTo>
                    <a:pt x="111811" y="44288"/>
                  </a:lnTo>
                  <a:lnTo>
                    <a:pt x="111649" y="43938"/>
                  </a:lnTo>
                  <a:lnTo>
                    <a:pt x="116016" y="42859"/>
                  </a:lnTo>
                  <a:lnTo>
                    <a:pt x="115989" y="43156"/>
                  </a:lnTo>
                  <a:lnTo>
                    <a:pt x="115989" y="43452"/>
                  </a:lnTo>
                  <a:lnTo>
                    <a:pt x="116016" y="43938"/>
                  </a:lnTo>
                  <a:lnTo>
                    <a:pt x="116070" y="44423"/>
                  </a:lnTo>
                  <a:lnTo>
                    <a:pt x="116204" y="44908"/>
                  </a:lnTo>
                  <a:lnTo>
                    <a:pt x="116366" y="45339"/>
                  </a:lnTo>
                  <a:lnTo>
                    <a:pt x="116555" y="45770"/>
                  </a:lnTo>
                  <a:lnTo>
                    <a:pt x="116824" y="46175"/>
                  </a:lnTo>
                  <a:lnTo>
                    <a:pt x="117094" y="46552"/>
                  </a:lnTo>
                  <a:lnTo>
                    <a:pt x="117390" y="46876"/>
                  </a:lnTo>
                  <a:lnTo>
                    <a:pt x="117741" y="47199"/>
                  </a:lnTo>
                  <a:lnTo>
                    <a:pt x="118118" y="47469"/>
                  </a:lnTo>
                  <a:lnTo>
                    <a:pt x="118523" y="47711"/>
                  </a:lnTo>
                  <a:lnTo>
                    <a:pt x="118954" y="47927"/>
                  </a:lnTo>
                  <a:lnTo>
                    <a:pt x="119385" y="48089"/>
                  </a:lnTo>
                  <a:lnTo>
                    <a:pt x="119843" y="48196"/>
                  </a:lnTo>
                  <a:lnTo>
                    <a:pt x="120329" y="48277"/>
                  </a:lnTo>
                  <a:lnTo>
                    <a:pt x="120841" y="48304"/>
                  </a:lnTo>
                  <a:lnTo>
                    <a:pt x="121326" y="48277"/>
                  </a:lnTo>
                  <a:lnTo>
                    <a:pt x="121811" y="48196"/>
                  </a:lnTo>
                  <a:lnTo>
                    <a:pt x="122269" y="48089"/>
                  </a:lnTo>
                  <a:lnTo>
                    <a:pt x="122728" y="47927"/>
                  </a:lnTo>
                  <a:lnTo>
                    <a:pt x="123159" y="47711"/>
                  </a:lnTo>
                  <a:lnTo>
                    <a:pt x="123536" y="47469"/>
                  </a:lnTo>
                  <a:lnTo>
                    <a:pt x="123914" y="47199"/>
                  </a:lnTo>
                  <a:lnTo>
                    <a:pt x="124264" y="46876"/>
                  </a:lnTo>
                  <a:lnTo>
                    <a:pt x="124587" y="46552"/>
                  </a:lnTo>
                  <a:lnTo>
                    <a:pt x="124857" y="46175"/>
                  </a:lnTo>
                  <a:lnTo>
                    <a:pt x="125100" y="45770"/>
                  </a:lnTo>
                  <a:lnTo>
                    <a:pt x="125315" y="45339"/>
                  </a:lnTo>
                  <a:lnTo>
                    <a:pt x="125477" y="44908"/>
                  </a:lnTo>
                  <a:lnTo>
                    <a:pt x="125585" y="44423"/>
                  </a:lnTo>
                  <a:lnTo>
                    <a:pt x="125666" y="43938"/>
                  </a:lnTo>
                  <a:lnTo>
                    <a:pt x="125693" y="43452"/>
                  </a:lnTo>
                  <a:lnTo>
                    <a:pt x="125666" y="43075"/>
                  </a:lnTo>
                  <a:lnTo>
                    <a:pt x="125639" y="42698"/>
                  </a:lnTo>
                  <a:lnTo>
                    <a:pt x="125558" y="42347"/>
                  </a:lnTo>
                  <a:lnTo>
                    <a:pt x="125450" y="41997"/>
                  </a:lnTo>
                  <a:lnTo>
                    <a:pt x="125342" y="41646"/>
                  </a:lnTo>
                  <a:lnTo>
                    <a:pt x="125180" y="41323"/>
                  </a:lnTo>
                  <a:lnTo>
                    <a:pt x="125019" y="40999"/>
                  </a:lnTo>
                  <a:lnTo>
                    <a:pt x="124830" y="40703"/>
                  </a:lnTo>
                  <a:lnTo>
                    <a:pt x="147445" y="35123"/>
                  </a:lnTo>
                  <a:lnTo>
                    <a:pt x="147661" y="35042"/>
                  </a:lnTo>
                  <a:lnTo>
                    <a:pt x="147850" y="34934"/>
                  </a:lnTo>
                  <a:lnTo>
                    <a:pt x="147985" y="34827"/>
                  </a:lnTo>
                  <a:lnTo>
                    <a:pt x="148119" y="34665"/>
                  </a:lnTo>
                  <a:lnTo>
                    <a:pt x="148200" y="34503"/>
                  </a:lnTo>
                  <a:lnTo>
                    <a:pt x="148281" y="34341"/>
                  </a:lnTo>
                  <a:lnTo>
                    <a:pt x="148308" y="34153"/>
                  </a:lnTo>
                  <a:lnTo>
                    <a:pt x="148308" y="33964"/>
                  </a:lnTo>
                  <a:lnTo>
                    <a:pt x="148281" y="33775"/>
                  </a:lnTo>
                  <a:lnTo>
                    <a:pt x="148227" y="33614"/>
                  </a:lnTo>
                  <a:lnTo>
                    <a:pt x="148146" y="33425"/>
                  </a:lnTo>
                  <a:lnTo>
                    <a:pt x="148038" y="33290"/>
                  </a:lnTo>
                  <a:lnTo>
                    <a:pt x="147904" y="33155"/>
                  </a:lnTo>
                  <a:lnTo>
                    <a:pt x="147742" y="33048"/>
                  </a:lnTo>
                  <a:lnTo>
                    <a:pt x="147553" y="32967"/>
                  </a:lnTo>
                  <a:lnTo>
                    <a:pt x="147338" y="32913"/>
                  </a:lnTo>
                  <a:lnTo>
                    <a:pt x="144507" y="32509"/>
                  </a:lnTo>
                  <a:lnTo>
                    <a:pt x="144265" y="32509"/>
                  </a:lnTo>
                  <a:lnTo>
                    <a:pt x="141704" y="32778"/>
                  </a:lnTo>
                  <a:lnTo>
                    <a:pt x="136529" y="33398"/>
                  </a:lnTo>
                  <a:lnTo>
                    <a:pt x="121218" y="35231"/>
                  </a:lnTo>
                  <a:lnTo>
                    <a:pt x="91918" y="38816"/>
                  </a:lnTo>
                  <a:lnTo>
                    <a:pt x="91891" y="38142"/>
                  </a:lnTo>
                  <a:lnTo>
                    <a:pt x="91837" y="37468"/>
                  </a:lnTo>
                  <a:lnTo>
                    <a:pt x="91783" y="36821"/>
                  </a:lnTo>
                  <a:lnTo>
                    <a:pt x="91675" y="36174"/>
                  </a:lnTo>
                  <a:lnTo>
                    <a:pt x="91594" y="35527"/>
                  </a:lnTo>
                  <a:lnTo>
                    <a:pt x="91460" y="34908"/>
                  </a:lnTo>
                  <a:lnTo>
                    <a:pt x="91325" y="34288"/>
                  </a:lnTo>
                  <a:lnTo>
                    <a:pt x="91163" y="33668"/>
                  </a:lnTo>
                  <a:lnTo>
                    <a:pt x="91001" y="33048"/>
                  </a:lnTo>
                  <a:lnTo>
                    <a:pt x="90813" y="32455"/>
                  </a:lnTo>
                  <a:lnTo>
                    <a:pt x="90597" y="31862"/>
                  </a:lnTo>
                  <a:lnTo>
                    <a:pt x="90381" y="31269"/>
                  </a:lnTo>
                  <a:lnTo>
                    <a:pt x="90139" y="30703"/>
                  </a:lnTo>
                  <a:lnTo>
                    <a:pt x="89896" y="30136"/>
                  </a:lnTo>
                  <a:lnTo>
                    <a:pt x="89627" y="29597"/>
                  </a:lnTo>
                  <a:lnTo>
                    <a:pt x="89357" y="29058"/>
                  </a:lnTo>
                  <a:lnTo>
                    <a:pt x="117256" y="20918"/>
                  </a:lnTo>
                  <a:lnTo>
                    <a:pt x="117471" y="20810"/>
                  </a:lnTo>
                  <a:lnTo>
                    <a:pt x="117660" y="20702"/>
                  </a:lnTo>
                  <a:lnTo>
                    <a:pt x="117822" y="20567"/>
                  </a:lnTo>
                  <a:lnTo>
                    <a:pt x="117930" y="20406"/>
                  </a:lnTo>
                  <a:lnTo>
                    <a:pt x="118010" y="20244"/>
                  </a:lnTo>
                  <a:lnTo>
                    <a:pt x="118064" y="20055"/>
                  </a:lnTo>
                  <a:lnTo>
                    <a:pt x="118064" y="19867"/>
                  </a:lnTo>
                  <a:lnTo>
                    <a:pt x="118037" y="19705"/>
                  </a:lnTo>
                  <a:lnTo>
                    <a:pt x="117983" y="19516"/>
                  </a:lnTo>
                  <a:lnTo>
                    <a:pt x="117903" y="19354"/>
                  </a:lnTo>
                  <a:lnTo>
                    <a:pt x="117795" y="19220"/>
                  </a:lnTo>
                  <a:lnTo>
                    <a:pt x="117660" y="19085"/>
                  </a:lnTo>
                  <a:lnTo>
                    <a:pt x="117471" y="18977"/>
                  </a:lnTo>
                  <a:lnTo>
                    <a:pt x="117283" y="18923"/>
                  </a:lnTo>
                  <a:lnTo>
                    <a:pt x="117067" y="18896"/>
                  </a:lnTo>
                  <a:lnTo>
                    <a:pt x="116824" y="18896"/>
                  </a:lnTo>
                  <a:lnTo>
                    <a:pt x="84667" y="23236"/>
                  </a:lnTo>
                  <a:lnTo>
                    <a:pt x="84236" y="22885"/>
                  </a:lnTo>
                  <a:lnTo>
                    <a:pt x="83804" y="22562"/>
                  </a:lnTo>
                  <a:lnTo>
                    <a:pt x="83346" y="22239"/>
                  </a:lnTo>
                  <a:lnTo>
                    <a:pt x="82888" y="21915"/>
                  </a:lnTo>
                  <a:lnTo>
                    <a:pt x="82403" y="21646"/>
                  </a:lnTo>
                  <a:lnTo>
                    <a:pt x="81917" y="21349"/>
                  </a:lnTo>
                  <a:lnTo>
                    <a:pt x="81432" y="21106"/>
                  </a:lnTo>
                  <a:lnTo>
                    <a:pt x="80947" y="20864"/>
                  </a:lnTo>
                  <a:lnTo>
                    <a:pt x="80435" y="20621"/>
                  </a:lnTo>
                  <a:lnTo>
                    <a:pt x="79923" y="20433"/>
                  </a:lnTo>
                  <a:lnTo>
                    <a:pt x="79384" y="20244"/>
                  </a:lnTo>
                  <a:lnTo>
                    <a:pt x="78872" y="20055"/>
                  </a:lnTo>
                  <a:lnTo>
                    <a:pt x="78332" y="19893"/>
                  </a:lnTo>
                  <a:lnTo>
                    <a:pt x="77793" y="19759"/>
                  </a:lnTo>
                  <a:lnTo>
                    <a:pt x="77254" y="19651"/>
                  </a:lnTo>
                  <a:lnTo>
                    <a:pt x="76688" y="19543"/>
                  </a:lnTo>
                  <a:lnTo>
                    <a:pt x="75260" y="944"/>
                  </a:lnTo>
                  <a:lnTo>
                    <a:pt x="75233" y="728"/>
                  </a:lnTo>
                  <a:lnTo>
                    <a:pt x="75152" y="540"/>
                  </a:lnTo>
                  <a:lnTo>
                    <a:pt x="75044" y="378"/>
                  </a:lnTo>
                  <a:lnTo>
                    <a:pt x="74909" y="243"/>
                  </a:lnTo>
                  <a:lnTo>
                    <a:pt x="74774" y="135"/>
                  </a:lnTo>
                  <a:lnTo>
                    <a:pt x="74613" y="54"/>
                  </a:lnTo>
                  <a:lnTo>
                    <a:pt x="74424" y="27"/>
                  </a:lnTo>
                  <a:lnTo>
                    <a:pt x="742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850;p74">
              <a:extLst>
                <a:ext uri="{FF2B5EF4-FFF2-40B4-BE49-F238E27FC236}">
                  <a16:creationId xmlns:a16="http://schemas.microsoft.com/office/drawing/2014/main" id="{5EFC5892-D308-6C87-4E46-CE3DBE5C1E40}"/>
                </a:ext>
              </a:extLst>
            </p:cNvPr>
            <p:cNvSpPr/>
            <p:nvPr/>
          </p:nvSpPr>
          <p:spPr>
            <a:xfrm>
              <a:off x="6772000" y="2934550"/>
              <a:ext cx="202175" cy="202875"/>
            </a:xfrm>
            <a:custGeom>
              <a:avLst/>
              <a:gdLst/>
              <a:ahLst/>
              <a:cxnLst/>
              <a:rect l="l" t="t" r="r" b="b"/>
              <a:pathLst>
                <a:path w="8087" h="8115" extrusionOk="0">
                  <a:moveTo>
                    <a:pt x="4044" y="1"/>
                  </a:moveTo>
                  <a:lnTo>
                    <a:pt x="3612" y="28"/>
                  </a:lnTo>
                  <a:lnTo>
                    <a:pt x="3208" y="81"/>
                  </a:lnTo>
                  <a:lnTo>
                    <a:pt x="2831" y="189"/>
                  </a:lnTo>
                  <a:lnTo>
                    <a:pt x="2453" y="324"/>
                  </a:lnTo>
                  <a:lnTo>
                    <a:pt x="2103" y="513"/>
                  </a:lnTo>
                  <a:lnTo>
                    <a:pt x="1779" y="701"/>
                  </a:lnTo>
                  <a:lnTo>
                    <a:pt x="1456" y="944"/>
                  </a:lnTo>
                  <a:lnTo>
                    <a:pt x="1186" y="1187"/>
                  </a:lnTo>
                  <a:lnTo>
                    <a:pt x="917" y="1483"/>
                  </a:lnTo>
                  <a:lnTo>
                    <a:pt x="674" y="1807"/>
                  </a:lnTo>
                  <a:lnTo>
                    <a:pt x="486" y="2130"/>
                  </a:lnTo>
                  <a:lnTo>
                    <a:pt x="297" y="2480"/>
                  </a:lnTo>
                  <a:lnTo>
                    <a:pt x="162" y="2858"/>
                  </a:lnTo>
                  <a:lnTo>
                    <a:pt x="81" y="3235"/>
                  </a:lnTo>
                  <a:lnTo>
                    <a:pt x="0" y="3640"/>
                  </a:lnTo>
                  <a:lnTo>
                    <a:pt x="0" y="4071"/>
                  </a:lnTo>
                  <a:lnTo>
                    <a:pt x="0" y="4475"/>
                  </a:lnTo>
                  <a:lnTo>
                    <a:pt x="81" y="4879"/>
                  </a:lnTo>
                  <a:lnTo>
                    <a:pt x="162" y="5257"/>
                  </a:lnTo>
                  <a:lnTo>
                    <a:pt x="297" y="5634"/>
                  </a:lnTo>
                  <a:lnTo>
                    <a:pt x="486" y="5985"/>
                  </a:lnTo>
                  <a:lnTo>
                    <a:pt x="674" y="6308"/>
                  </a:lnTo>
                  <a:lnTo>
                    <a:pt x="917" y="6632"/>
                  </a:lnTo>
                  <a:lnTo>
                    <a:pt x="1186" y="6928"/>
                  </a:lnTo>
                  <a:lnTo>
                    <a:pt x="1456" y="7171"/>
                  </a:lnTo>
                  <a:lnTo>
                    <a:pt x="1779" y="7413"/>
                  </a:lnTo>
                  <a:lnTo>
                    <a:pt x="2103" y="7602"/>
                  </a:lnTo>
                  <a:lnTo>
                    <a:pt x="2453" y="7791"/>
                  </a:lnTo>
                  <a:lnTo>
                    <a:pt x="2831" y="7925"/>
                  </a:lnTo>
                  <a:lnTo>
                    <a:pt x="3208" y="8033"/>
                  </a:lnTo>
                  <a:lnTo>
                    <a:pt x="3612" y="8087"/>
                  </a:lnTo>
                  <a:lnTo>
                    <a:pt x="4044" y="8114"/>
                  </a:lnTo>
                  <a:lnTo>
                    <a:pt x="4448" y="8087"/>
                  </a:lnTo>
                  <a:lnTo>
                    <a:pt x="4852" y="8033"/>
                  </a:lnTo>
                  <a:lnTo>
                    <a:pt x="5230" y="7925"/>
                  </a:lnTo>
                  <a:lnTo>
                    <a:pt x="5607" y="7791"/>
                  </a:lnTo>
                  <a:lnTo>
                    <a:pt x="5958" y="7602"/>
                  </a:lnTo>
                  <a:lnTo>
                    <a:pt x="6308" y="7413"/>
                  </a:lnTo>
                  <a:lnTo>
                    <a:pt x="6604" y="7171"/>
                  </a:lnTo>
                  <a:lnTo>
                    <a:pt x="6901" y="6928"/>
                  </a:lnTo>
                  <a:lnTo>
                    <a:pt x="7171" y="6632"/>
                  </a:lnTo>
                  <a:lnTo>
                    <a:pt x="7386" y="6308"/>
                  </a:lnTo>
                  <a:lnTo>
                    <a:pt x="7602" y="5985"/>
                  </a:lnTo>
                  <a:lnTo>
                    <a:pt x="7764" y="5634"/>
                  </a:lnTo>
                  <a:lnTo>
                    <a:pt x="7898" y="5257"/>
                  </a:lnTo>
                  <a:lnTo>
                    <a:pt x="8006" y="4879"/>
                  </a:lnTo>
                  <a:lnTo>
                    <a:pt x="8060" y="4475"/>
                  </a:lnTo>
                  <a:lnTo>
                    <a:pt x="8087" y="4071"/>
                  </a:lnTo>
                  <a:lnTo>
                    <a:pt x="8060" y="3640"/>
                  </a:lnTo>
                  <a:lnTo>
                    <a:pt x="8006" y="3235"/>
                  </a:lnTo>
                  <a:lnTo>
                    <a:pt x="7898" y="2858"/>
                  </a:lnTo>
                  <a:lnTo>
                    <a:pt x="7764" y="2480"/>
                  </a:lnTo>
                  <a:lnTo>
                    <a:pt x="7602" y="2130"/>
                  </a:lnTo>
                  <a:lnTo>
                    <a:pt x="7386" y="1807"/>
                  </a:lnTo>
                  <a:lnTo>
                    <a:pt x="7171" y="1483"/>
                  </a:lnTo>
                  <a:lnTo>
                    <a:pt x="6901" y="1187"/>
                  </a:lnTo>
                  <a:lnTo>
                    <a:pt x="6604" y="944"/>
                  </a:lnTo>
                  <a:lnTo>
                    <a:pt x="6308" y="701"/>
                  </a:lnTo>
                  <a:lnTo>
                    <a:pt x="5958" y="513"/>
                  </a:lnTo>
                  <a:lnTo>
                    <a:pt x="5607" y="324"/>
                  </a:lnTo>
                  <a:lnTo>
                    <a:pt x="5230" y="189"/>
                  </a:lnTo>
                  <a:lnTo>
                    <a:pt x="4852" y="81"/>
                  </a:lnTo>
                  <a:lnTo>
                    <a:pt x="4448" y="28"/>
                  </a:lnTo>
                  <a:lnTo>
                    <a:pt x="40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851;p74">
              <a:extLst>
                <a:ext uri="{FF2B5EF4-FFF2-40B4-BE49-F238E27FC236}">
                  <a16:creationId xmlns:a16="http://schemas.microsoft.com/office/drawing/2014/main" id="{CA62A450-725B-FCB2-83FB-D1A660BE43AF}"/>
                </a:ext>
              </a:extLst>
            </p:cNvPr>
            <p:cNvSpPr/>
            <p:nvPr/>
          </p:nvSpPr>
          <p:spPr>
            <a:xfrm>
              <a:off x="6356900" y="2987125"/>
              <a:ext cx="278325" cy="278325"/>
            </a:xfrm>
            <a:custGeom>
              <a:avLst/>
              <a:gdLst/>
              <a:ahLst/>
              <a:cxnLst/>
              <a:rect l="l" t="t" r="r" b="b"/>
              <a:pathLst>
                <a:path w="11133" h="11133" extrusionOk="0">
                  <a:moveTo>
                    <a:pt x="5553" y="0"/>
                  </a:moveTo>
                  <a:lnTo>
                    <a:pt x="4987" y="54"/>
                  </a:lnTo>
                  <a:lnTo>
                    <a:pt x="4448" y="135"/>
                  </a:lnTo>
                  <a:lnTo>
                    <a:pt x="3909" y="270"/>
                  </a:lnTo>
                  <a:lnTo>
                    <a:pt x="3396" y="458"/>
                  </a:lnTo>
                  <a:lnTo>
                    <a:pt x="2911" y="674"/>
                  </a:lnTo>
                  <a:lnTo>
                    <a:pt x="2453" y="970"/>
                  </a:lnTo>
                  <a:lnTo>
                    <a:pt x="2022" y="1294"/>
                  </a:lnTo>
                  <a:lnTo>
                    <a:pt x="1644" y="1644"/>
                  </a:lnTo>
                  <a:lnTo>
                    <a:pt x="1267" y="2049"/>
                  </a:lnTo>
                  <a:lnTo>
                    <a:pt x="943" y="2453"/>
                  </a:lnTo>
                  <a:lnTo>
                    <a:pt x="674" y="2911"/>
                  </a:lnTo>
                  <a:lnTo>
                    <a:pt x="431" y="3396"/>
                  </a:lnTo>
                  <a:lnTo>
                    <a:pt x="243" y="3909"/>
                  </a:lnTo>
                  <a:lnTo>
                    <a:pt x="108" y="4448"/>
                  </a:lnTo>
                  <a:lnTo>
                    <a:pt x="27" y="5014"/>
                  </a:lnTo>
                  <a:lnTo>
                    <a:pt x="0" y="5580"/>
                  </a:lnTo>
                  <a:lnTo>
                    <a:pt x="27" y="6146"/>
                  </a:lnTo>
                  <a:lnTo>
                    <a:pt x="108" y="6685"/>
                  </a:lnTo>
                  <a:lnTo>
                    <a:pt x="243" y="7224"/>
                  </a:lnTo>
                  <a:lnTo>
                    <a:pt x="431" y="7736"/>
                  </a:lnTo>
                  <a:lnTo>
                    <a:pt x="674" y="8221"/>
                  </a:lnTo>
                  <a:lnTo>
                    <a:pt x="943" y="8680"/>
                  </a:lnTo>
                  <a:lnTo>
                    <a:pt x="1267" y="9111"/>
                  </a:lnTo>
                  <a:lnTo>
                    <a:pt x="1644" y="9515"/>
                  </a:lnTo>
                  <a:lnTo>
                    <a:pt x="2022" y="9866"/>
                  </a:lnTo>
                  <a:lnTo>
                    <a:pt x="2453" y="10189"/>
                  </a:lnTo>
                  <a:lnTo>
                    <a:pt x="2911" y="10459"/>
                  </a:lnTo>
                  <a:lnTo>
                    <a:pt x="3396" y="10701"/>
                  </a:lnTo>
                  <a:lnTo>
                    <a:pt x="3909" y="10890"/>
                  </a:lnTo>
                  <a:lnTo>
                    <a:pt x="4448" y="11025"/>
                  </a:lnTo>
                  <a:lnTo>
                    <a:pt x="4987" y="11106"/>
                  </a:lnTo>
                  <a:lnTo>
                    <a:pt x="5553" y="11133"/>
                  </a:lnTo>
                  <a:lnTo>
                    <a:pt x="6146" y="11106"/>
                  </a:lnTo>
                  <a:lnTo>
                    <a:pt x="6685" y="11025"/>
                  </a:lnTo>
                  <a:lnTo>
                    <a:pt x="7224" y="10890"/>
                  </a:lnTo>
                  <a:lnTo>
                    <a:pt x="7736" y="10701"/>
                  </a:lnTo>
                  <a:lnTo>
                    <a:pt x="8221" y="10459"/>
                  </a:lnTo>
                  <a:lnTo>
                    <a:pt x="8680" y="10189"/>
                  </a:lnTo>
                  <a:lnTo>
                    <a:pt x="9111" y="9866"/>
                  </a:lnTo>
                  <a:lnTo>
                    <a:pt x="9488" y="9515"/>
                  </a:lnTo>
                  <a:lnTo>
                    <a:pt x="9866" y="9111"/>
                  </a:lnTo>
                  <a:lnTo>
                    <a:pt x="10189" y="8680"/>
                  </a:lnTo>
                  <a:lnTo>
                    <a:pt x="10459" y="8221"/>
                  </a:lnTo>
                  <a:lnTo>
                    <a:pt x="10701" y="7736"/>
                  </a:lnTo>
                  <a:lnTo>
                    <a:pt x="10890" y="7224"/>
                  </a:lnTo>
                  <a:lnTo>
                    <a:pt x="11025" y="6685"/>
                  </a:lnTo>
                  <a:lnTo>
                    <a:pt x="11106" y="6146"/>
                  </a:lnTo>
                  <a:lnTo>
                    <a:pt x="11133" y="5580"/>
                  </a:lnTo>
                  <a:lnTo>
                    <a:pt x="11106" y="5014"/>
                  </a:lnTo>
                  <a:lnTo>
                    <a:pt x="11025" y="4448"/>
                  </a:lnTo>
                  <a:lnTo>
                    <a:pt x="10890" y="3909"/>
                  </a:lnTo>
                  <a:lnTo>
                    <a:pt x="10701" y="3396"/>
                  </a:lnTo>
                  <a:lnTo>
                    <a:pt x="10459" y="2911"/>
                  </a:lnTo>
                  <a:lnTo>
                    <a:pt x="10189" y="2453"/>
                  </a:lnTo>
                  <a:lnTo>
                    <a:pt x="9866" y="2049"/>
                  </a:lnTo>
                  <a:lnTo>
                    <a:pt x="9488" y="1644"/>
                  </a:lnTo>
                  <a:lnTo>
                    <a:pt x="9111" y="1294"/>
                  </a:lnTo>
                  <a:lnTo>
                    <a:pt x="8680" y="970"/>
                  </a:lnTo>
                  <a:lnTo>
                    <a:pt x="8221" y="674"/>
                  </a:lnTo>
                  <a:lnTo>
                    <a:pt x="7736" y="458"/>
                  </a:lnTo>
                  <a:lnTo>
                    <a:pt x="7224" y="270"/>
                  </a:lnTo>
                  <a:lnTo>
                    <a:pt x="6685" y="135"/>
                  </a:lnTo>
                  <a:lnTo>
                    <a:pt x="6146" y="54"/>
                  </a:lnTo>
                  <a:lnTo>
                    <a:pt x="55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852;p74">
              <a:extLst>
                <a:ext uri="{FF2B5EF4-FFF2-40B4-BE49-F238E27FC236}">
                  <a16:creationId xmlns:a16="http://schemas.microsoft.com/office/drawing/2014/main" id="{8035CCA2-9252-60CF-84C7-479210A8F28B}"/>
                </a:ext>
              </a:extLst>
            </p:cNvPr>
            <p:cNvSpPr/>
            <p:nvPr/>
          </p:nvSpPr>
          <p:spPr>
            <a:xfrm>
              <a:off x="5265875" y="2433850"/>
              <a:ext cx="884825" cy="1010175"/>
            </a:xfrm>
            <a:custGeom>
              <a:avLst/>
              <a:gdLst/>
              <a:ahLst/>
              <a:cxnLst/>
              <a:rect l="l" t="t" r="r" b="b"/>
              <a:pathLst>
                <a:path w="35393" h="40407" extrusionOk="0">
                  <a:moveTo>
                    <a:pt x="17683" y="1"/>
                  </a:moveTo>
                  <a:lnTo>
                    <a:pt x="16794" y="28"/>
                  </a:lnTo>
                  <a:lnTo>
                    <a:pt x="15877" y="82"/>
                  </a:lnTo>
                  <a:lnTo>
                    <a:pt x="15015" y="217"/>
                  </a:lnTo>
                  <a:lnTo>
                    <a:pt x="14125" y="405"/>
                  </a:lnTo>
                  <a:lnTo>
                    <a:pt x="13263" y="621"/>
                  </a:lnTo>
                  <a:lnTo>
                    <a:pt x="12427" y="890"/>
                  </a:lnTo>
                  <a:lnTo>
                    <a:pt x="11618" y="1214"/>
                  </a:lnTo>
                  <a:lnTo>
                    <a:pt x="10810" y="1591"/>
                  </a:lnTo>
                  <a:lnTo>
                    <a:pt x="10028" y="1996"/>
                  </a:lnTo>
                  <a:lnTo>
                    <a:pt x="9273" y="2427"/>
                  </a:lnTo>
                  <a:lnTo>
                    <a:pt x="8519" y="2912"/>
                  </a:lnTo>
                  <a:lnTo>
                    <a:pt x="7818" y="3451"/>
                  </a:lnTo>
                  <a:lnTo>
                    <a:pt x="7117" y="4017"/>
                  </a:lnTo>
                  <a:lnTo>
                    <a:pt x="6443" y="4610"/>
                  </a:lnTo>
                  <a:lnTo>
                    <a:pt x="5796" y="5230"/>
                  </a:lnTo>
                  <a:lnTo>
                    <a:pt x="5176" y="5904"/>
                  </a:lnTo>
                  <a:lnTo>
                    <a:pt x="4610" y="6605"/>
                  </a:lnTo>
                  <a:lnTo>
                    <a:pt x="4044" y="7333"/>
                  </a:lnTo>
                  <a:lnTo>
                    <a:pt x="3532" y="8114"/>
                  </a:lnTo>
                  <a:lnTo>
                    <a:pt x="3020" y="8896"/>
                  </a:lnTo>
                  <a:lnTo>
                    <a:pt x="2561" y="9705"/>
                  </a:lnTo>
                  <a:lnTo>
                    <a:pt x="2130" y="10567"/>
                  </a:lnTo>
                  <a:lnTo>
                    <a:pt x="1753" y="11430"/>
                  </a:lnTo>
                  <a:lnTo>
                    <a:pt x="1402" y="12319"/>
                  </a:lnTo>
                  <a:lnTo>
                    <a:pt x="1079" y="13236"/>
                  </a:lnTo>
                  <a:lnTo>
                    <a:pt x="809" y="14179"/>
                  </a:lnTo>
                  <a:lnTo>
                    <a:pt x="567" y="15150"/>
                  </a:lnTo>
                  <a:lnTo>
                    <a:pt x="378" y="16120"/>
                  </a:lnTo>
                  <a:lnTo>
                    <a:pt x="216" y="17117"/>
                  </a:lnTo>
                  <a:lnTo>
                    <a:pt x="109" y="18142"/>
                  </a:lnTo>
                  <a:lnTo>
                    <a:pt x="28" y="19166"/>
                  </a:lnTo>
                  <a:lnTo>
                    <a:pt x="1" y="20190"/>
                  </a:lnTo>
                  <a:lnTo>
                    <a:pt x="28" y="21242"/>
                  </a:lnTo>
                  <a:lnTo>
                    <a:pt x="109" y="22266"/>
                  </a:lnTo>
                  <a:lnTo>
                    <a:pt x="216" y="23263"/>
                  </a:lnTo>
                  <a:lnTo>
                    <a:pt x="378" y="24261"/>
                  </a:lnTo>
                  <a:lnTo>
                    <a:pt x="567" y="25258"/>
                  </a:lnTo>
                  <a:lnTo>
                    <a:pt x="809" y="26201"/>
                  </a:lnTo>
                  <a:lnTo>
                    <a:pt x="1079" y="27145"/>
                  </a:lnTo>
                  <a:lnTo>
                    <a:pt x="1402" y="28061"/>
                  </a:lnTo>
                  <a:lnTo>
                    <a:pt x="1753" y="28951"/>
                  </a:lnTo>
                  <a:lnTo>
                    <a:pt x="2130" y="29813"/>
                  </a:lnTo>
                  <a:lnTo>
                    <a:pt x="2561" y="30676"/>
                  </a:lnTo>
                  <a:lnTo>
                    <a:pt x="3020" y="31485"/>
                  </a:lnTo>
                  <a:lnTo>
                    <a:pt x="3532" y="32293"/>
                  </a:lnTo>
                  <a:lnTo>
                    <a:pt x="4044" y="33048"/>
                  </a:lnTo>
                  <a:lnTo>
                    <a:pt x="4610" y="33776"/>
                  </a:lnTo>
                  <a:lnTo>
                    <a:pt x="5176" y="34477"/>
                  </a:lnTo>
                  <a:lnTo>
                    <a:pt x="5796" y="35150"/>
                  </a:lnTo>
                  <a:lnTo>
                    <a:pt x="6443" y="35797"/>
                  </a:lnTo>
                  <a:lnTo>
                    <a:pt x="7117" y="36390"/>
                  </a:lnTo>
                  <a:lnTo>
                    <a:pt x="7818" y="36956"/>
                  </a:lnTo>
                  <a:lnTo>
                    <a:pt x="8519" y="37469"/>
                  </a:lnTo>
                  <a:lnTo>
                    <a:pt x="9273" y="37954"/>
                  </a:lnTo>
                  <a:lnTo>
                    <a:pt x="10028" y="38412"/>
                  </a:lnTo>
                  <a:lnTo>
                    <a:pt x="10810" y="38816"/>
                  </a:lnTo>
                  <a:lnTo>
                    <a:pt x="11618" y="39167"/>
                  </a:lnTo>
                  <a:lnTo>
                    <a:pt x="12427" y="39490"/>
                  </a:lnTo>
                  <a:lnTo>
                    <a:pt x="13263" y="39760"/>
                  </a:lnTo>
                  <a:lnTo>
                    <a:pt x="14125" y="40002"/>
                  </a:lnTo>
                  <a:lnTo>
                    <a:pt x="15015" y="40164"/>
                  </a:lnTo>
                  <a:lnTo>
                    <a:pt x="15877" y="40299"/>
                  </a:lnTo>
                  <a:lnTo>
                    <a:pt x="16794" y="40380"/>
                  </a:lnTo>
                  <a:lnTo>
                    <a:pt x="17683" y="40407"/>
                  </a:lnTo>
                  <a:lnTo>
                    <a:pt x="18600" y="40380"/>
                  </a:lnTo>
                  <a:lnTo>
                    <a:pt x="19516" y="40299"/>
                  </a:lnTo>
                  <a:lnTo>
                    <a:pt x="20379" y="40164"/>
                  </a:lnTo>
                  <a:lnTo>
                    <a:pt x="21268" y="40002"/>
                  </a:lnTo>
                  <a:lnTo>
                    <a:pt x="22104" y="39760"/>
                  </a:lnTo>
                  <a:lnTo>
                    <a:pt x="22966" y="39490"/>
                  </a:lnTo>
                  <a:lnTo>
                    <a:pt x="23775" y="39167"/>
                  </a:lnTo>
                  <a:lnTo>
                    <a:pt x="24584" y="38816"/>
                  </a:lnTo>
                  <a:lnTo>
                    <a:pt x="25365" y="38412"/>
                  </a:lnTo>
                  <a:lnTo>
                    <a:pt x="26120" y="37954"/>
                  </a:lnTo>
                  <a:lnTo>
                    <a:pt x="26875" y="37469"/>
                  </a:lnTo>
                  <a:lnTo>
                    <a:pt x="27576" y="36956"/>
                  </a:lnTo>
                  <a:lnTo>
                    <a:pt x="28277" y="36390"/>
                  </a:lnTo>
                  <a:lnTo>
                    <a:pt x="28951" y="35797"/>
                  </a:lnTo>
                  <a:lnTo>
                    <a:pt x="29597" y="35150"/>
                  </a:lnTo>
                  <a:lnTo>
                    <a:pt x="30217" y="34477"/>
                  </a:lnTo>
                  <a:lnTo>
                    <a:pt x="30783" y="33776"/>
                  </a:lnTo>
                  <a:lnTo>
                    <a:pt x="31350" y="33048"/>
                  </a:lnTo>
                  <a:lnTo>
                    <a:pt x="31862" y="32293"/>
                  </a:lnTo>
                  <a:lnTo>
                    <a:pt x="32374" y="31485"/>
                  </a:lnTo>
                  <a:lnTo>
                    <a:pt x="32832" y="30676"/>
                  </a:lnTo>
                  <a:lnTo>
                    <a:pt x="33263" y="29813"/>
                  </a:lnTo>
                  <a:lnTo>
                    <a:pt x="33641" y="28951"/>
                  </a:lnTo>
                  <a:lnTo>
                    <a:pt x="33991" y="28061"/>
                  </a:lnTo>
                  <a:lnTo>
                    <a:pt x="34315" y="27145"/>
                  </a:lnTo>
                  <a:lnTo>
                    <a:pt x="34584" y="26201"/>
                  </a:lnTo>
                  <a:lnTo>
                    <a:pt x="34827" y="25258"/>
                  </a:lnTo>
                  <a:lnTo>
                    <a:pt x="35015" y="24261"/>
                  </a:lnTo>
                  <a:lnTo>
                    <a:pt x="35177" y="23263"/>
                  </a:lnTo>
                  <a:lnTo>
                    <a:pt x="35285" y="22266"/>
                  </a:lnTo>
                  <a:lnTo>
                    <a:pt x="35366" y="21242"/>
                  </a:lnTo>
                  <a:lnTo>
                    <a:pt x="35393" y="20190"/>
                  </a:lnTo>
                  <a:lnTo>
                    <a:pt x="35366" y="19166"/>
                  </a:lnTo>
                  <a:lnTo>
                    <a:pt x="35285" y="18142"/>
                  </a:lnTo>
                  <a:lnTo>
                    <a:pt x="35177" y="17117"/>
                  </a:lnTo>
                  <a:lnTo>
                    <a:pt x="35015" y="16120"/>
                  </a:lnTo>
                  <a:lnTo>
                    <a:pt x="34827" y="15150"/>
                  </a:lnTo>
                  <a:lnTo>
                    <a:pt x="34584" y="14179"/>
                  </a:lnTo>
                  <a:lnTo>
                    <a:pt x="34315" y="13236"/>
                  </a:lnTo>
                  <a:lnTo>
                    <a:pt x="33991" y="12319"/>
                  </a:lnTo>
                  <a:lnTo>
                    <a:pt x="33641" y="11430"/>
                  </a:lnTo>
                  <a:lnTo>
                    <a:pt x="33263" y="10567"/>
                  </a:lnTo>
                  <a:lnTo>
                    <a:pt x="32832" y="9705"/>
                  </a:lnTo>
                  <a:lnTo>
                    <a:pt x="32374" y="8896"/>
                  </a:lnTo>
                  <a:lnTo>
                    <a:pt x="31862" y="8114"/>
                  </a:lnTo>
                  <a:lnTo>
                    <a:pt x="31350" y="7333"/>
                  </a:lnTo>
                  <a:lnTo>
                    <a:pt x="30783" y="6605"/>
                  </a:lnTo>
                  <a:lnTo>
                    <a:pt x="30217" y="5904"/>
                  </a:lnTo>
                  <a:lnTo>
                    <a:pt x="29597" y="5230"/>
                  </a:lnTo>
                  <a:lnTo>
                    <a:pt x="28951" y="4610"/>
                  </a:lnTo>
                  <a:lnTo>
                    <a:pt x="28277" y="4017"/>
                  </a:lnTo>
                  <a:lnTo>
                    <a:pt x="27576" y="3451"/>
                  </a:lnTo>
                  <a:lnTo>
                    <a:pt x="26875" y="2912"/>
                  </a:lnTo>
                  <a:lnTo>
                    <a:pt x="26120" y="2427"/>
                  </a:lnTo>
                  <a:lnTo>
                    <a:pt x="25365" y="1996"/>
                  </a:lnTo>
                  <a:lnTo>
                    <a:pt x="24584" y="1591"/>
                  </a:lnTo>
                  <a:lnTo>
                    <a:pt x="23775" y="1214"/>
                  </a:lnTo>
                  <a:lnTo>
                    <a:pt x="22966" y="890"/>
                  </a:lnTo>
                  <a:lnTo>
                    <a:pt x="22104" y="621"/>
                  </a:lnTo>
                  <a:lnTo>
                    <a:pt x="21268" y="405"/>
                  </a:lnTo>
                  <a:lnTo>
                    <a:pt x="20379" y="217"/>
                  </a:lnTo>
                  <a:lnTo>
                    <a:pt x="19516" y="82"/>
                  </a:lnTo>
                  <a:lnTo>
                    <a:pt x="18600" y="28"/>
                  </a:lnTo>
                  <a:lnTo>
                    <a:pt x="176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853;p74">
              <a:extLst>
                <a:ext uri="{FF2B5EF4-FFF2-40B4-BE49-F238E27FC236}">
                  <a16:creationId xmlns:a16="http://schemas.microsoft.com/office/drawing/2014/main" id="{4FEC0CE8-9629-CFEB-D976-03141A5077C3}"/>
                </a:ext>
              </a:extLst>
            </p:cNvPr>
            <p:cNvSpPr/>
            <p:nvPr/>
          </p:nvSpPr>
          <p:spPr>
            <a:xfrm>
              <a:off x="5623700" y="2724975"/>
              <a:ext cx="186025" cy="263525"/>
            </a:xfrm>
            <a:custGeom>
              <a:avLst/>
              <a:gdLst/>
              <a:ahLst/>
              <a:cxnLst/>
              <a:rect l="l" t="t" r="r" b="b"/>
              <a:pathLst>
                <a:path w="7441" h="10541" extrusionOk="0">
                  <a:moveTo>
                    <a:pt x="243" y="1"/>
                  </a:moveTo>
                  <a:lnTo>
                    <a:pt x="163" y="27"/>
                  </a:lnTo>
                  <a:lnTo>
                    <a:pt x="55" y="81"/>
                  </a:lnTo>
                  <a:lnTo>
                    <a:pt x="1" y="162"/>
                  </a:lnTo>
                  <a:lnTo>
                    <a:pt x="1" y="270"/>
                  </a:lnTo>
                  <a:lnTo>
                    <a:pt x="1" y="10270"/>
                  </a:lnTo>
                  <a:lnTo>
                    <a:pt x="1" y="10378"/>
                  </a:lnTo>
                  <a:lnTo>
                    <a:pt x="55" y="10459"/>
                  </a:lnTo>
                  <a:lnTo>
                    <a:pt x="163" y="10513"/>
                  </a:lnTo>
                  <a:lnTo>
                    <a:pt x="243" y="10540"/>
                  </a:lnTo>
                  <a:lnTo>
                    <a:pt x="7171" y="10540"/>
                  </a:lnTo>
                  <a:lnTo>
                    <a:pt x="7279" y="10513"/>
                  </a:lnTo>
                  <a:lnTo>
                    <a:pt x="7360" y="10459"/>
                  </a:lnTo>
                  <a:lnTo>
                    <a:pt x="7414" y="10378"/>
                  </a:lnTo>
                  <a:lnTo>
                    <a:pt x="7440" y="10270"/>
                  </a:lnTo>
                  <a:lnTo>
                    <a:pt x="7440" y="270"/>
                  </a:lnTo>
                  <a:lnTo>
                    <a:pt x="7414" y="162"/>
                  </a:lnTo>
                  <a:lnTo>
                    <a:pt x="7360" y="81"/>
                  </a:lnTo>
                  <a:lnTo>
                    <a:pt x="7279" y="27"/>
                  </a:lnTo>
                  <a:lnTo>
                    <a:pt x="717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8854;p74">
              <a:extLst>
                <a:ext uri="{FF2B5EF4-FFF2-40B4-BE49-F238E27FC236}">
                  <a16:creationId xmlns:a16="http://schemas.microsoft.com/office/drawing/2014/main" id="{A1DE1132-D8FD-E8A1-D085-EF1BFA36DE0A}"/>
                </a:ext>
              </a:extLst>
            </p:cNvPr>
            <p:cNvSpPr/>
            <p:nvPr/>
          </p:nvSpPr>
          <p:spPr>
            <a:xfrm>
              <a:off x="5842725" y="2683200"/>
              <a:ext cx="263500" cy="301925"/>
            </a:xfrm>
            <a:custGeom>
              <a:avLst/>
              <a:gdLst/>
              <a:ahLst/>
              <a:cxnLst/>
              <a:rect l="l" t="t" r="r" b="b"/>
              <a:pathLst>
                <a:path w="10540" h="12077" extrusionOk="0">
                  <a:moveTo>
                    <a:pt x="7386" y="0"/>
                  </a:moveTo>
                  <a:lnTo>
                    <a:pt x="7251" y="27"/>
                  </a:lnTo>
                  <a:lnTo>
                    <a:pt x="7143" y="54"/>
                  </a:lnTo>
                  <a:lnTo>
                    <a:pt x="6092" y="459"/>
                  </a:lnTo>
                  <a:lnTo>
                    <a:pt x="5122" y="809"/>
                  </a:lnTo>
                  <a:lnTo>
                    <a:pt x="4178" y="1079"/>
                  </a:lnTo>
                  <a:lnTo>
                    <a:pt x="3316" y="1294"/>
                  </a:lnTo>
                  <a:lnTo>
                    <a:pt x="2534" y="1429"/>
                  </a:lnTo>
                  <a:lnTo>
                    <a:pt x="1833" y="1537"/>
                  </a:lnTo>
                  <a:lnTo>
                    <a:pt x="1240" y="1618"/>
                  </a:lnTo>
                  <a:lnTo>
                    <a:pt x="755" y="1645"/>
                  </a:lnTo>
                  <a:lnTo>
                    <a:pt x="593" y="1672"/>
                  </a:lnTo>
                  <a:lnTo>
                    <a:pt x="459" y="1725"/>
                  </a:lnTo>
                  <a:lnTo>
                    <a:pt x="324" y="1806"/>
                  </a:lnTo>
                  <a:lnTo>
                    <a:pt x="216" y="1914"/>
                  </a:lnTo>
                  <a:lnTo>
                    <a:pt x="135" y="2049"/>
                  </a:lnTo>
                  <a:lnTo>
                    <a:pt x="81" y="2184"/>
                  </a:lnTo>
                  <a:lnTo>
                    <a:pt x="27" y="2345"/>
                  </a:lnTo>
                  <a:lnTo>
                    <a:pt x="27" y="2507"/>
                  </a:lnTo>
                  <a:lnTo>
                    <a:pt x="0" y="11214"/>
                  </a:lnTo>
                  <a:lnTo>
                    <a:pt x="0" y="11375"/>
                  </a:lnTo>
                  <a:lnTo>
                    <a:pt x="54" y="11537"/>
                  </a:lnTo>
                  <a:lnTo>
                    <a:pt x="135" y="11699"/>
                  </a:lnTo>
                  <a:lnTo>
                    <a:pt x="216" y="11834"/>
                  </a:lnTo>
                  <a:lnTo>
                    <a:pt x="324" y="11941"/>
                  </a:lnTo>
                  <a:lnTo>
                    <a:pt x="459" y="12022"/>
                  </a:lnTo>
                  <a:lnTo>
                    <a:pt x="620" y="12076"/>
                  </a:lnTo>
                  <a:lnTo>
                    <a:pt x="1779" y="12076"/>
                  </a:lnTo>
                  <a:lnTo>
                    <a:pt x="2723" y="11995"/>
                  </a:lnTo>
                  <a:lnTo>
                    <a:pt x="3612" y="11861"/>
                  </a:lnTo>
                  <a:lnTo>
                    <a:pt x="4475" y="11699"/>
                  </a:lnTo>
                  <a:lnTo>
                    <a:pt x="5257" y="11510"/>
                  </a:lnTo>
                  <a:lnTo>
                    <a:pt x="5957" y="11295"/>
                  </a:lnTo>
                  <a:lnTo>
                    <a:pt x="6631" y="11052"/>
                  </a:lnTo>
                  <a:lnTo>
                    <a:pt x="7251" y="10782"/>
                  </a:lnTo>
                  <a:lnTo>
                    <a:pt x="7817" y="10513"/>
                  </a:lnTo>
                  <a:lnTo>
                    <a:pt x="8329" y="10216"/>
                  </a:lnTo>
                  <a:lnTo>
                    <a:pt x="8788" y="9947"/>
                  </a:lnTo>
                  <a:lnTo>
                    <a:pt x="9165" y="9677"/>
                  </a:lnTo>
                  <a:lnTo>
                    <a:pt x="9542" y="9408"/>
                  </a:lnTo>
                  <a:lnTo>
                    <a:pt x="9839" y="9165"/>
                  </a:lnTo>
                  <a:lnTo>
                    <a:pt x="10270" y="8761"/>
                  </a:lnTo>
                  <a:lnTo>
                    <a:pt x="10405" y="8599"/>
                  </a:lnTo>
                  <a:lnTo>
                    <a:pt x="10513" y="8383"/>
                  </a:lnTo>
                  <a:lnTo>
                    <a:pt x="10540" y="8168"/>
                  </a:lnTo>
                  <a:lnTo>
                    <a:pt x="10540" y="7952"/>
                  </a:lnTo>
                  <a:lnTo>
                    <a:pt x="10378" y="7063"/>
                  </a:lnTo>
                  <a:lnTo>
                    <a:pt x="10216" y="6281"/>
                  </a:lnTo>
                  <a:lnTo>
                    <a:pt x="10055" y="5526"/>
                  </a:lnTo>
                  <a:lnTo>
                    <a:pt x="9893" y="4825"/>
                  </a:lnTo>
                  <a:lnTo>
                    <a:pt x="9704" y="4205"/>
                  </a:lnTo>
                  <a:lnTo>
                    <a:pt x="9542" y="3639"/>
                  </a:lnTo>
                  <a:lnTo>
                    <a:pt x="9192" y="2615"/>
                  </a:lnTo>
                  <a:lnTo>
                    <a:pt x="8842" y="1806"/>
                  </a:lnTo>
                  <a:lnTo>
                    <a:pt x="8545" y="1159"/>
                  </a:lnTo>
                  <a:lnTo>
                    <a:pt x="8249" y="674"/>
                  </a:lnTo>
                  <a:lnTo>
                    <a:pt x="8006" y="297"/>
                  </a:lnTo>
                  <a:lnTo>
                    <a:pt x="7925" y="216"/>
                  </a:lnTo>
                  <a:lnTo>
                    <a:pt x="7817" y="135"/>
                  </a:lnTo>
                  <a:lnTo>
                    <a:pt x="7709" y="54"/>
                  </a:lnTo>
                  <a:lnTo>
                    <a:pt x="7602" y="27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855;p74">
              <a:extLst>
                <a:ext uri="{FF2B5EF4-FFF2-40B4-BE49-F238E27FC236}">
                  <a16:creationId xmlns:a16="http://schemas.microsoft.com/office/drawing/2014/main" id="{89203A5D-F28B-CC7E-F2EF-99C8892F1FA7}"/>
                </a:ext>
              </a:extLst>
            </p:cNvPr>
            <p:cNvSpPr/>
            <p:nvPr/>
          </p:nvSpPr>
          <p:spPr>
            <a:xfrm>
              <a:off x="5317775" y="2683200"/>
              <a:ext cx="263500" cy="301925"/>
            </a:xfrm>
            <a:custGeom>
              <a:avLst/>
              <a:gdLst/>
              <a:ahLst/>
              <a:cxnLst/>
              <a:rect l="l" t="t" r="r" b="b"/>
              <a:pathLst>
                <a:path w="10540" h="12077" extrusionOk="0">
                  <a:moveTo>
                    <a:pt x="3046" y="0"/>
                  </a:moveTo>
                  <a:lnTo>
                    <a:pt x="2911" y="27"/>
                  </a:lnTo>
                  <a:lnTo>
                    <a:pt x="2804" y="54"/>
                  </a:lnTo>
                  <a:lnTo>
                    <a:pt x="2696" y="135"/>
                  </a:lnTo>
                  <a:lnTo>
                    <a:pt x="2615" y="216"/>
                  </a:lnTo>
                  <a:lnTo>
                    <a:pt x="2534" y="297"/>
                  </a:lnTo>
                  <a:lnTo>
                    <a:pt x="2291" y="674"/>
                  </a:lnTo>
                  <a:lnTo>
                    <a:pt x="1995" y="1159"/>
                  </a:lnTo>
                  <a:lnTo>
                    <a:pt x="1671" y="1806"/>
                  </a:lnTo>
                  <a:lnTo>
                    <a:pt x="1348" y="2615"/>
                  </a:lnTo>
                  <a:lnTo>
                    <a:pt x="998" y="3639"/>
                  </a:lnTo>
                  <a:lnTo>
                    <a:pt x="836" y="4205"/>
                  </a:lnTo>
                  <a:lnTo>
                    <a:pt x="647" y="4825"/>
                  </a:lnTo>
                  <a:lnTo>
                    <a:pt x="485" y="5526"/>
                  </a:lnTo>
                  <a:lnTo>
                    <a:pt x="324" y="6281"/>
                  </a:lnTo>
                  <a:lnTo>
                    <a:pt x="162" y="7063"/>
                  </a:lnTo>
                  <a:lnTo>
                    <a:pt x="0" y="7952"/>
                  </a:lnTo>
                  <a:lnTo>
                    <a:pt x="0" y="8168"/>
                  </a:lnTo>
                  <a:lnTo>
                    <a:pt x="27" y="8383"/>
                  </a:lnTo>
                  <a:lnTo>
                    <a:pt x="108" y="8599"/>
                  </a:lnTo>
                  <a:lnTo>
                    <a:pt x="243" y="8761"/>
                  </a:lnTo>
                  <a:lnTo>
                    <a:pt x="701" y="9165"/>
                  </a:lnTo>
                  <a:lnTo>
                    <a:pt x="998" y="9408"/>
                  </a:lnTo>
                  <a:lnTo>
                    <a:pt x="1348" y="9677"/>
                  </a:lnTo>
                  <a:lnTo>
                    <a:pt x="1752" y="9947"/>
                  </a:lnTo>
                  <a:lnTo>
                    <a:pt x="2211" y="10216"/>
                  </a:lnTo>
                  <a:lnTo>
                    <a:pt x="2723" y="10513"/>
                  </a:lnTo>
                  <a:lnTo>
                    <a:pt x="3289" y="10782"/>
                  </a:lnTo>
                  <a:lnTo>
                    <a:pt x="3909" y="11052"/>
                  </a:lnTo>
                  <a:lnTo>
                    <a:pt x="4556" y="11295"/>
                  </a:lnTo>
                  <a:lnTo>
                    <a:pt x="5283" y="11510"/>
                  </a:lnTo>
                  <a:lnTo>
                    <a:pt x="6065" y="11699"/>
                  </a:lnTo>
                  <a:lnTo>
                    <a:pt x="6901" y="11861"/>
                  </a:lnTo>
                  <a:lnTo>
                    <a:pt x="7817" y="11995"/>
                  </a:lnTo>
                  <a:lnTo>
                    <a:pt x="8761" y="12076"/>
                  </a:lnTo>
                  <a:lnTo>
                    <a:pt x="9920" y="12076"/>
                  </a:lnTo>
                  <a:lnTo>
                    <a:pt x="10081" y="12022"/>
                  </a:lnTo>
                  <a:lnTo>
                    <a:pt x="10216" y="11941"/>
                  </a:lnTo>
                  <a:lnTo>
                    <a:pt x="10324" y="11834"/>
                  </a:lnTo>
                  <a:lnTo>
                    <a:pt x="10405" y="11699"/>
                  </a:lnTo>
                  <a:lnTo>
                    <a:pt x="10486" y="11537"/>
                  </a:lnTo>
                  <a:lnTo>
                    <a:pt x="10540" y="11375"/>
                  </a:lnTo>
                  <a:lnTo>
                    <a:pt x="10540" y="11214"/>
                  </a:lnTo>
                  <a:lnTo>
                    <a:pt x="10513" y="2507"/>
                  </a:lnTo>
                  <a:lnTo>
                    <a:pt x="10513" y="2345"/>
                  </a:lnTo>
                  <a:lnTo>
                    <a:pt x="10459" y="2184"/>
                  </a:lnTo>
                  <a:lnTo>
                    <a:pt x="10405" y="2049"/>
                  </a:lnTo>
                  <a:lnTo>
                    <a:pt x="10297" y="1914"/>
                  </a:lnTo>
                  <a:lnTo>
                    <a:pt x="10189" y="1806"/>
                  </a:lnTo>
                  <a:lnTo>
                    <a:pt x="10081" y="1725"/>
                  </a:lnTo>
                  <a:lnTo>
                    <a:pt x="9947" y="1672"/>
                  </a:lnTo>
                  <a:lnTo>
                    <a:pt x="9785" y="1645"/>
                  </a:lnTo>
                  <a:lnTo>
                    <a:pt x="9300" y="1618"/>
                  </a:lnTo>
                  <a:lnTo>
                    <a:pt x="8707" y="1537"/>
                  </a:lnTo>
                  <a:lnTo>
                    <a:pt x="8006" y="1429"/>
                  </a:lnTo>
                  <a:lnTo>
                    <a:pt x="7224" y="1294"/>
                  </a:lnTo>
                  <a:lnTo>
                    <a:pt x="6362" y="1079"/>
                  </a:lnTo>
                  <a:lnTo>
                    <a:pt x="5418" y="809"/>
                  </a:lnTo>
                  <a:lnTo>
                    <a:pt x="4421" y="459"/>
                  </a:lnTo>
                  <a:lnTo>
                    <a:pt x="3397" y="54"/>
                  </a:lnTo>
                  <a:lnTo>
                    <a:pt x="3289" y="27"/>
                  </a:lnTo>
                  <a:lnTo>
                    <a:pt x="31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856;p74">
              <a:extLst>
                <a:ext uri="{FF2B5EF4-FFF2-40B4-BE49-F238E27FC236}">
                  <a16:creationId xmlns:a16="http://schemas.microsoft.com/office/drawing/2014/main" id="{4DCE69A8-644C-44A0-B1B1-C84906314B62}"/>
                </a:ext>
              </a:extLst>
            </p:cNvPr>
            <p:cNvSpPr/>
            <p:nvPr/>
          </p:nvSpPr>
          <p:spPr>
            <a:xfrm>
              <a:off x="4437675" y="2934550"/>
              <a:ext cx="202200" cy="202875"/>
            </a:xfrm>
            <a:custGeom>
              <a:avLst/>
              <a:gdLst/>
              <a:ahLst/>
              <a:cxnLst/>
              <a:rect l="l" t="t" r="r" b="b"/>
              <a:pathLst>
                <a:path w="8088" h="8115" extrusionOk="0">
                  <a:moveTo>
                    <a:pt x="4044" y="1"/>
                  </a:moveTo>
                  <a:lnTo>
                    <a:pt x="3640" y="28"/>
                  </a:lnTo>
                  <a:lnTo>
                    <a:pt x="3235" y="81"/>
                  </a:lnTo>
                  <a:lnTo>
                    <a:pt x="2831" y="189"/>
                  </a:lnTo>
                  <a:lnTo>
                    <a:pt x="2481" y="324"/>
                  </a:lnTo>
                  <a:lnTo>
                    <a:pt x="2130" y="513"/>
                  </a:lnTo>
                  <a:lnTo>
                    <a:pt x="1780" y="701"/>
                  </a:lnTo>
                  <a:lnTo>
                    <a:pt x="1483" y="944"/>
                  </a:lnTo>
                  <a:lnTo>
                    <a:pt x="1187" y="1187"/>
                  </a:lnTo>
                  <a:lnTo>
                    <a:pt x="917" y="1483"/>
                  </a:lnTo>
                  <a:lnTo>
                    <a:pt x="702" y="1807"/>
                  </a:lnTo>
                  <a:lnTo>
                    <a:pt x="486" y="2130"/>
                  </a:lnTo>
                  <a:lnTo>
                    <a:pt x="324" y="2480"/>
                  </a:lnTo>
                  <a:lnTo>
                    <a:pt x="189" y="2858"/>
                  </a:lnTo>
                  <a:lnTo>
                    <a:pt x="82" y="3235"/>
                  </a:lnTo>
                  <a:lnTo>
                    <a:pt x="28" y="3640"/>
                  </a:lnTo>
                  <a:lnTo>
                    <a:pt x="1" y="4071"/>
                  </a:lnTo>
                  <a:lnTo>
                    <a:pt x="28" y="4475"/>
                  </a:lnTo>
                  <a:lnTo>
                    <a:pt x="82" y="4879"/>
                  </a:lnTo>
                  <a:lnTo>
                    <a:pt x="189" y="5257"/>
                  </a:lnTo>
                  <a:lnTo>
                    <a:pt x="324" y="5634"/>
                  </a:lnTo>
                  <a:lnTo>
                    <a:pt x="486" y="5985"/>
                  </a:lnTo>
                  <a:lnTo>
                    <a:pt x="702" y="6308"/>
                  </a:lnTo>
                  <a:lnTo>
                    <a:pt x="917" y="6632"/>
                  </a:lnTo>
                  <a:lnTo>
                    <a:pt x="1187" y="6928"/>
                  </a:lnTo>
                  <a:lnTo>
                    <a:pt x="1483" y="7171"/>
                  </a:lnTo>
                  <a:lnTo>
                    <a:pt x="1780" y="7413"/>
                  </a:lnTo>
                  <a:lnTo>
                    <a:pt x="2130" y="7602"/>
                  </a:lnTo>
                  <a:lnTo>
                    <a:pt x="2481" y="7791"/>
                  </a:lnTo>
                  <a:lnTo>
                    <a:pt x="2831" y="7925"/>
                  </a:lnTo>
                  <a:lnTo>
                    <a:pt x="3235" y="8033"/>
                  </a:lnTo>
                  <a:lnTo>
                    <a:pt x="3640" y="8087"/>
                  </a:lnTo>
                  <a:lnTo>
                    <a:pt x="4044" y="8114"/>
                  </a:lnTo>
                  <a:lnTo>
                    <a:pt x="4448" y="8087"/>
                  </a:lnTo>
                  <a:lnTo>
                    <a:pt x="4853" y="8033"/>
                  </a:lnTo>
                  <a:lnTo>
                    <a:pt x="5257" y="7925"/>
                  </a:lnTo>
                  <a:lnTo>
                    <a:pt x="5634" y="7791"/>
                  </a:lnTo>
                  <a:lnTo>
                    <a:pt x="5985" y="7602"/>
                  </a:lnTo>
                  <a:lnTo>
                    <a:pt x="6308" y="7413"/>
                  </a:lnTo>
                  <a:lnTo>
                    <a:pt x="6632" y="7171"/>
                  </a:lnTo>
                  <a:lnTo>
                    <a:pt x="6901" y="6928"/>
                  </a:lnTo>
                  <a:lnTo>
                    <a:pt x="7171" y="6632"/>
                  </a:lnTo>
                  <a:lnTo>
                    <a:pt x="7413" y="6308"/>
                  </a:lnTo>
                  <a:lnTo>
                    <a:pt x="7602" y="5985"/>
                  </a:lnTo>
                  <a:lnTo>
                    <a:pt x="7764" y="5634"/>
                  </a:lnTo>
                  <a:lnTo>
                    <a:pt x="7899" y="5257"/>
                  </a:lnTo>
                  <a:lnTo>
                    <a:pt x="8006" y="4879"/>
                  </a:lnTo>
                  <a:lnTo>
                    <a:pt x="8060" y="4475"/>
                  </a:lnTo>
                  <a:lnTo>
                    <a:pt x="8087" y="4071"/>
                  </a:lnTo>
                  <a:lnTo>
                    <a:pt x="8060" y="3640"/>
                  </a:lnTo>
                  <a:lnTo>
                    <a:pt x="8006" y="3235"/>
                  </a:lnTo>
                  <a:lnTo>
                    <a:pt x="7899" y="2858"/>
                  </a:lnTo>
                  <a:lnTo>
                    <a:pt x="7764" y="2480"/>
                  </a:lnTo>
                  <a:lnTo>
                    <a:pt x="7602" y="2130"/>
                  </a:lnTo>
                  <a:lnTo>
                    <a:pt x="7413" y="1807"/>
                  </a:lnTo>
                  <a:lnTo>
                    <a:pt x="7171" y="1483"/>
                  </a:lnTo>
                  <a:lnTo>
                    <a:pt x="6901" y="1187"/>
                  </a:lnTo>
                  <a:lnTo>
                    <a:pt x="6632" y="944"/>
                  </a:lnTo>
                  <a:lnTo>
                    <a:pt x="6308" y="701"/>
                  </a:lnTo>
                  <a:lnTo>
                    <a:pt x="5985" y="513"/>
                  </a:lnTo>
                  <a:lnTo>
                    <a:pt x="5634" y="324"/>
                  </a:lnTo>
                  <a:lnTo>
                    <a:pt x="5257" y="189"/>
                  </a:lnTo>
                  <a:lnTo>
                    <a:pt x="4853" y="81"/>
                  </a:lnTo>
                  <a:lnTo>
                    <a:pt x="4448" y="28"/>
                  </a:lnTo>
                  <a:lnTo>
                    <a:pt x="40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857;p74">
              <a:extLst>
                <a:ext uri="{FF2B5EF4-FFF2-40B4-BE49-F238E27FC236}">
                  <a16:creationId xmlns:a16="http://schemas.microsoft.com/office/drawing/2014/main" id="{B4F4854D-64DA-772E-8D73-768D34B69005}"/>
                </a:ext>
              </a:extLst>
            </p:cNvPr>
            <p:cNvSpPr/>
            <p:nvPr/>
          </p:nvSpPr>
          <p:spPr>
            <a:xfrm>
              <a:off x="4776650" y="2987125"/>
              <a:ext cx="278325" cy="278325"/>
            </a:xfrm>
            <a:custGeom>
              <a:avLst/>
              <a:gdLst/>
              <a:ahLst/>
              <a:cxnLst/>
              <a:rect l="l" t="t" r="r" b="b"/>
              <a:pathLst>
                <a:path w="11133" h="11133" extrusionOk="0">
                  <a:moveTo>
                    <a:pt x="5553" y="0"/>
                  </a:moveTo>
                  <a:lnTo>
                    <a:pt x="4987" y="54"/>
                  </a:lnTo>
                  <a:lnTo>
                    <a:pt x="4448" y="135"/>
                  </a:lnTo>
                  <a:lnTo>
                    <a:pt x="3909" y="270"/>
                  </a:lnTo>
                  <a:lnTo>
                    <a:pt x="3397" y="458"/>
                  </a:lnTo>
                  <a:lnTo>
                    <a:pt x="2911" y="674"/>
                  </a:lnTo>
                  <a:lnTo>
                    <a:pt x="2453" y="970"/>
                  </a:lnTo>
                  <a:lnTo>
                    <a:pt x="2022" y="1294"/>
                  </a:lnTo>
                  <a:lnTo>
                    <a:pt x="1618" y="1644"/>
                  </a:lnTo>
                  <a:lnTo>
                    <a:pt x="1267" y="2049"/>
                  </a:lnTo>
                  <a:lnTo>
                    <a:pt x="944" y="2453"/>
                  </a:lnTo>
                  <a:lnTo>
                    <a:pt x="674" y="2911"/>
                  </a:lnTo>
                  <a:lnTo>
                    <a:pt x="432" y="3396"/>
                  </a:lnTo>
                  <a:lnTo>
                    <a:pt x="243" y="3909"/>
                  </a:lnTo>
                  <a:lnTo>
                    <a:pt x="108" y="4448"/>
                  </a:lnTo>
                  <a:lnTo>
                    <a:pt x="27" y="5014"/>
                  </a:lnTo>
                  <a:lnTo>
                    <a:pt x="0" y="5580"/>
                  </a:lnTo>
                  <a:lnTo>
                    <a:pt x="27" y="6146"/>
                  </a:lnTo>
                  <a:lnTo>
                    <a:pt x="108" y="6685"/>
                  </a:lnTo>
                  <a:lnTo>
                    <a:pt x="243" y="7224"/>
                  </a:lnTo>
                  <a:lnTo>
                    <a:pt x="432" y="7736"/>
                  </a:lnTo>
                  <a:lnTo>
                    <a:pt x="674" y="8221"/>
                  </a:lnTo>
                  <a:lnTo>
                    <a:pt x="944" y="8680"/>
                  </a:lnTo>
                  <a:lnTo>
                    <a:pt x="1267" y="9111"/>
                  </a:lnTo>
                  <a:lnTo>
                    <a:pt x="1618" y="9515"/>
                  </a:lnTo>
                  <a:lnTo>
                    <a:pt x="2022" y="9866"/>
                  </a:lnTo>
                  <a:lnTo>
                    <a:pt x="2453" y="10189"/>
                  </a:lnTo>
                  <a:lnTo>
                    <a:pt x="2911" y="10459"/>
                  </a:lnTo>
                  <a:lnTo>
                    <a:pt x="3397" y="10701"/>
                  </a:lnTo>
                  <a:lnTo>
                    <a:pt x="3909" y="10890"/>
                  </a:lnTo>
                  <a:lnTo>
                    <a:pt x="4448" y="11025"/>
                  </a:lnTo>
                  <a:lnTo>
                    <a:pt x="4987" y="11106"/>
                  </a:lnTo>
                  <a:lnTo>
                    <a:pt x="5553" y="11133"/>
                  </a:lnTo>
                  <a:lnTo>
                    <a:pt x="6119" y="11106"/>
                  </a:lnTo>
                  <a:lnTo>
                    <a:pt x="6685" y="11025"/>
                  </a:lnTo>
                  <a:lnTo>
                    <a:pt x="7224" y="10890"/>
                  </a:lnTo>
                  <a:lnTo>
                    <a:pt x="7736" y="10701"/>
                  </a:lnTo>
                  <a:lnTo>
                    <a:pt x="8222" y="10459"/>
                  </a:lnTo>
                  <a:lnTo>
                    <a:pt x="8680" y="10189"/>
                  </a:lnTo>
                  <a:lnTo>
                    <a:pt x="9111" y="9866"/>
                  </a:lnTo>
                  <a:lnTo>
                    <a:pt x="9488" y="9515"/>
                  </a:lnTo>
                  <a:lnTo>
                    <a:pt x="9866" y="9111"/>
                  </a:lnTo>
                  <a:lnTo>
                    <a:pt x="10162" y="8680"/>
                  </a:lnTo>
                  <a:lnTo>
                    <a:pt x="10459" y="8221"/>
                  </a:lnTo>
                  <a:lnTo>
                    <a:pt x="10701" y="7736"/>
                  </a:lnTo>
                  <a:lnTo>
                    <a:pt x="10863" y="7224"/>
                  </a:lnTo>
                  <a:lnTo>
                    <a:pt x="11025" y="6685"/>
                  </a:lnTo>
                  <a:lnTo>
                    <a:pt x="11106" y="6146"/>
                  </a:lnTo>
                  <a:lnTo>
                    <a:pt x="11133" y="5580"/>
                  </a:lnTo>
                  <a:lnTo>
                    <a:pt x="11106" y="5014"/>
                  </a:lnTo>
                  <a:lnTo>
                    <a:pt x="11025" y="4448"/>
                  </a:lnTo>
                  <a:lnTo>
                    <a:pt x="10863" y="3909"/>
                  </a:lnTo>
                  <a:lnTo>
                    <a:pt x="10701" y="3396"/>
                  </a:lnTo>
                  <a:lnTo>
                    <a:pt x="10459" y="2911"/>
                  </a:lnTo>
                  <a:lnTo>
                    <a:pt x="10162" y="2453"/>
                  </a:lnTo>
                  <a:lnTo>
                    <a:pt x="9866" y="2049"/>
                  </a:lnTo>
                  <a:lnTo>
                    <a:pt x="9488" y="1644"/>
                  </a:lnTo>
                  <a:lnTo>
                    <a:pt x="9111" y="1294"/>
                  </a:lnTo>
                  <a:lnTo>
                    <a:pt x="8680" y="970"/>
                  </a:lnTo>
                  <a:lnTo>
                    <a:pt x="8222" y="674"/>
                  </a:lnTo>
                  <a:lnTo>
                    <a:pt x="7736" y="458"/>
                  </a:lnTo>
                  <a:lnTo>
                    <a:pt x="7224" y="270"/>
                  </a:lnTo>
                  <a:lnTo>
                    <a:pt x="6685" y="135"/>
                  </a:lnTo>
                  <a:lnTo>
                    <a:pt x="6119" y="54"/>
                  </a:lnTo>
                  <a:lnTo>
                    <a:pt x="55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F65F6-89F5-02D5-87E9-9E0166F5A329}"/>
              </a:ext>
            </a:extLst>
          </p:cNvPr>
          <p:cNvSpPr/>
          <p:nvPr/>
        </p:nvSpPr>
        <p:spPr>
          <a:xfrm>
            <a:off x="0" y="0"/>
            <a:ext cx="9144000" cy="5142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37944D-FB48-79FA-88AB-6C931748FB33}"/>
              </a:ext>
            </a:extLst>
          </p:cNvPr>
          <p:cNvSpPr/>
          <p:nvPr/>
        </p:nvSpPr>
        <p:spPr>
          <a:xfrm>
            <a:off x="4668031" y="4860131"/>
            <a:ext cx="3840175" cy="282707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7" name="Google Shape;3543;p39">
            <a:extLst>
              <a:ext uri="{FF2B5EF4-FFF2-40B4-BE49-F238E27FC236}">
                <a16:creationId xmlns:a16="http://schemas.microsoft.com/office/drawing/2014/main" id="{164AF81F-3FC2-EFA2-024E-B397C4B0E0AE}"/>
              </a:ext>
            </a:extLst>
          </p:cNvPr>
          <p:cNvSpPr txBox="1">
            <a:spLocks/>
          </p:cNvSpPr>
          <p:nvPr/>
        </p:nvSpPr>
        <p:spPr>
          <a:xfrm>
            <a:off x="4668031" y="137130"/>
            <a:ext cx="4473739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 sz="5000" b="0" i="1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IE" sz="3000" i="0" dirty="0">
                <a:solidFill>
                  <a:srgbClr val="4B94D8"/>
                </a:solidFill>
              </a:rPr>
              <a:t>Data Models</a:t>
            </a:r>
            <a:endParaRPr lang="pl-PL" sz="3000" i="0" dirty="0">
              <a:solidFill>
                <a:srgbClr val="4B94D8"/>
              </a:solidFill>
            </a:endParaRPr>
          </a:p>
        </p:txBody>
      </p:sp>
      <p:sp>
        <p:nvSpPr>
          <p:cNvPr id="48" name="Google Shape;3546;p39">
            <a:extLst>
              <a:ext uri="{FF2B5EF4-FFF2-40B4-BE49-F238E27FC236}">
                <a16:creationId xmlns:a16="http://schemas.microsoft.com/office/drawing/2014/main" id="{09D739B4-6928-0A20-7378-458FD3AAD491}"/>
              </a:ext>
            </a:extLst>
          </p:cNvPr>
          <p:cNvSpPr txBox="1">
            <a:spLocks/>
          </p:cNvSpPr>
          <p:nvPr/>
        </p:nvSpPr>
        <p:spPr>
          <a:xfrm>
            <a:off x="4685068" y="663850"/>
            <a:ext cx="4473739" cy="30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Arial Rounded MT Bold" panose="020F0704030504030204" pitchFamily="34" charset="0"/>
              </a:rPr>
              <a:t>The Foundation of Operational Truth</a:t>
            </a:r>
            <a:endParaRPr lang="en-IE" b="1" dirty="0">
              <a:latin typeface="Arial Rounded MT Bold" panose="020F070403050403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570796D-F1E0-40EB-F8C6-251D1C0A4293}"/>
              </a:ext>
            </a:extLst>
          </p:cNvPr>
          <p:cNvSpPr/>
          <p:nvPr/>
        </p:nvSpPr>
        <p:spPr>
          <a:xfrm>
            <a:off x="2228" y="-7620"/>
            <a:ext cx="4682840" cy="5151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52" name="Picture 51" descr="A computer screen with a black background&#10;&#10;AI-generated content may be incorrect.">
            <a:extLst>
              <a:ext uri="{FF2B5EF4-FFF2-40B4-BE49-F238E27FC236}">
                <a16:creationId xmlns:a16="http://schemas.microsoft.com/office/drawing/2014/main" id="{48317E5E-D35D-5056-865E-30744273E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1083" y="661935"/>
            <a:ext cx="4939424" cy="4103284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5F14B90-7524-6495-2D09-A83C9A7B748C}"/>
              </a:ext>
            </a:extLst>
          </p:cNvPr>
          <p:cNvSpPr txBox="1"/>
          <p:nvPr/>
        </p:nvSpPr>
        <p:spPr>
          <a:xfrm>
            <a:off x="4918074" y="1270439"/>
            <a:ext cx="40077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1200"/>
              </a:spcAft>
            </a:pPr>
            <a:r>
              <a:rPr lang="en-IE" sz="1200" b="1" dirty="0">
                <a:solidFill>
                  <a:srgbClr val="D14000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Thee-tier modelling</a:t>
            </a:r>
            <a:r>
              <a:rPr lang="en-IE" sz="1200" dirty="0">
                <a:solidFill>
                  <a:srgbClr val="D14000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 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C579A2-32C9-C7D3-5A55-F8674E0AEFC7}"/>
              </a:ext>
            </a:extLst>
          </p:cNvPr>
          <p:cNvSpPr txBox="1"/>
          <p:nvPr/>
        </p:nvSpPr>
        <p:spPr>
          <a:xfrm>
            <a:off x="0" y="0"/>
            <a:ext cx="1396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1600"/>
              </a:spcAft>
            </a:pPr>
            <a:r>
              <a:rPr lang="en-IE" sz="1200" b="1" dirty="0">
                <a:solidFill>
                  <a:srgbClr val="D14000"/>
                </a:solidFill>
                <a:latin typeface="Arial Rounded MT Bold" panose="020F0704030504030204" pitchFamily="34" charset="0"/>
                <a:ea typeface="M PLUS 1p"/>
                <a:cs typeface="M PLUS 1p"/>
                <a:sym typeface="M PLUS 1p"/>
              </a:rPr>
              <a:t>Logical Data Model</a:t>
            </a:r>
            <a:endParaRPr lang="pl-PL" sz="1200" b="1" dirty="0">
              <a:solidFill>
                <a:srgbClr val="D14000"/>
              </a:solidFill>
              <a:latin typeface="Arial Rounded MT Bold" panose="020F0704030504030204" pitchFamily="34" charset="0"/>
              <a:ea typeface="M PLUS 1p"/>
              <a:cs typeface="M PLUS 1p"/>
              <a:sym typeface="M PLUS 1p"/>
            </a:endParaRPr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451C9458-FF66-3457-AF31-E0A8DE93B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757457"/>
              </p:ext>
            </p:extLst>
          </p:nvPr>
        </p:nvGraphicFramePr>
        <p:xfrm>
          <a:off x="5183674" y="1496851"/>
          <a:ext cx="3569548" cy="2194131"/>
        </p:xfrm>
        <a:graphic>
          <a:graphicData uri="http://schemas.openxmlformats.org/drawingml/2006/table">
            <a:tbl>
              <a:tblPr firstRow="1" bandRow="1">
                <a:tableStyleId>{593084F5-17DD-4336-80BF-CD0AB8718E6F}</a:tableStyleId>
              </a:tblPr>
              <a:tblGrid>
                <a:gridCol w="3569548">
                  <a:extLst>
                    <a:ext uri="{9D8B030D-6E8A-4147-A177-3AD203B41FA5}">
                      <a16:colId xmlns:a16="http://schemas.microsoft.com/office/drawing/2014/main" val="1248412961"/>
                    </a:ext>
                  </a:extLst>
                </a:gridCol>
              </a:tblGrid>
              <a:tr h="731377">
                <a:tc>
                  <a:txBody>
                    <a:bodyPr/>
                    <a:lstStyle/>
                    <a:p>
                      <a:pPr lvl="0"/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  <a:ea typeface="M PLUS 1p"/>
                          <a:cs typeface="M PLUS 1p"/>
                          <a:sym typeface="M PLUS 1p"/>
                        </a:rPr>
                        <a:t>Conceptual Model:</a:t>
                      </a:r>
                    </a:p>
                    <a:p>
                      <a:pPr lvl="0"/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  <a:ea typeface="M PLUS 1p"/>
                          <a:cs typeface="M PLUS 1p"/>
                          <a:sym typeface="M PLUS 1p"/>
                        </a:rPr>
                        <a:t>flights, aircraft, bookings, schedules, baggage, crew, maintenance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7965703"/>
                  </a:ext>
                </a:extLst>
              </a:tr>
              <a:tr h="731377">
                <a:tc>
                  <a:txBody>
                    <a:bodyPr/>
                    <a:lstStyle/>
                    <a:p>
                      <a:pPr lvl="0"/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  <a:ea typeface="M PLUS 1p"/>
                          <a:cs typeface="M PLUS 1p"/>
                          <a:sym typeface="M PLUS 1p"/>
                        </a:rPr>
                        <a:t>Logical Model: </a:t>
                      </a:r>
                    </a:p>
                    <a:p>
                      <a:pPr lvl="0"/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  <a:ea typeface="M PLUS 1p"/>
                          <a:cs typeface="M PLUS 1p"/>
                          <a:sym typeface="M PLUS 1p"/>
                        </a:rPr>
                        <a:t>Respected aviation rules, </a:t>
                      </a:r>
                    </a:p>
                    <a:p>
                      <a:pPr lvl="0"/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  <a:ea typeface="M PLUS 1p"/>
                          <a:cs typeface="M PLUS 1p"/>
                          <a:sym typeface="M PLUS 1p"/>
                        </a:rPr>
                        <a:t>normalization, clear relationships.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845075"/>
                  </a:ext>
                </a:extLst>
              </a:tr>
              <a:tr h="731377">
                <a:tc>
                  <a:txBody>
                    <a:bodyPr/>
                    <a:lstStyle/>
                    <a:p>
                      <a:pPr lvl="0"/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  <a:ea typeface="M PLUS 1p"/>
                          <a:cs typeface="M PLUS 1p"/>
                          <a:sym typeface="M PLUS 1p"/>
                        </a:rPr>
                        <a:t>Physical Model: </a:t>
                      </a:r>
                    </a:p>
                    <a:p>
                      <a:pPr lvl="0"/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  <a:ea typeface="M PLUS 1p"/>
                          <a:cs typeface="M PLUS 1p"/>
                          <a:sym typeface="M PLUS 1p"/>
                        </a:rPr>
                        <a:t>Optimized with partitioning (time-based), indexing, and sharding.</a:t>
                      </a:r>
                      <a:endParaRPr lang="pl-PL" sz="1200" dirty="0">
                        <a:solidFill>
                          <a:schemeClr val="bg2"/>
                        </a:solidFill>
                        <a:latin typeface="Arial Rounded MT Bold" panose="020F0704030504030204" pitchFamily="34" charset="0"/>
                        <a:ea typeface="M PLUS 1p"/>
                        <a:cs typeface="M PLUS 1p"/>
                        <a:sym typeface="M PLUS 1p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5642728"/>
                  </a:ext>
                </a:extLst>
              </a:tr>
            </a:tbl>
          </a:graphicData>
        </a:graphic>
      </p:graphicFrame>
      <p:sp>
        <p:nvSpPr>
          <p:cNvPr id="56" name="Google Shape;3546;p39">
            <a:extLst>
              <a:ext uri="{FF2B5EF4-FFF2-40B4-BE49-F238E27FC236}">
                <a16:creationId xmlns:a16="http://schemas.microsoft.com/office/drawing/2014/main" id="{07C5DC85-F361-F333-D8AC-005717342E71}"/>
              </a:ext>
            </a:extLst>
          </p:cNvPr>
          <p:cNvSpPr txBox="1">
            <a:spLocks/>
          </p:cNvSpPr>
          <p:nvPr/>
        </p:nvSpPr>
        <p:spPr>
          <a:xfrm>
            <a:off x="5018213" y="3747728"/>
            <a:ext cx="3668874" cy="61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bg2"/>
                </a:solidFill>
                <a:latin typeface="Arial Rounded MT Bold" panose="020F0704030504030204" pitchFamily="34" charset="0"/>
              </a:rPr>
              <a:t>Reliable data drives safety,</a:t>
            </a:r>
          </a:p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bg2"/>
                </a:solidFill>
                <a:latin typeface="Arial Rounded MT Bold" panose="020F0704030504030204" pitchFamily="34" charset="0"/>
              </a:rPr>
              <a:t> punctuality, and profitability.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4CB5E560-218E-047A-8EF5-E18B2315B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250" y="3918620"/>
            <a:ext cx="1168400" cy="122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001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01" name="Google Shape;7801;p68"/>
          <p:cNvCxnSpPr>
            <a:stCxn id="7802" idx="0"/>
            <a:endCxn id="7803" idx="2"/>
          </p:cNvCxnSpPr>
          <p:nvPr/>
        </p:nvCxnSpPr>
        <p:spPr>
          <a:xfrm flipV="1">
            <a:off x="1510135" y="2024012"/>
            <a:ext cx="0" cy="398096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04" name="Google Shape;7804;p68"/>
          <p:cNvCxnSpPr>
            <a:stCxn id="7805" idx="0"/>
            <a:endCxn id="7806" idx="2"/>
          </p:cNvCxnSpPr>
          <p:nvPr/>
        </p:nvCxnSpPr>
        <p:spPr>
          <a:xfrm flipV="1">
            <a:off x="3042026" y="2024012"/>
            <a:ext cx="0" cy="398096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07" name="Google Shape;7807;p68"/>
          <p:cNvCxnSpPr>
            <a:cxnSpLocks/>
            <a:stCxn id="7808" idx="0"/>
            <a:endCxn id="7809" idx="2"/>
          </p:cNvCxnSpPr>
          <p:nvPr/>
        </p:nvCxnSpPr>
        <p:spPr>
          <a:xfrm flipV="1">
            <a:off x="4573916" y="2024012"/>
            <a:ext cx="0" cy="398096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10" name="Google Shape;7810;p68"/>
          <p:cNvCxnSpPr>
            <a:stCxn id="7811" idx="0"/>
            <a:endCxn id="7812" idx="2"/>
          </p:cNvCxnSpPr>
          <p:nvPr/>
        </p:nvCxnSpPr>
        <p:spPr>
          <a:xfrm flipV="1">
            <a:off x="6103853" y="2024012"/>
            <a:ext cx="0" cy="398096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13" name="Google Shape;7813;p68"/>
          <p:cNvCxnSpPr>
            <a:stCxn id="7814" idx="0"/>
            <a:endCxn id="7815" idx="2"/>
          </p:cNvCxnSpPr>
          <p:nvPr/>
        </p:nvCxnSpPr>
        <p:spPr>
          <a:xfrm flipV="1">
            <a:off x="7633865" y="2024012"/>
            <a:ext cx="0" cy="398096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02" name="Google Shape;7802;p68"/>
          <p:cNvSpPr/>
          <p:nvPr/>
        </p:nvSpPr>
        <p:spPr>
          <a:xfrm>
            <a:off x="1130635" y="2422108"/>
            <a:ext cx="759000" cy="759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5" name="Google Shape;7805;p68"/>
          <p:cNvSpPr/>
          <p:nvPr/>
        </p:nvSpPr>
        <p:spPr>
          <a:xfrm>
            <a:off x="2662526" y="2422108"/>
            <a:ext cx="759000" cy="759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8" name="Google Shape;7808;p68"/>
          <p:cNvSpPr/>
          <p:nvPr/>
        </p:nvSpPr>
        <p:spPr>
          <a:xfrm>
            <a:off x="4194416" y="2422108"/>
            <a:ext cx="759000" cy="759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1" name="Google Shape;7811;p68"/>
          <p:cNvSpPr/>
          <p:nvPr/>
        </p:nvSpPr>
        <p:spPr>
          <a:xfrm>
            <a:off x="5724353" y="2422108"/>
            <a:ext cx="759000" cy="759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4" name="Google Shape;7814;p68"/>
          <p:cNvSpPr/>
          <p:nvPr/>
        </p:nvSpPr>
        <p:spPr>
          <a:xfrm>
            <a:off x="7254365" y="2422108"/>
            <a:ext cx="759000" cy="759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6" name="Google Shape;7816;p68"/>
          <p:cNvSpPr txBox="1">
            <a:spLocks noGrp="1"/>
          </p:cNvSpPr>
          <p:nvPr>
            <p:ph type="subTitle" idx="4294967295"/>
          </p:nvPr>
        </p:nvSpPr>
        <p:spPr>
          <a:xfrm>
            <a:off x="667570" y="1354555"/>
            <a:ext cx="168513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 Rounded MT Bold" panose="020F0704030504030204" pitchFamily="34" charset="0"/>
              </a:rPr>
              <a:t>Check-In System</a:t>
            </a: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7818" name="Google Shape;7818;p68"/>
          <p:cNvSpPr txBox="1">
            <a:spLocks noGrp="1"/>
          </p:cNvSpPr>
          <p:nvPr>
            <p:ph type="subTitle" idx="4294967295"/>
          </p:nvPr>
        </p:nvSpPr>
        <p:spPr>
          <a:xfrm>
            <a:off x="2199461" y="1354555"/>
            <a:ext cx="168513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 Rounded MT Bold" panose="020F0704030504030204" pitchFamily="34" charset="0"/>
              </a:rPr>
              <a:t>Reservation system</a:t>
            </a: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7820" name="Google Shape;7820;p68"/>
          <p:cNvSpPr txBox="1">
            <a:spLocks noGrp="1"/>
          </p:cNvSpPr>
          <p:nvPr>
            <p:ph type="subTitle" idx="4294967295"/>
          </p:nvPr>
        </p:nvSpPr>
        <p:spPr>
          <a:xfrm>
            <a:off x="3731351" y="1354555"/>
            <a:ext cx="168513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 Rounded MT Bold" panose="020F0704030504030204" pitchFamily="34" charset="0"/>
              </a:rPr>
              <a:t>Flight Tracking System</a:t>
            </a: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7822" name="Google Shape;7822;p68"/>
          <p:cNvSpPr txBox="1">
            <a:spLocks noGrp="1"/>
          </p:cNvSpPr>
          <p:nvPr>
            <p:ph type="subTitle" idx="4294967295"/>
          </p:nvPr>
        </p:nvSpPr>
        <p:spPr>
          <a:xfrm>
            <a:off x="5261288" y="1354555"/>
            <a:ext cx="168513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 Rounded MT Bold" panose="020F0704030504030204" pitchFamily="34" charset="0"/>
              </a:rPr>
              <a:t>Maintenance Dashboard</a:t>
            </a: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7824" name="Google Shape;7824;p68"/>
          <p:cNvSpPr txBox="1">
            <a:spLocks noGrp="1"/>
          </p:cNvSpPr>
          <p:nvPr>
            <p:ph type="subTitle" idx="4294967295"/>
          </p:nvPr>
        </p:nvSpPr>
        <p:spPr>
          <a:xfrm>
            <a:off x="6791300" y="1354555"/>
            <a:ext cx="168513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 Rounded MT Bold" panose="020F0704030504030204" pitchFamily="34" charset="0"/>
              </a:rPr>
              <a:t>Crew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 Rounded MT Bold" panose="020F0704030504030204" pitchFamily="34" charset="0"/>
              </a:rPr>
              <a:t>Scheduler</a:t>
            </a:r>
            <a:endParaRPr dirty="0">
              <a:latin typeface="Arial Rounded MT Bold" panose="020F0704030504030204" pitchFamily="34" charset="0"/>
            </a:endParaRPr>
          </a:p>
        </p:txBody>
      </p:sp>
      <p:cxnSp>
        <p:nvCxnSpPr>
          <p:cNvPr id="7856" name="Google Shape;7856;p68"/>
          <p:cNvCxnSpPr>
            <a:stCxn id="7805" idx="1"/>
            <a:endCxn id="7802" idx="3"/>
          </p:cNvCxnSpPr>
          <p:nvPr/>
        </p:nvCxnSpPr>
        <p:spPr>
          <a:xfrm flipH="1">
            <a:off x="1889635" y="2801608"/>
            <a:ext cx="772891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57" name="Google Shape;7857;p68"/>
          <p:cNvCxnSpPr>
            <a:stCxn id="7808" idx="1"/>
            <a:endCxn id="7805" idx="3"/>
          </p:cNvCxnSpPr>
          <p:nvPr/>
        </p:nvCxnSpPr>
        <p:spPr>
          <a:xfrm flipH="1">
            <a:off x="3421526" y="2801608"/>
            <a:ext cx="77289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58" name="Google Shape;7858;p68"/>
          <p:cNvCxnSpPr>
            <a:stCxn id="7811" idx="1"/>
            <a:endCxn id="7808" idx="3"/>
          </p:cNvCxnSpPr>
          <p:nvPr/>
        </p:nvCxnSpPr>
        <p:spPr>
          <a:xfrm flipH="1">
            <a:off x="4953416" y="2801608"/>
            <a:ext cx="770937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59" name="Google Shape;7859;p68"/>
          <p:cNvCxnSpPr>
            <a:stCxn id="7814" idx="1"/>
            <a:endCxn id="7811" idx="3"/>
          </p:cNvCxnSpPr>
          <p:nvPr/>
        </p:nvCxnSpPr>
        <p:spPr>
          <a:xfrm flipH="1">
            <a:off x="6483353" y="2801608"/>
            <a:ext cx="771012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03" name="Google Shape;7803;p68"/>
          <p:cNvSpPr/>
          <p:nvPr/>
        </p:nvSpPr>
        <p:spPr>
          <a:xfrm>
            <a:off x="1450735" y="1905212"/>
            <a:ext cx="118800" cy="1188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6" name="Google Shape;7806;p68"/>
          <p:cNvSpPr/>
          <p:nvPr/>
        </p:nvSpPr>
        <p:spPr>
          <a:xfrm>
            <a:off x="2982626" y="1905212"/>
            <a:ext cx="118800" cy="1188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9" name="Google Shape;7809;p68"/>
          <p:cNvSpPr/>
          <p:nvPr/>
        </p:nvSpPr>
        <p:spPr>
          <a:xfrm>
            <a:off x="4514516" y="1905212"/>
            <a:ext cx="118800" cy="1188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2" name="Google Shape;7812;p68"/>
          <p:cNvSpPr/>
          <p:nvPr/>
        </p:nvSpPr>
        <p:spPr>
          <a:xfrm>
            <a:off x="6044453" y="1905212"/>
            <a:ext cx="118800" cy="1188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5" name="Google Shape;7815;p68"/>
          <p:cNvSpPr/>
          <p:nvPr/>
        </p:nvSpPr>
        <p:spPr>
          <a:xfrm>
            <a:off x="7574465" y="1905212"/>
            <a:ext cx="118800" cy="1188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543;p39">
            <a:extLst>
              <a:ext uri="{FF2B5EF4-FFF2-40B4-BE49-F238E27FC236}">
                <a16:creationId xmlns:a16="http://schemas.microsoft.com/office/drawing/2014/main" id="{A5257E41-28F8-B594-7E01-77384EA89EBA}"/>
              </a:ext>
            </a:extLst>
          </p:cNvPr>
          <p:cNvSpPr txBox="1">
            <a:spLocks/>
          </p:cNvSpPr>
          <p:nvPr/>
        </p:nvSpPr>
        <p:spPr>
          <a:xfrm>
            <a:off x="1866900" y="185665"/>
            <a:ext cx="541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 sz="5000" b="0" i="1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IE" sz="3000" i="0" dirty="0">
                <a:solidFill>
                  <a:srgbClr val="4B94D8"/>
                </a:solidFill>
              </a:rPr>
              <a:t>Application Architecture</a:t>
            </a:r>
            <a:endParaRPr lang="pl-PL" sz="3000" i="0" dirty="0">
              <a:solidFill>
                <a:srgbClr val="4B94D8"/>
              </a:solidFill>
            </a:endParaRPr>
          </a:p>
        </p:txBody>
      </p:sp>
      <p:sp>
        <p:nvSpPr>
          <p:cNvPr id="5" name="Google Shape;3546;p39">
            <a:extLst>
              <a:ext uri="{FF2B5EF4-FFF2-40B4-BE49-F238E27FC236}">
                <a16:creationId xmlns:a16="http://schemas.microsoft.com/office/drawing/2014/main" id="{98BD135E-CD2E-5387-6684-A682CD749C28}"/>
              </a:ext>
            </a:extLst>
          </p:cNvPr>
          <p:cNvSpPr txBox="1">
            <a:spLocks/>
          </p:cNvSpPr>
          <p:nvPr/>
        </p:nvSpPr>
        <p:spPr>
          <a:xfrm>
            <a:off x="1760220" y="728146"/>
            <a:ext cx="5623560" cy="30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Arial Rounded MT Bold" panose="020F0704030504030204" pitchFamily="34" charset="0"/>
              </a:rPr>
              <a:t>How the Airline Actually Works</a:t>
            </a:r>
            <a:endParaRPr lang="en-IE" b="1" dirty="0">
              <a:latin typeface="Arial Rounded MT Bold" panose="020F070403050403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9C99B8F-2CA6-011E-498F-50AE9DC827FE}"/>
              </a:ext>
            </a:extLst>
          </p:cNvPr>
          <p:cNvGrpSpPr/>
          <p:nvPr/>
        </p:nvGrpSpPr>
        <p:grpSpPr>
          <a:xfrm>
            <a:off x="1677425" y="3553345"/>
            <a:ext cx="5791200" cy="1065122"/>
            <a:chOff x="1677425" y="3454285"/>
            <a:chExt cx="5791200" cy="1065122"/>
          </a:xfrm>
        </p:grpSpPr>
        <p:sp>
          <p:nvSpPr>
            <p:cNvPr id="6" name="Google Shape;3546;p39">
              <a:extLst>
                <a:ext uri="{FF2B5EF4-FFF2-40B4-BE49-F238E27FC236}">
                  <a16:creationId xmlns:a16="http://schemas.microsoft.com/office/drawing/2014/main" id="{AF3B7369-8DBD-78F0-8388-B2EC3829EDFB}"/>
                </a:ext>
              </a:extLst>
            </p:cNvPr>
            <p:cNvSpPr txBox="1">
              <a:spLocks/>
            </p:cNvSpPr>
            <p:nvPr/>
          </p:nvSpPr>
          <p:spPr>
            <a:xfrm>
              <a:off x="1677425" y="3454285"/>
              <a:ext cx="5791200" cy="548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●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○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■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●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○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■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●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○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■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9pPr>
            </a:lstStyle>
            <a:p>
              <a:pPr marL="0" indent="0" algn="ctr"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 b="1" dirty="0">
                  <a:solidFill>
                    <a:srgbClr val="D14000"/>
                  </a:solidFill>
                  <a:latin typeface="Arial Rounded MT Bold" panose="020F0704030504030204" pitchFamily="34" charset="0"/>
                </a:rPr>
                <a:t>Bounded context: </a:t>
              </a:r>
            </a:p>
            <a:p>
              <a:pPr marL="0" indent="0" algn="ctr"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 dirty="0">
                  <a:latin typeface="Arial Rounded MT Bold" panose="020F0704030504030204" pitchFamily="34" charset="0"/>
                </a:rPr>
                <a:t>Each service owns its domain and database</a:t>
              </a:r>
            </a:p>
            <a:p>
              <a:pPr marL="0" indent="0" algn="ctr">
                <a:buClr>
                  <a:schemeClr val="dk1"/>
                </a:buClr>
                <a:buSzPts val="1100"/>
                <a:buFont typeface="Arial"/>
                <a:buNone/>
              </a:pPr>
              <a:endParaRPr lang="en-US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7" name="Google Shape;3546;p39">
              <a:extLst>
                <a:ext uri="{FF2B5EF4-FFF2-40B4-BE49-F238E27FC236}">
                  <a16:creationId xmlns:a16="http://schemas.microsoft.com/office/drawing/2014/main" id="{B0FA068E-6A96-0532-E95A-FE84772347B5}"/>
                </a:ext>
              </a:extLst>
            </p:cNvPr>
            <p:cNvSpPr txBox="1">
              <a:spLocks/>
            </p:cNvSpPr>
            <p:nvPr/>
          </p:nvSpPr>
          <p:spPr>
            <a:xfrm>
              <a:off x="3032120" y="4137248"/>
              <a:ext cx="3102192" cy="382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●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○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■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●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○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■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●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○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M PLUS 1p"/>
                <a:buChar char="■"/>
                <a:defRPr sz="1400" b="0" i="0" u="none" strike="noStrike" cap="none">
                  <a:solidFill>
                    <a:schemeClr val="dk2"/>
                  </a:solidFill>
                  <a:latin typeface="M PLUS 1p"/>
                  <a:ea typeface="M PLUS 1p"/>
                  <a:cs typeface="M PLUS 1p"/>
                  <a:sym typeface="M PLUS 1p"/>
                </a:defRPr>
              </a:lvl9pPr>
            </a:lstStyle>
            <a:p>
              <a:pPr marL="0" indent="0" algn="ctr"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 dirty="0">
                  <a:solidFill>
                    <a:schemeClr val="bg2"/>
                  </a:solidFill>
                  <a:latin typeface="Arial Rounded MT Bold" panose="020F0704030504030204" pitchFamily="34" charset="0"/>
                </a:rPr>
                <a:t>Faster, Safer, Scalable.</a:t>
              </a:r>
            </a:p>
          </p:txBody>
        </p:sp>
        <p:pic>
          <p:nvPicPr>
            <p:cNvPr id="9" name="Graphic 8" descr="Line arrow: Straight with solid fill">
              <a:extLst>
                <a:ext uri="{FF2B5EF4-FFF2-40B4-BE49-F238E27FC236}">
                  <a16:creationId xmlns:a16="http://schemas.microsoft.com/office/drawing/2014/main" id="{22F84437-4A9E-04A4-5B1F-03A408810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4463667" y="3960659"/>
              <a:ext cx="216666" cy="216666"/>
            </a:xfrm>
            <a:prstGeom prst="rect">
              <a:avLst/>
            </a:prstGeom>
          </p:spPr>
        </p:pic>
      </p:grpSp>
      <p:pic>
        <p:nvPicPr>
          <p:cNvPr id="11" name="Graphic 10" descr="Pilot male with solid fill">
            <a:extLst>
              <a:ext uri="{FF2B5EF4-FFF2-40B4-BE49-F238E27FC236}">
                <a16:creationId xmlns:a16="http://schemas.microsoft.com/office/drawing/2014/main" id="{EC88DBAC-6080-6A6E-D967-AD2A29E20A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8525" y="2496268"/>
            <a:ext cx="610680" cy="610680"/>
          </a:xfrm>
          <a:prstGeom prst="rect">
            <a:avLst/>
          </a:prstGeom>
        </p:spPr>
      </p:pic>
      <p:pic>
        <p:nvPicPr>
          <p:cNvPr id="13" name="Graphic 12" descr="Wrench with solid fill">
            <a:extLst>
              <a:ext uri="{FF2B5EF4-FFF2-40B4-BE49-F238E27FC236}">
                <a16:creationId xmlns:a16="http://schemas.microsoft.com/office/drawing/2014/main" id="{C0FCA6A2-8268-4956-DE20-DA3551CAAC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65804" y="2563559"/>
            <a:ext cx="476098" cy="476098"/>
          </a:xfrm>
          <a:prstGeom prst="rect">
            <a:avLst/>
          </a:prstGeom>
        </p:spPr>
      </p:pic>
      <p:pic>
        <p:nvPicPr>
          <p:cNvPr id="15" name="Graphic 14" descr="Checkbox Checked with solid fill">
            <a:extLst>
              <a:ext uri="{FF2B5EF4-FFF2-40B4-BE49-F238E27FC236}">
                <a16:creationId xmlns:a16="http://schemas.microsoft.com/office/drawing/2014/main" id="{B6226577-511E-80E0-E8A5-E1ABF7C2D9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30" y="2460503"/>
            <a:ext cx="682210" cy="682210"/>
          </a:xfrm>
          <a:prstGeom prst="rect">
            <a:avLst/>
          </a:prstGeom>
        </p:spPr>
      </p:pic>
      <p:pic>
        <p:nvPicPr>
          <p:cNvPr id="19" name="Graphic 18" descr="Address Book with solid fill">
            <a:extLst>
              <a:ext uri="{FF2B5EF4-FFF2-40B4-BE49-F238E27FC236}">
                <a16:creationId xmlns:a16="http://schemas.microsoft.com/office/drawing/2014/main" id="{4EF70F37-A95E-AB2E-98DC-DC4D69C4B6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51684" y="2511266"/>
            <a:ext cx="580684" cy="580684"/>
          </a:xfrm>
          <a:prstGeom prst="rect">
            <a:avLst/>
          </a:prstGeom>
        </p:spPr>
      </p:pic>
      <p:pic>
        <p:nvPicPr>
          <p:cNvPr id="21" name="Graphic 20" descr="Airplane with solid fill">
            <a:extLst>
              <a:ext uri="{FF2B5EF4-FFF2-40B4-BE49-F238E27FC236}">
                <a16:creationId xmlns:a16="http://schemas.microsoft.com/office/drawing/2014/main" id="{4DA4F4A1-B652-FD67-5BCD-7E50F4B3A8A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75932" y="2503624"/>
            <a:ext cx="595968" cy="59596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1C71354-C061-3A46-97A0-D43ADA36ABCD}"/>
              </a:ext>
            </a:extLst>
          </p:cNvPr>
          <p:cNvSpPr txBox="1"/>
          <p:nvPr/>
        </p:nvSpPr>
        <p:spPr>
          <a:xfrm>
            <a:off x="3466890" y="3136706"/>
            <a:ext cx="22102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sz="1100" b="1" dirty="0">
                <a:latin typeface="Arial Rounded MT Bold" panose="020F0704030504030204" pitchFamily="34" charset="0"/>
              </a:rPr>
              <a:t>Real-time telemetry pipeline (ADS-B → MQTT)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5" name="Google Shape;6305;p55"/>
          <p:cNvSpPr/>
          <p:nvPr/>
        </p:nvSpPr>
        <p:spPr>
          <a:xfrm>
            <a:off x="6085595" y="1454000"/>
            <a:ext cx="510992" cy="510992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</a:t>
            </a:r>
            <a:endParaRPr sz="18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304" name="Google Shape;6304;p55"/>
          <p:cNvSpPr/>
          <p:nvPr/>
        </p:nvSpPr>
        <p:spPr>
          <a:xfrm>
            <a:off x="2547413" y="1454000"/>
            <a:ext cx="510992" cy="510992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L</a:t>
            </a:r>
            <a:endParaRPr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307" name="Google Shape;6307;p55"/>
          <p:cNvSpPr/>
          <p:nvPr/>
        </p:nvSpPr>
        <p:spPr>
          <a:xfrm>
            <a:off x="6085595" y="1454000"/>
            <a:ext cx="510992" cy="510992"/>
          </a:xfrm>
          <a:prstGeom prst="arc">
            <a:avLst>
              <a:gd name="adj1" fmla="val 16200000"/>
              <a:gd name="adj2" fmla="val 5251931"/>
            </a:avLst>
          </a:prstGeom>
          <a:solidFill>
            <a:srgbClr val="FFFFFF">
              <a:alpha val="0"/>
            </a:srgbClr>
          </a:solidFill>
          <a:ln w="69850" cap="rnd" cmpd="sng">
            <a:solidFill>
              <a:srgbClr val="4B94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6" name="Google Shape;6306;p55"/>
          <p:cNvSpPr/>
          <p:nvPr/>
        </p:nvSpPr>
        <p:spPr>
          <a:xfrm>
            <a:off x="2547413" y="1454000"/>
            <a:ext cx="510992" cy="510992"/>
          </a:xfrm>
          <a:prstGeom prst="arc">
            <a:avLst>
              <a:gd name="adj1" fmla="val 16200000"/>
              <a:gd name="adj2" fmla="val 94631"/>
            </a:avLst>
          </a:prstGeom>
          <a:solidFill>
            <a:srgbClr val="4B94D8">
              <a:alpha val="0"/>
            </a:srgbClr>
          </a:solidFill>
          <a:ln w="69850" cap="rnd" cmpd="sng">
            <a:solidFill>
              <a:srgbClr val="4B94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1" name="Google Shape;6311;p55"/>
          <p:cNvSpPr txBox="1">
            <a:spLocks noGrp="1"/>
          </p:cNvSpPr>
          <p:nvPr>
            <p:ph type="title"/>
          </p:nvPr>
        </p:nvSpPr>
        <p:spPr>
          <a:xfrm>
            <a:off x="1369659" y="2078523"/>
            <a:ext cx="2866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0" dirty="0">
                <a:latin typeface="Arial Rounded MT Bold" panose="020F0704030504030204" pitchFamily="34" charset="0"/>
              </a:rPr>
              <a:t>Logical</a:t>
            </a:r>
            <a:endParaRPr i="0" dirty="0">
              <a:latin typeface="Arial Rounded MT Bold" panose="020F07040305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9842B1-C087-65D6-18BE-8238FF1FE706}"/>
              </a:ext>
            </a:extLst>
          </p:cNvPr>
          <p:cNvSpPr/>
          <p:nvPr/>
        </p:nvSpPr>
        <p:spPr>
          <a:xfrm>
            <a:off x="83602" y="62702"/>
            <a:ext cx="8971571" cy="773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312" name="Google Shape;6312;p55"/>
          <p:cNvSpPr txBox="1">
            <a:spLocks noGrp="1"/>
          </p:cNvSpPr>
          <p:nvPr>
            <p:ph type="title" idx="2"/>
          </p:nvPr>
        </p:nvSpPr>
        <p:spPr>
          <a:xfrm>
            <a:off x="4907841" y="2078523"/>
            <a:ext cx="2866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0" dirty="0">
                <a:latin typeface="Arial Rounded MT Bold" panose="020F0704030504030204" pitchFamily="34" charset="0"/>
              </a:rPr>
              <a:t>Physical</a:t>
            </a:r>
            <a:endParaRPr i="0" dirty="0">
              <a:latin typeface="Arial Rounded MT Bold" panose="020F0704030504030204" pitchFamily="34" charset="0"/>
            </a:endParaRPr>
          </a:p>
        </p:txBody>
      </p:sp>
      <p:grpSp>
        <p:nvGrpSpPr>
          <p:cNvPr id="6315" name="Google Shape;6315;p55"/>
          <p:cNvGrpSpPr/>
          <p:nvPr/>
        </p:nvGrpSpPr>
        <p:grpSpPr>
          <a:xfrm>
            <a:off x="3803210" y="1213832"/>
            <a:ext cx="1537580" cy="406948"/>
            <a:chOff x="2199025" y="-704725"/>
            <a:chExt cx="2325438" cy="615468"/>
          </a:xfrm>
        </p:grpSpPr>
        <p:sp>
          <p:nvSpPr>
            <p:cNvPr id="6316" name="Google Shape;6316;p55"/>
            <p:cNvSpPr/>
            <p:nvPr/>
          </p:nvSpPr>
          <p:spPr>
            <a:xfrm>
              <a:off x="3316458" y="-704725"/>
              <a:ext cx="98389" cy="207003"/>
            </a:xfrm>
            <a:custGeom>
              <a:avLst/>
              <a:gdLst/>
              <a:ahLst/>
              <a:cxnLst/>
              <a:rect l="l" t="t" r="r" b="b"/>
              <a:pathLst>
                <a:path w="3170" h="6670" extrusionOk="0">
                  <a:moveTo>
                    <a:pt x="1517" y="1"/>
                  </a:moveTo>
                  <a:lnTo>
                    <a:pt x="1459" y="40"/>
                  </a:lnTo>
                  <a:lnTo>
                    <a:pt x="1420" y="79"/>
                  </a:lnTo>
                  <a:lnTo>
                    <a:pt x="1381" y="156"/>
                  </a:lnTo>
                  <a:lnTo>
                    <a:pt x="1" y="6669"/>
                  </a:lnTo>
                  <a:lnTo>
                    <a:pt x="3170" y="6669"/>
                  </a:lnTo>
                  <a:lnTo>
                    <a:pt x="1789" y="156"/>
                  </a:lnTo>
                  <a:lnTo>
                    <a:pt x="1770" y="79"/>
                  </a:lnTo>
                  <a:lnTo>
                    <a:pt x="1712" y="40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7" name="Google Shape;6317;p55"/>
            <p:cNvSpPr/>
            <p:nvPr/>
          </p:nvSpPr>
          <p:spPr>
            <a:xfrm>
              <a:off x="3316458" y="-539396"/>
              <a:ext cx="98389" cy="41680"/>
            </a:xfrm>
            <a:custGeom>
              <a:avLst/>
              <a:gdLst/>
              <a:ahLst/>
              <a:cxnLst/>
              <a:rect l="l" t="t" r="r" b="b"/>
              <a:pathLst>
                <a:path w="3170" h="1343" extrusionOk="0">
                  <a:moveTo>
                    <a:pt x="740" y="1"/>
                  </a:moveTo>
                  <a:lnTo>
                    <a:pt x="293" y="20"/>
                  </a:lnTo>
                  <a:lnTo>
                    <a:pt x="1" y="1342"/>
                  </a:lnTo>
                  <a:lnTo>
                    <a:pt x="3170" y="1342"/>
                  </a:lnTo>
                  <a:lnTo>
                    <a:pt x="2975" y="428"/>
                  </a:lnTo>
                  <a:lnTo>
                    <a:pt x="2723" y="331"/>
                  </a:lnTo>
                  <a:lnTo>
                    <a:pt x="2450" y="253"/>
                  </a:lnTo>
                  <a:lnTo>
                    <a:pt x="2178" y="176"/>
                  </a:lnTo>
                  <a:lnTo>
                    <a:pt x="1887" y="117"/>
                  </a:lnTo>
                  <a:lnTo>
                    <a:pt x="1614" y="59"/>
                  </a:lnTo>
                  <a:lnTo>
                    <a:pt x="1323" y="40"/>
                  </a:lnTo>
                  <a:lnTo>
                    <a:pt x="103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8" name="Google Shape;6318;p55"/>
            <p:cNvSpPr/>
            <p:nvPr/>
          </p:nvSpPr>
          <p:spPr>
            <a:xfrm>
              <a:off x="2199025" y="-377699"/>
              <a:ext cx="1056579" cy="182238"/>
            </a:xfrm>
            <a:custGeom>
              <a:avLst/>
              <a:gdLst/>
              <a:ahLst/>
              <a:cxnLst/>
              <a:rect l="l" t="t" r="r" b="b"/>
              <a:pathLst>
                <a:path w="34042" h="5872" extrusionOk="0">
                  <a:moveTo>
                    <a:pt x="468" y="1"/>
                  </a:moveTo>
                  <a:lnTo>
                    <a:pt x="390" y="20"/>
                  </a:lnTo>
                  <a:lnTo>
                    <a:pt x="254" y="59"/>
                  </a:lnTo>
                  <a:lnTo>
                    <a:pt x="137" y="156"/>
                  </a:lnTo>
                  <a:lnTo>
                    <a:pt x="79" y="195"/>
                  </a:lnTo>
                  <a:lnTo>
                    <a:pt x="59" y="273"/>
                  </a:lnTo>
                  <a:lnTo>
                    <a:pt x="20" y="331"/>
                  </a:lnTo>
                  <a:lnTo>
                    <a:pt x="1" y="409"/>
                  </a:lnTo>
                  <a:lnTo>
                    <a:pt x="1" y="506"/>
                  </a:lnTo>
                  <a:lnTo>
                    <a:pt x="20" y="584"/>
                  </a:lnTo>
                  <a:lnTo>
                    <a:pt x="59" y="720"/>
                  </a:lnTo>
                  <a:lnTo>
                    <a:pt x="98" y="856"/>
                  </a:lnTo>
                  <a:lnTo>
                    <a:pt x="156" y="1012"/>
                  </a:lnTo>
                  <a:lnTo>
                    <a:pt x="293" y="1284"/>
                  </a:lnTo>
                  <a:lnTo>
                    <a:pt x="468" y="1537"/>
                  </a:lnTo>
                  <a:lnTo>
                    <a:pt x="681" y="1750"/>
                  </a:lnTo>
                  <a:lnTo>
                    <a:pt x="934" y="1925"/>
                  </a:lnTo>
                  <a:lnTo>
                    <a:pt x="1187" y="2081"/>
                  </a:lnTo>
                  <a:lnTo>
                    <a:pt x="1478" y="2178"/>
                  </a:lnTo>
                  <a:lnTo>
                    <a:pt x="1634" y="2217"/>
                  </a:lnTo>
                  <a:lnTo>
                    <a:pt x="1790" y="2236"/>
                  </a:lnTo>
                  <a:lnTo>
                    <a:pt x="7641" y="2995"/>
                  </a:lnTo>
                  <a:lnTo>
                    <a:pt x="11743" y="3500"/>
                  </a:lnTo>
                  <a:lnTo>
                    <a:pt x="16292" y="4044"/>
                  </a:lnTo>
                  <a:lnTo>
                    <a:pt x="21055" y="4589"/>
                  </a:lnTo>
                  <a:lnTo>
                    <a:pt x="25760" y="5094"/>
                  </a:lnTo>
                  <a:lnTo>
                    <a:pt x="28015" y="5327"/>
                  </a:lnTo>
                  <a:lnTo>
                    <a:pt x="30173" y="5541"/>
                  </a:lnTo>
                  <a:lnTo>
                    <a:pt x="32175" y="5736"/>
                  </a:lnTo>
                  <a:lnTo>
                    <a:pt x="34041" y="5872"/>
                  </a:lnTo>
                  <a:lnTo>
                    <a:pt x="33419" y="1848"/>
                  </a:lnTo>
                  <a:lnTo>
                    <a:pt x="2703" y="1031"/>
                  </a:lnTo>
                  <a:lnTo>
                    <a:pt x="2431" y="1012"/>
                  </a:lnTo>
                  <a:lnTo>
                    <a:pt x="2159" y="973"/>
                  </a:lnTo>
                  <a:lnTo>
                    <a:pt x="1906" y="895"/>
                  </a:lnTo>
                  <a:lnTo>
                    <a:pt x="1673" y="798"/>
                  </a:lnTo>
                  <a:lnTo>
                    <a:pt x="1440" y="662"/>
                  </a:lnTo>
                  <a:lnTo>
                    <a:pt x="1206" y="526"/>
                  </a:lnTo>
                  <a:lnTo>
                    <a:pt x="1012" y="351"/>
                  </a:lnTo>
                  <a:lnTo>
                    <a:pt x="817" y="156"/>
                  </a:lnTo>
                  <a:lnTo>
                    <a:pt x="759" y="98"/>
                  </a:lnTo>
                  <a:lnTo>
                    <a:pt x="681" y="59"/>
                  </a:lnTo>
                  <a:lnTo>
                    <a:pt x="604" y="20"/>
                  </a:lnTo>
                  <a:lnTo>
                    <a:pt x="5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9" name="Google Shape;6319;p55"/>
            <p:cNvSpPr/>
            <p:nvPr/>
          </p:nvSpPr>
          <p:spPr>
            <a:xfrm>
              <a:off x="2199025" y="-377699"/>
              <a:ext cx="1056579" cy="182238"/>
            </a:xfrm>
            <a:custGeom>
              <a:avLst/>
              <a:gdLst/>
              <a:ahLst/>
              <a:cxnLst/>
              <a:rect l="l" t="t" r="r" b="b"/>
              <a:pathLst>
                <a:path w="34042" h="5872" fill="none" extrusionOk="0">
                  <a:moveTo>
                    <a:pt x="33419" y="1848"/>
                  </a:moveTo>
                  <a:lnTo>
                    <a:pt x="2703" y="1031"/>
                  </a:lnTo>
                  <a:lnTo>
                    <a:pt x="2703" y="1031"/>
                  </a:lnTo>
                  <a:lnTo>
                    <a:pt x="2431" y="1012"/>
                  </a:lnTo>
                  <a:lnTo>
                    <a:pt x="2159" y="973"/>
                  </a:lnTo>
                  <a:lnTo>
                    <a:pt x="1906" y="895"/>
                  </a:lnTo>
                  <a:lnTo>
                    <a:pt x="1673" y="798"/>
                  </a:lnTo>
                  <a:lnTo>
                    <a:pt x="1440" y="662"/>
                  </a:lnTo>
                  <a:lnTo>
                    <a:pt x="1206" y="526"/>
                  </a:lnTo>
                  <a:lnTo>
                    <a:pt x="1012" y="351"/>
                  </a:lnTo>
                  <a:lnTo>
                    <a:pt x="817" y="156"/>
                  </a:lnTo>
                  <a:lnTo>
                    <a:pt x="817" y="156"/>
                  </a:lnTo>
                  <a:lnTo>
                    <a:pt x="759" y="98"/>
                  </a:lnTo>
                  <a:lnTo>
                    <a:pt x="681" y="59"/>
                  </a:lnTo>
                  <a:lnTo>
                    <a:pt x="604" y="20"/>
                  </a:lnTo>
                  <a:lnTo>
                    <a:pt x="545" y="1"/>
                  </a:lnTo>
                  <a:lnTo>
                    <a:pt x="468" y="1"/>
                  </a:lnTo>
                  <a:lnTo>
                    <a:pt x="390" y="20"/>
                  </a:lnTo>
                  <a:lnTo>
                    <a:pt x="254" y="59"/>
                  </a:lnTo>
                  <a:lnTo>
                    <a:pt x="137" y="156"/>
                  </a:lnTo>
                  <a:lnTo>
                    <a:pt x="79" y="195"/>
                  </a:lnTo>
                  <a:lnTo>
                    <a:pt x="59" y="273"/>
                  </a:lnTo>
                  <a:lnTo>
                    <a:pt x="20" y="331"/>
                  </a:lnTo>
                  <a:lnTo>
                    <a:pt x="1" y="409"/>
                  </a:lnTo>
                  <a:lnTo>
                    <a:pt x="1" y="506"/>
                  </a:lnTo>
                  <a:lnTo>
                    <a:pt x="20" y="584"/>
                  </a:lnTo>
                  <a:lnTo>
                    <a:pt x="59" y="720"/>
                  </a:lnTo>
                  <a:lnTo>
                    <a:pt x="59" y="720"/>
                  </a:lnTo>
                  <a:lnTo>
                    <a:pt x="98" y="856"/>
                  </a:lnTo>
                  <a:lnTo>
                    <a:pt x="156" y="1012"/>
                  </a:lnTo>
                  <a:lnTo>
                    <a:pt x="293" y="1284"/>
                  </a:lnTo>
                  <a:lnTo>
                    <a:pt x="468" y="1537"/>
                  </a:lnTo>
                  <a:lnTo>
                    <a:pt x="681" y="1750"/>
                  </a:lnTo>
                  <a:lnTo>
                    <a:pt x="934" y="1925"/>
                  </a:lnTo>
                  <a:lnTo>
                    <a:pt x="1187" y="2081"/>
                  </a:lnTo>
                  <a:lnTo>
                    <a:pt x="1478" y="2178"/>
                  </a:lnTo>
                  <a:lnTo>
                    <a:pt x="1634" y="2217"/>
                  </a:lnTo>
                  <a:lnTo>
                    <a:pt x="1790" y="2236"/>
                  </a:lnTo>
                  <a:lnTo>
                    <a:pt x="1790" y="2236"/>
                  </a:lnTo>
                  <a:lnTo>
                    <a:pt x="7641" y="2995"/>
                  </a:lnTo>
                  <a:lnTo>
                    <a:pt x="11743" y="3500"/>
                  </a:lnTo>
                  <a:lnTo>
                    <a:pt x="16292" y="4044"/>
                  </a:lnTo>
                  <a:lnTo>
                    <a:pt x="21055" y="4589"/>
                  </a:lnTo>
                  <a:lnTo>
                    <a:pt x="25760" y="5094"/>
                  </a:lnTo>
                  <a:lnTo>
                    <a:pt x="28015" y="5327"/>
                  </a:lnTo>
                  <a:lnTo>
                    <a:pt x="30173" y="5541"/>
                  </a:lnTo>
                  <a:lnTo>
                    <a:pt x="32175" y="5736"/>
                  </a:lnTo>
                  <a:lnTo>
                    <a:pt x="34041" y="5872"/>
                  </a:lnTo>
                  <a:lnTo>
                    <a:pt x="33419" y="18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0" name="Google Shape;6320;p55"/>
            <p:cNvSpPr/>
            <p:nvPr/>
          </p:nvSpPr>
          <p:spPr>
            <a:xfrm>
              <a:off x="2396944" y="-342690"/>
              <a:ext cx="858652" cy="147230"/>
            </a:xfrm>
            <a:custGeom>
              <a:avLst/>
              <a:gdLst/>
              <a:ahLst/>
              <a:cxnLst/>
              <a:rect l="l" t="t" r="r" b="b"/>
              <a:pathLst>
                <a:path w="27665" h="4744" extrusionOk="0">
                  <a:moveTo>
                    <a:pt x="0" y="0"/>
                  </a:moveTo>
                  <a:lnTo>
                    <a:pt x="27042" y="1925"/>
                  </a:lnTo>
                  <a:lnTo>
                    <a:pt x="27334" y="4724"/>
                  </a:lnTo>
                  <a:lnTo>
                    <a:pt x="27664" y="4744"/>
                  </a:lnTo>
                  <a:lnTo>
                    <a:pt x="27042" y="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1" name="Google Shape;6321;p55"/>
            <p:cNvSpPr/>
            <p:nvPr/>
          </p:nvSpPr>
          <p:spPr>
            <a:xfrm>
              <a:off x="2396944" y="-342690"/>
              <a:ext cx="858652" cy="147230"/>
            </a:xfrm>
            <a:custGeom>
              <a:avLst/>
              <a:gdLst/>
              <a:ahLst/>
              <a:cxnLst/>
              <a:rect l="l" t="t" r="r" b="b"/>
              <a:pathLst>
                <a:path w="27665" h="4744" fill="none" extrusionOk="0">
                  <a:moveTo>
                    <a:pt x="27334" y="4724"/>
                  </a:moveTo>
                  <a:lnTo>
                    <a:pt x="27334" y="4724"/>
                  </a:lnTo>
                  <a:lnTo>
                    <a:pt x="27664" y="4744"/>
                  </a:lnTo>
                  <a:lnTo>
                    <a:pt x="27042" y="720"/>
                  </a:lnTo>
                  <a:lnTo>
                    <a:pt x="0" y="0"/>
                  </a:lnTo>
                  <a:lnTo>
                    <a:pt x="27042" y="1925"/>
                  </a:lnTo>
                  <a:lnTo>
                    <a:pt x="27334" y="472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2" name="Google Shape;6322;p55"/>
            <p:cNvSpPr/>
            <p:nvPr/>
          </p:nvSpPr>
          <p:spPr>
            <a:xfrm>
              <a:off x="3132444" y="-290208"/>
              <a:ext cx="70641" cy="90529"/>
            </a:xfrm>
            <a:custGeom>
              <a:avLst/>
              <a:gdLst/>
              <a:ahLst/>
              <a:cxnLst/>
              <a:rect l="l" t="t" r="r" b="b"/>
              <a:pathLst>
                <a:path w="2276" h="2917" extrusionOk="0">
                  <a:moveTo>
                    <a:pt x="1" y="1"/>
                  </a:moveTo>
                  <a:lnTo>
                    <a:pt x="78" y="370"/>
                  </a:lnTo>
                  <a:lnTo>
                    <a:pt x="156" y="739"/>
                  </a:lnTo>
                  <a:lnTo>
                    <a:pt x="253" y="1109"/>
                  </a:lnTo>
                  <a:lnTo>
                    <a:pt x="370" y="1459"/>
                  </a:lnTo>
                  <a:lnTo>
                    <a:pt x="487" y="1809"/>
                  </a:lnTo>
                  <a:lnTo>
                    <a:pt x="642" y="2159"/>
                  </a:lnTo>
                  <a:lnTo>
                    <a:pt x="798" y="2489"/>
                  </a:lnTo>
                  <a:lnTo>
                    <a:pt x="992" y="2800"/>
                  </a:lnTo>
                  <a:lnTo>
                    <a:pt x="2275" y="2917"/>
                  </a:lnTo>
                  <a:lnTo>
                    <a:pt x="2100" y="2625"/>
                  </a:lnTo>
                  <a:lnTo>
                    <a:pt x="1945" y="2295"/>
                  </a:lnTo>
                  <a:lnTo>
                    <a:pt x="1789" y="1984"/>
                  </a:lnTo>
                  <a:lnTo>
                    <a:pt x="1653" y="1653"/>
                  </a:lnTo>
                  <a:lnTo>
                    <a:pt x="1536" y="1303"/>
                  </a:lnTo>
                  <a:lnTo>
                    <a:pt x="1439" y="973"/>
                  </a:lnTo>
                  <a:lnTo>
                    <a:pt x="1342" y="623"/>
                  </a:lnTo>
                  <a:lnTo>
                    <a:pt x="1284" y="273"/>
                  </a:lnTo>
                  <a:lnTo>
                    <a:pt x="1245" y="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3" name="Google Shape;6323;p55"/>
            <p:cNvSpPr/>
            <p:nvPr/>
          </p:nvSpPr>
          <p:spPr>
            <a:xfrm>
              <a:off x="3132444" y="-290208"/>
              <a:ext cx="70641" cy="90529"/>
            </a:xfrm>
            <a:custGeom>
              <a:avLst/>
              <a:gdLst/>
              <a:ahLst/>
              <a:cxnLst/>
              <a:rect l="l" t="t" r="r" b="b"/>
              <a:pathLst>
                <a:path w="2276" h="291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78" y="370"/>
                  </a:lnTo>
                  <a:lnTo>
                    <a:pt x="156" y="739"/>
                  </a:lnTo>
                  <a:lnTo>
                    <a:pt x="253" y="1109"/>
                  </a:lnTo>
                  <a:lnTo>
                    <a:pt x="370" y="1459"/>
                  </a:lnTo>
                  <a:lnTo>
                    <a:pt x="487" y="1809"/>
                  </a:lnTo>
                  <a:lnTo>
                    <a:pt x="642" y="2159"/>
                  </a:lnTo>
                  <a:lnTo>
                    <a:pt x="798" y="2489"/>
                  </a:lnTo>
                  <a:lnTo>
                    <a:pt x="992" y="2800"/>
                  </a:lnTo>
                  <a:lnTo>
                    <a:pt x="992" y="2800"/>
                  </a:lnTo>
                  <a:lnTo>
                    <a:pt x="2275" y="2917"/>
                  </a:lnTo>
                  <a:lnTo>
                    <a:pt x="2275" y="2917"/>
                  </a:lnTo>
                  <a:lnTo>
                    <a:pt x="2100" y="2625"/>
                  </a:lnTo>
                  <a:lnTo>
                    <a:pt x="1945" y="2295"/>
                  </a:lnTo>
                  <a:lnTo>
                    <a:pt x="1789" y="1984"/>
                  </a:lnTo>
                  <a:lnTo>
                    <a:pt x="1653" y="1653"/>
                  </a:lnTo>
                  <a:lnTo>
                    <a:pt x="1536" y="1303"/>
                  </a:lnTo>
                  <a:lnTo>
                    <a:pt x="1439" y="973"/>
                  </a:lnTo>
                  <a:lnTo>
                    <a:pt x="1342" y="623"/>
                  </a:lnTo>
                  <a:lnTo>
                    <a:pt x="1284" y="273"/>
                  </a:lnTo>
                  <a:lnTo>
                    <a:pt x="1284" y="273"/>
                  </a:lnTo>
                  <a:lnTo>
                    <a:pt x="1245" y="98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4" name="Google Shape;6324;p55"/>
            <p:cNvSpPr/>
            <p:nvPr/>
          </p:nvSpPr>
          <p:spPr>
            <a:xfrm>
              <a:off x="3130644" y="-323386"/>
              <a:ext cx="40442" cy="36218"/>
            </a:xfrm>
            <a:custGeom>
              <a:avLst/>
              <a:gdLst/>
              <a:ahLst/>
              <a:cxnLst/>
              <a:rect l="l" t="t" r="r" b="b"/>
              <a:pathLst>
                <a:path w="1303" h="1167" extrusionOk="0">
                  <a:moveTo>
                    <a:pt x="0" y="0"/>
                  </a:moveTo>
                  <a:lnTo>
                    <a:pt x="0" y="39"/>
                  </a:lnTo>
                  <a:lnTo>
                    <a:pt x="20" y="545"/>
                  </a:lnTo>
                  <a:lnTo>
                    <a:pt x="59" y="1070"/>
                  </a:lnTo>
                  <a:lnTo>
                    <a:pt x="1303" y="1167"/>
                  </a:lnTo>
                  <a:lnTo>
                    <a:pt x="1244" y="603"/>
                  </a:lnTo>
                  <a:lnTo>
                    <a:pt x="1225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5" name="Google Shape;6325;p55"/>
            <p:cNvSpPr/>
            <p:nvPr/>
          </p:nvSpPr>
          <p:spPr>
            <a:xfrm>
              <a:off x="3130644" y="-323386"/>
              <a:ext cx="40442" cy="36218"/>
            </a:xfrm>
            <a:custGeom>
              <a:avLst/>
              <a:gdLst/>
              <a:ahLst/>
              <a:cxnLst/>
              <a:rect l="l" t="t" r="r" b="b"/>
              <a:pathLst>
                <a:path w="1303" h="1167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20" y="545"/>
                  </a:lnTo>
                  <a:lnTo>
                    <a:pt x="59" y="1070"/>
                  </a:lnTo>
                  <a:lnTo>
                    <a:pt x="1303" y="1167"/>
                  </a:lnTo>
                  <a:lnTo>
                    <a:pt x="1303" y="1167"/>
                  </a:lnTo>
                  <a:lnTo>
                    <a:pt x="1244" y="603"/>
                  </a:lnTo>
                  <a:lnTo>
                    <a:pt x="1225" y="3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6" name="Google Shape;6326;p55"/>
            <p:cNvSpPr/>
            <p:nvPr/>
          </p:nvSpPr>
          <p:spPr>
            <a:xfrm>
              <a:off x="2980986" y="-301071"/>
              <a:ext cx="110462" cy="91150"/>
            </a:xfrm>
            <a:custGeom>
              <a:avLst/>
              <a:gdLst/>
              <a:ahLst/>
              <a:cxnLst/>
              <a:rect l="l" t="t" r="r" b="b"/>
              <a:pathLst>
                <a:path w="3559" h="2937" extrusionOk="0">
                  <a:moveTo>
                    <a:pt x="1" y="1"/>
                  </a:moveTo>
                  <a:lnTo>
                    <a:pt x="293" y="40"/>
                  </a:lnTo>
                  <a:lnTo>
                    <a:pt x="565" y="98"/>
                  </a:lnTo>
                  <a:lnTo>
                    <a:pt x="837" y="195"/>
                  </a:lnTo>
                  <a:lnTo>
                    <a:pt x="1109" y="292"/>
                  </a:lnTo>
                  <a:lnTo>
                    <a:pt x="1362" y="428"/>
                  </a:lnTo>
                  <a:lnTo>
                    <a:pt x="1595" y="564"/>
                  </a:lnTo>
                  <a:lnTo>
                    <a:pt x="1828" y="739"/>
                  </a:lnTo>
                  <a:lnTo>
                    <a:pt x="2042" y="914"/>
                  </a:lnTo>
                  <a:lnTo>
                    <a:pt x="2237" y="1128"/>
                  </a:lnTo>
                  <a:lnTo>
                    <a:pt x="2412" y="1342"/>
                  </a:lnTo>
                  <a:lnTo>
                    <a:pt x="2567" y="1556"/>
                  </a:lnTo>
                  <a:lnTo>
                    <a:pt x="2703" y="1809"/>
                  </a:lnTo>
                  <a:lnTo>
                    <a:pt x="2839" y="2061"/>
                  </a:lnTo>
                  <a:lnTo>
                    <a:pt x="2936" y="2334"/>
                  </a:lnTo>
                  <a:lnTo>
                    <a:pt x="3014" y="2606"/>
                  </a:lnTo>
                  <a:lnTo>
                    <a:pt x="3073" y="2897"/>
                  </a:lnTo>
                  <a:lnTo>
                    <a:pt x="3559" y="2936"/>
                  </a:lnTo>
                  <a:lnTo>
                    <a:pt x="3481" y="2664"/>
                  </a:lnTo>
                  <a:lnTo>
                    <a:pt x="3384" y="2392"/>
                  </a:lnTo>
                  <a:lnTo>
                    <a:pt x="3286" y="2139"/>
                  </a:lnTo>
                  <a:lnTo>
                    <a:pt x="3150" y="1886"/>
                  </a:lnTo>
                  <a:lnTo>
                    <a:pt x="3014" y="1653"/>
                  </a:lnTo>
                  <a:lnTo>
                    <a:pt x="2839" y="1439"/>
                  </a:lnTo>
                  <a:lnTo>
                    <a:pt x="2664" y="1225"/>
                  </a:lnTo>
                  <a:lnTo>
                    <a:pt x="2470" y="1031"/>
                  </a:lnTo>
                  <a:lnTo>
                    <a:pt x="2275" y="837"/>
                  </a:lnTo>
                  <a:lnTo>
                    <a:pt x="2042" y="681"/>
                  </a:lnTo>
                  <a:lnTo>
                    <a:pt x="1809" y="526"/>
                  </a:lnTo>
                  <a:lnTo>
                    <a:pt x="1576" y="390"/>
                  </a:lnTo>
                  <a:lnTo>
                    <a:pt x="1323" y="273"/>
                  </a:lnTo>
                  <a:lnTo>
                    <a:pt x="1051" y="176"/>
                  </a:lnTo>
                  <a:lnTo>
                    <a:pt x="779" y="98"/>
                  </a:lnTo>
                  <a:lnTo>
                    <a:pt x="506" y="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7" name="Google Shape;6327;p55"/>
            <p:cNvSpPr/>
            <p:nvPr/>
          </p:nvSpPr>
          <p:spPr>
            <a:xfrm>
              <a:off x="2980986" y="-301071"/>
              <a:ext cx="110462" cy="91150"/>
            </a:xfrm>
            <a:custGeom>
              <a:avLst/>
              <a:gdLst/>
              <a:ahLst/>
              <a:cxnLst/>
              <a:rect l="l" t="t" r="r" b="b"/>
              <a:pathLst>
                <a:path w="3559" h="293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93" y="40"/>
                  </a:lnTo>
                  <a:lnTo>
                    <a:pt x="565" y="98"/>
                  </a:lnTo>
                  <a:lnTo>
                    <a:pt x="837" y="195"/>
                  </a:lnTo>
                  <a:lnTo>
                    <a:pt x="1109" y="292"/>
                  </a:lnTo>
                  <a:lnTo>
                    <a:pt x="1362" y="428"/>
                  </a:lnTo>
                  <a:lnTo>
                    <a:pt x="1595" y="564"/>
                  </a:lnTo>
                  <a:lnTo>
                    <a:pt x="1828" y="739"/>
                  </a:lnTo>
                  <a:lnTo>
                    <a:pt x="2042" y="914"/>
                  </a:lnTo>
                  <a:lnTo>
                    <a:pt x="2237" y="1128"/>
                  </a:lnTo>
                  <a:lnTo>
                    <a:pt x="2412" y="1342"/>
                  </a:lnTo>
                  <a:lnTo>
                    <a:pt x="2567" y="1556"/>
                  </a:lnTo>
                  <a:lnTo>
                    <a:pt x="2703" y="1809"/>
                  </a:lnTo>
                  <a:lnTo>
                    <a:pt x="2839" y="2061"/>
                  </a:lnTo>
                  <a:lnTo>
                    <a:pt x="2936" y="2334"/>
                  </a:lnTo>
                  <a:lnTo>
                    <a:pt x="3014" y="2606"/>
                  </a:lnTo>
                  <a:lnTo>
                    <a:pt x="3073" y="2897"/>
                  </a:lnTo>
                  <a:lnTo>
                    <a:pt x="3073" y="2897"/>
                  </a:lnTo>
                  <a:lnTo>
                    <a:pt x="3559" y="2936"/>
                  </a:lnTo>
                  <a:lnTo>
                    <a:pt x="3559" y="2936"/>
                  </a:lnTo>
                  <a:lnTo>
                    <a:pt x="3481" y="2664"/>
                  </a:lnTo>
                  <a:lnTo>
                    <a:pt x="3384" y="2392"/>
                  </a:lnTo>
                  <a:lnTo>
                    <a:pt x="3286" y="2139"/>
                  </a:lnTo>
                  <a:lnTo>
                    <a:pt x="3150" y="1886"/>
                  </a:lnTo>
                  <a:lnTo>
                    <a:pt x="3014" y="1653"/>
                  </a:lnTo>
                  <a:lnTo>
                    <a:pt x="2839" y="1439"/>
                  </a:lnTo>
                  <a:lnTo>
                    <a:pt x="2664" y="1225"/>
                  </a:lnTo>
                  <a:lnTo>
                    <a:pt x="2470" y="1031"/>
                  </a:lnTo>
                  <a:lnTo>
                    <a:pt x="2275" y="837"/>
                  </a:lnTo>
                  <a:lnTo>
                    <a:pt x="2042" y="681"/>
                  </a:lnTo>
                  <a:lnTo>
                    <a:pt x="1809" y="526"/>
                  </a:lnTo>
                  <a:lnTo>
                    <a:pt x="1576" y="390"/>
                  </a:lnTo>
                  <a:lnTo>
                    <a:pt x="1323" y="273"/>
                  </a:lnTo>
                  <a:lnTo>
                    <a:pt x="1051" y="176"/>
                  </a:lnTo>
                  <a:lnTo>
                    <a:pt x="779" y="98"/>
                  </a:lnTo>
                  <a:lnTo>
                    <a:pt x="506" y="40"/>
                  </a:lnTo>
                  <a:lnTo>
                    <a:pt x="1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8" name="Google Shape;6328;p55"/>
            <p:cNvSpPr/>
            <p:nvPr/>
          </p:nvSpPr>
          <p:spPr>
            <a:xfrm>
              <a:off x="2974376" y="-301071"/>
              <a:ext cx="3042" cy="31"/>
            </a:xfrm>
            <a:custGeom>
              <a:avLst/>
              <a:gdLst/>
              <a:ahLst/>
              <a:cxnLst/>
              <a:rect l="l" t="t" r="r" b="b"/>
              <a:pathLst>
                <a:path w="98" h="1" fill="none" extrusionOk="0">
                  <a:moveTo>
                    <a:pt x="39" y="1"/>
                  </a:moveTo>
                  <a:lnTo>
                    <a:pt x="39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97" y="1"/>
                  </a:lnTo>
                  <a:lnTo>
                    <a:pt x="3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9" name="Google Shape;6329;p55"/>
            <p:cNvSpPr/>
            <p:nvPr/>
          </p:nvSpPr>
          <p:spPr>
            <a:xfrm>
              <a:off x="2975555" y="-301660"/>
              <a:ext cx="21168" cy="1831"/>
            </a:xfrm>
            <a:custGeom>
              <a:avLst/>
              <a:gdLst/>
              <a:ahLst/>
              <a:cxnLst/>
              <a:rect l="l" t="t" r="r" b="b"/>
              <a:pathLst>
                <a:path w="682" h="59" extrusionOk="0">
                  <a:moveTo>
                    <a:pt x="59" y="0"/>
                  </a:moveTo>
                  <a:lnTo>
                    <a:pt x="1" y="20"/>
                  </a:lnTo>
                  <a:lnTo>
                    <a:pt x="176" y="20"/>
                  </a:lnTo>
                  <a:lnTo>
                    <a:pt x="681" y="59"/>
                  </a:lnTo>
                  <a:lnTo>
                    <a:pt x="370" y="2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AFC6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0" name="Google Shape;6330;p55"/>
            <p:cNvSpPr/>
            <p:nvPr/>
          </p:nvSpPr>
          <p:spPr>
            <a:xfrm>
              <a:off x="2975555" y="-301660"/>
              <a:ext cx="21168" cy="1831"/>
            </a:xfrm>
            <a:custGeom>
              <a:avLst/>
              <a:gdLst/>
              <a:ahLst/>
              <a:cxnLst/>
              <a:rect l="l" t="t" r="r" b="b"/>
              <a:pathLst>
                <a:path w="682" h="59" fill="none" extrusionOk="0">
                  <a:moveTo>
                    <a:pt x="59" y="0"/>
                  </a:moveTo>
                  <a:lnTo>
                    <a:pt x="59" y="0"/>
                  </a:lnTo>
                  <a:lnTo>
                    <a:pt x="1" y="20"/>
                  </a:lnTo>
                  <a:lnTo>
                    <a:pt x="59" y="20"/>
                  </a:lnTo>
                  <a:lnTo>
                    <a:pt x="59" y="20"/>
                  </a:lnTo>
                  <a:lnTo>
                    <a:pt x="176" y="20"/>
                  </a:lnTo>
                  <a:lnTo>
                    <a:pt x="681" y="59"/>
                  </a:lnTo>
                  <a:lnTo>
                    <a:pt x="681" y="59"/>
                  </a:lnTo>
                  <a:lnTo>
                    <a:pt x="370" y="20"/>
                  </a:lnTo>
                  <a:lnTo>
                    <a:pt x="5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1" name="Google Shape;6331;p55"/>
            <p:cNvSpPr/>
            <p:nvPr/>
          </p:nvSpPr>
          <p:spPr>
            <a:xfrm>
              <a:off x="2871800" y="-237726"/>
              <a:ext cx="2421" cy="4872"/>
            </a:xfrm>
            <a:custGeom>
              <a:avLst/>
              <a:gdLst/>
              <a:ahLst/>
              <a:cxnLst/>
              <a:rect l="l" t="t" r="r" b="b"/>
              <a:pathLst>
                <a:path w="78" h="157" extrusionOk="0">
                  <a:moveTo>
                    <a:pt x="78" y="1"/>
                  </a:moveTo>
                  <a:lnTo>
                    <a:pt x="0" y="157"/>
                  </a:lnTo>
                  <a:lnTo>
                    <a:pt x="20" y="157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9BB9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2" name="Google Shape;6332;p55"/>
            <p:cNvSpPr/>
            <p:nvPr/>
          </p:nvSpPr>
          <p:spPr>
            <a:xfrm>
              <a:off x="2871800" y="-237726"/>
              <a:ext cx="2421" cy="4872"/>
            </a:xfrm>
            <a:custGeom>
              <a:avLst/>
              <a:gdLst/>
              <a:ahLst/>
              <a:cxnLst/>
              <a:rect l="l" t="t" r="r" b="b"/>
              <a:pathLst>
                <a:path w="78" h="157" fill="none" extrusionOk="0">
                  <a:moveTo>
                    <a:pt x="78" y="1"/>
                  </a:moveTo>
                  <a:lnTo>
                    <a:pt x="78" y="1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20" y="157"/>
                  </a:lnTo>
                  <a:lnTo>
                    <a:pt x="20" y="157"/>
                  </a:lnTo>
                  <a:lnTo>
                    <a:pt x="7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3" name="Google Shape;6333;p55"/>
            <p:cNvSpPr/>
            <p:nvPr/>
          </p:nvSpPr>
          <p:spPr>
            <a:xfrm>
              <a:off x="2865159" y="-301660"/>
              <a:ext cx="212421" cy="212404"/>
            </a:xfrm>
            <a:custGeom>
              <a:avLst/>
              <a:gdLst/>
              <a:ahLst/>
              <a:cxnLst/>
              <a:rect l="l" t="t" r="r" b="b"/>
              <a:pathLst>
                <a:path w="6844" h="6844" extrusionOk="0">
                  <a:moveTo>
                    <a:pt x="3422" y="0"/>
                  </a:moveTo>
                  <a:lnTo>
                    <a:pt x="3072" y="20"/>
                  </a:lnTo>
                  <a:lnTo>
                    <a:pt x="2741" y="78"/>
                  </a:lnTo>
                  <a:lnTo>
                    <a:pt x="2411" y="156"/>
                  </a:lnTo>
                  <a:lnTo>
                    <a:pt x="2080" y="272"/>
                  </a:lnTo>
                  <a:lnTo>
                    <a:pt x="1789" y="428"/>
                  </a:lnTo>
                  <a:lnTo>
                    <a:pt x="1517" y="603"/>
                  </a:lnTo>
                  <a:lnTo>
                    <a:pt x="1245" y="797"/>
                  </a:lnTo>
                  <a:lnTo>
                    <a:pt x="1011" y="1011"/>
                  </a:lnTo>
                  <a:lnTo>
                    <a:pt x="778" y="1264"/>
                  </a:lnTo>
                  <a:lnTo>
                    <a:pt x="584" y="1517"/>
                  </a:lnTo>
                  <a:lnTo>
                    <a:pt x="409" y="1808"/>
                  </a:lnTo>
                  <a:lnTo>
                    <a:pt x="273" y="2100"/>
                  </a:lnTo>
                  <a:lnTo>
                    <a:pt x="156" y="2411"/>
                  </a:lnTo>
                  <a:lnTo>
                    <a:pt x="78" y="2741"/>
                  </a:lnTo>
                  <a:lnTo>
                    <a:pt x="20" y="3072"/>
                  </a:lnTo>
                  <a:lnTo>
                    <a:pt x="0" y="3422"/>
                  </a:lnTo>
                  <a:lnTo>
                    <a:pt x="20" y="3772"/>
                  </a:lnTo>
                  <a:lnTo>
                    <a:pt x="78" y="4122"/>
                  </a:lnTo>
                  <a:lnTo>
                    <a:pt x="156" y="4452"/>
                  </a:lnTo>
                  <a:lnTo>
                    <a:pt x="273" y="4763"/>
                  </a:lnTo>
                  <a:lnTo>
                    <a:pt x="409" y="5055"/>
                  </a:lnTo>
                  <a:lnTo>
                    <a:pt x="584" y="5346"/>
                  </a:lnTo>
                  <a:lnTo>
                    <a:pt x="778" y="5599"/>
                  </a:lnTo>
                  <a:lnTo>
                    <a:pt x="1011" y="5852"/>
                  </a:lnTo>
                  <a:lnTo>
                    <a:pt x="1245" y="6066"/>
                  </a:lnTo>
                  <a:lnTo>
                    <a:pt x="1517" y="6260"/>
                  </a:lnTo>
                  <a:lnTo>
                    <a:pt x="1789" y="6435"/>
                  </a:lnTo>
                  <a:lnTo>
                    <a:pt x="2080" y="6591"/>
                  </a:lnTo>
                  <a:lnTo>
                    <a:pt x="2411" y="6707"/>
                  </a:lnTo>
                  <a:lnTo>
                    <a:pt x="2741" y="6785"/>
                  </a:lnTo>
                  <a:lnTo>
                    <a:pt x="3072" y="6843"/>
                  </a:lnTo>
                  <a:lnTo>
                    <a:pt x="3772" y="6843"/>
                  </a:lnTo>
                  <a:lnTo>
                    <a:pt x="4102" y="6785"/>
                  </a:lnTo>
                  <a:lnTo>
                    <a:pt x="4433" y="6707"/>
                  </a:lnTo>
                  <a:lnTo>
                    <a:pt x="4763" y="6591"/>
                  </a:lnTo>
                  <a:lnTo>
                    <a:pt x="5055" y="6435"/>
                  </a:lnTo>
                  <a:lnTo>
                    <a:pt x="5327" y="6260"/>
                  </a:lnTo>
                  <a:lnTo>
                    <a:pt x="5599" y="6066"/>
                  </a:lnTo>
                  <a:lnTo>
                    <a:pt x="5833" y="5852"/>
                  </a:lnTo>
                  <a:lnTo>
                    <a:pt x="6066" y="5599"/>
                  </a:lnTo>
                  <a:lnTo>
                    <a:pt x="6260" y="5346"/>
                  </a:lnTo>
                  <a:lnTo>
                    <a:pt x="6435" y="5055"/>
                  </a:lnTo>
                  <a:lnTo>
                    <a:pt x="6571" y="4763"/>
                  </a:lnTo>
                  <a:lnTo>
                    <a:pt x="6688" y="4452"/>
                  </a:lnTo>
                  <a:lnTo>
                    <a:pt x="6766" y="4122"/>
                  </a:lnTo>
                  <a:lnTo>
                    <a:pt x="6824" y="3772"/>
                  </a:lnTo>
                  <a:lnTo>
                    <a:pt x="6843" y="3422"/>
                  </a:lnTo>
                  <a:lnTo>
                    <a:pt x="6824" y="3072"/>
                  </a:lnTo>
                  <a:lnTo>
                    <a:pt x="6766" y="2741"/>
                  </a:lnTo>
                  <a:lnTo>
                    <a:pt x="6688" y="2411"/>
                  </a:lnTo>
                  <a:lnTo>
                    <a:pt x="6571" y="2100"/>
                  </a:lnTo>
                  <a:lnTo>
                    <a:pt x="6435" y="1808"/>
                  </a:lnTo>
                  <a:lnTo>
                    <a:pt x="6260" y="1517"/>
                  </a:lnTo>
                  <a:lnTo>
                    <a:pt x="6066" y="1264"/>
                  </a:lnTo>
                  <a:lnTo>
                    <a:pt x="5833" y="1011"/>
                  </a:lnTo>
                  <a:lnTo>
                    <a:pt x="5599" y="797"/>
                  </a:lnTo>
                  <a:lnTo>
                    <a:pt x="5327" y="603"/>
                  </a:lnTo>
                  <a:lnTo>
                    <a:pt x="5055" y="428"/>
                  </a:lnTo>
                  <a:lnTo>
                    <a:pt x="4763" y="272"/>
                  </a:lnTo>
                  <a:lnTo>
                    <a:pt x="4433" y="156"/>
                  </a:lnTo>
                  <a:lnTo>
                    <a:pt x="4102" y="78"/>
                  </a:lnTo>
                  <a:lnTo>
                    <a:pt x="3772" y="20"/>
                  </a:lnTo>
                  <a:lnTo>
                    <a:pt x="342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4" name="Google Shape;6334;p55"/>
            <p:cNvSpPr/>
            <p:nvPr/>
          </p:nvSpPr>
          <p:spPr>
            <a:xfrm>
              <a:off x="2865159" y="-301660"/>
              <a:ext cx="212421" cy="212404"/>
            </a:xfrm>
            <a:custGeom>
              <a:avLst/>
              <a:gdLst/>
              <a:ahLst/>
              <a:cxnLst/>
              <a:rect l="l" t="t" r="r" b="b"/>
              <a:pathLst>
                <a:path w="6844" h="6844" fill="none" extrusionOk="0">
                  <a:moveTo>
                    <a:pt x="6843" y="3422"/>
                  </a:moveTo>
                  <a:lnTo>
                    <a:pt x="6843" y="3422"/>
                  </a:lnTo>
                  <a:lnTo>
                    <a:pt x="6824" y="3772"/>
                  </a:lnTo>
                  <a:lnTo>
                    <a:pt x="6766" y="4122"/>
                  </a:lnTo>
                  <a:lnTo>
                    <a:pt x="6688" y="4452"/>
                  </a:lnTo>
                  <a:lnTo>
                    <a:pt x="6571" y="4763"/>
                  </a:lnTo>
                  <a:lnTo>
                    <a:pt x="6435" y="5055"/>
                  </a:lnTo>
                  <a:lnTo>
                    <a:pt x="6260" y="5346"/>
                  </a:lnTo>
                  <a:lnTo>
                    <a:pt x="6066" y="5599"/>
                  </a:lnTo>
                  <a:lnTo>
                    <a:pt x="5833" y="5852"/>
                  </a:lnTo>
                  <a:lnTo>
                    <a:pt x="5599" y="6066"/>
                  </a:lnTo>
                  <a:lnTo>
                    <a:pt x="5327" y="6260"/>
                  </a:lnTo>
                  <a:lnTo>
                    <a:pt x="5055" y="6435"/>
                  </a:lnTo>
                  <a:lnTo>
                    <a:pt x="4763" y="6591"/>
                  </a:lnTo>
                  <a:lnTo>
                    <a:pt x="4433" y="6707"/>
                  </a:lnTo>
                  <a:lnTo>
                    <a:pt x="4102" y="6785"/>
                  </a:lnTo>
                  <a:lnTo>
                    <a:pt x="3772" y="6843"/>
                  </a:lnTo>
                  <a:lnTo>
                    <a:pt x="3422" y="6843"/>
                  </a:lnTo>
                  <a:lnTo>
                    <a:pt x="3422" y="6843"/>
                  </a:lnTo>
                  <a:lnTo>
                    <a:pt x="3072" y="6843"/>
                  </a:lnTo>
                  <a:lnTo>
                    <a:pt x="2741" y="6785"/>
                  </a:lnTo>
                  <a:lnTo>
                    <a:pt x="2411" y="6707"/>
                  </a:lnTo>
                  <a:lnTo>
                    <a:pt x="2080" y="6591"/>
                  </a:lnTo>
                  <a:lnTo>
                    <a:pt x="1789" y="6435"/>
                  </a:lnTo>
                  <a:lnTo>
                    <a:pt x="1517" y="6260"/>
                  </a:lnTo>
                  <a:lnTo>
                    <a:pt x="1245" y="6066"/>
                  </a:lnTo>
                  <a:lnTo>
                    <a:pt x="1011" y="5852"/>
                  </a:lnTo>
                  <a:lnTo>
                    <a:pt x="778" y="5599"/>
                  </a:lnTo>
                  <a:lnTo>
                    <a:pt x="584" y="5346"/>
                  </a:lnTo>
                  <a:lnTo>
                    <a:pt x="409" y="5055"/>
                  </a:lnTo>
                  <a:lnTo>
                    <a:pt x="273" y="4763"/>
                  </a:lnTo>
                  <a:lnTo>
                    <a:pt x="156" y="4452"/>
                  </a:lnTo>
                  <a:lnTo>
                    <a:pt x="78" y="4122"/>
                  </a:lnTo>
                  <a:lnTo>
                    <a:pt x="20" y="3772"/>
                  </a:lnTo>
                  <a:lnTo>
                    <a:pt x="0" y="3422"/>
                  </a:lnTo>
                  <a:lnTo>
                    <a:pt x="0" y="3422"/>
                  </a:lnTo>
                  <a:lnTo>
                    <a:pt x="20" y="3072"/>
                  </a:lnTo>
                  <a:lnTo>
                    <a:pt x="78" y="2741"/>
                  </a:lnTo>
                  <a:lnTo>
                    <a:pt x="156" y="2411"/>
                  </a:lnTo>
                  <a:lnTo>
                    <a:pt x="273" y="2100"/>
                  </a:lnTo>
                  <a:lnTo>
                    <a:pt x="409" y="1808"/>
                  </a:lnTo>
                  <a:lnTo>
                    <a:pt x="584" y="1517"/>
                  </a:lnTo>
                  <a:lnTo>
                    <a:pt x="778" y="1264"/>
                  </a:lnTo>
                  <a:lnTo>
                    <a:pt x="1011" y="1011"/>
                  </a:lnTo>
                  <a:lnTo>
                    <a:pt x="1245" y="797"/>
                  </a:lnTo>
                  <a:lnTo>
                    <a:pt x="1517" y="603"/>
                  </a:lnTo>
                  <a:lnTo>
                    <a:pt x="1789" y="428"/>
                  </a:lnTo>
                  <a:lnTo>
                    <a:pt x="2080" y="272"/>
                  </a:lnTo>
                  <a:lnTo>
                    <a:pt x="2411" y="156"/>
                  </a:lnTo>
                  <a:lnTo>
                    <a:pt x="2741" y="78"/>
                  </a:lnTo>
                  <a:lnTo>
                    <a:pt x="3072" y="20"/>
                  </a:lnTo>
                  <a:lnTo>
                    <a:pt x="3422" y="0"/>
                  </a:lnTo>
                  <a:lnTo>
                    <a:pt x="3422" y="0"/>
                  </a:lnTo>
                  <a:lnTo>
                    <a:pt x="3772" y="20"/>
                  </a:lnTo>
                  <a:lnTo>
                    <a:pt x="4102" y="78"/>
                  </a:lnTo>
                  <a:lnTo>
                    <a:pt x="4433" y="156"/>
                  </a:lnTo>
                  <a:lnTo>
                    <a:pt x="4763" y="272"/>
                  </a:lnTo>
                  <a:lnTo>
                    <a:pt x="5055" y="428"/>
                  </a:lnTo>
                  <a:lnTo>
                    <a:pt x="5327" y="603"/>
                  </a:lnTo>
                  <a:lnTo>
                    <a:pt x="5599" y="797"/>
                  </a:lnTo>
                  <a:lnTo>
                    <a:pt x="5833" y="1011"/>
                  </a:lnTo>
                  <a:lnTo>
                    <a:pt x="6066" y="1264"/>
                  </a:lnTo>
                  <a:lnTo>
                    <a:pt x="6260" y="1517"/>
                  </a:lnTo>
                  <a:lnTo>
                    <a:pt x="6435" y="1808"/>
                  </a:lnTo>
                  <a:lnTo>
                    <a:pt x="6571" y="2100"/>
                  </a:lnTo>
                  <a:lnTo>
                    <a:pt x="6688" y="2411"/>
                  </a:lnTo>
                  <a:lnTo>
                    <a:pt x="6766" y="2741"/>
                  </a:lnTo>
                  <a:lnTo>
                    <a:pt x="6824" y="3072"/>
                  </a:lnTo>
                  <a:lnTo>
                    <a:pt x="6843" y="34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5" name="Google Shape;6335;p55"/>
            <p:cNvSpPr/>
            <p:nvPr/>
          </p:nvSpPr>
          <p:spPr>
            <a:xfrm>
              <a:off x="2889274" y="-277545"/>
              <a:ext cx="164157" cy="164765"/>
            </a:xfrm>
            <a:custGeom>
              <a:avLst/>
              <a:gdLst/>
              <a:ahLst/>
              <a:cxnLst/>
              <a:rect l="l" t="t" r="r" b="b"/>
              <a:pathLst>
                <a:path w="5289" h="5309" extrusionOk="0">
                  <a:moveTo>
                    <a:pt x="2645" y="1"/>
                  </a:moveTo>
                  <a:lnTo>
                    <a:pt x="2373" y="20"/>
                  </a:lnTo>
                  <a:lnTo>
                    <a:pt x="2120" y="59"/>
                  </a:lnTo>
                  <a:lnTo>
                    <a:pt x="1848" y="118"/>
                  </a:lnTo>
                  <a:lnTo>
                    <a:pt x="1615" y="215"/>
                  </a:lnTo>
                  <a:lnTo>
                    <a:pt x="1381" y="331"/>
                  </a:lnTo>
                  <a:lnTo>
                    <a:pt x="1167" y="448"/>
                  </a:lnTo>
                  <a:lnTo>
                    <a:pt x="954" y="604"/>
                  </a:lnTo>
                  <a:lnTo>
                    <a:pt x="779" y="779"/>
                  </a:lnTo>
                  <a:lnTo>
                    <a:pt x="604" y="973"/>
                  </a:lnTo>
                  <a:lnTo>
                    <a:pt x="448" y="1167"/>
                  </a:lnTo>
                  <a:lnTo>
                    <a:pt x="312" y="1401"/>
                  </a:lnTo>
                  <a:lnTo>
                    <a:pt x="195" y="1614"/>
                  </a:lnTo>
                  <a:lnTo>
                    <a:pt x="118" y="1867"/>
                  </a:lnTo>
                  <a:lnTo>
                    <a:pt x="40" y="2120"/>
                  </a:lnTo>
                  <a:lnTo>
                    <a:pt x="1" y="2392"/>
                  </a:lnTo>
                  <a:lnTo>
                    <a:pt x="1" y="2645"/>
                  </a:lnTo>
                  <a:lnTo>
                    <a:pt x="1" y="2917"/>
                  </a:lnTo>
                  <a:lnTo>
                    <a:pt x="40" y="3189"/>
                  </a:lnTo>
                  <a:lnTo>
                    <a:pt x="118" y="3442"/>
                  </a:lnTo>
                  <a:lnTo>
                    <a:pt x="195" y="3695"/>
                  </a:lnTo>
                  <a:lnTo>
                    <a:pt x="312" y="3908"/>
                  </a:lnTo>
                  <a:lnTo>
                    <a:pt x="448" y="4142"/>
                  </a:lnTo>
                  <a:lnTo>
                    <a:pt x="604" y="4336"/>
                  </a:lnTo>
                  <a:lnTo>
                    <a:pt x="779" y="4531"/>
                  </a:lnTo>
                  <a:lnTo>
                    <a:pt x="954" y="4706"/>
                  </a:lnTo>
                  <a:lnTo>
                    <a:pt x="1167" y="4861"/>
                  </a:lnTo>
                  <a:lnTo>
                    <a:pt x="1381" y="4978"/>
                  </a:lnTo>
                  <a:lnTo>
                    <a:pt x="1615" y="5094"/>
                  </a:lnTo>
                  <a:lnTo>
                    <a:pt x="1848" y="5192"/>
                  </a:lnTo>
                  <a:lnTo>
                    <a:pt x="2120" y="5250"/>
                  </a:lnTo>
                  <a:lnTo>
                    <a:pt x="2373" y="5289"/>
                  </a:lnTo>
                  <a:lnTo>
                    <a:pt x="2645" y="5308"/>
                  </a:lnTo>
                  <a:lnTo>
                    <a:pt x="2917" y="5289"/>
                  </a:lnTo>
                  <a:lnTo>
                    <a:pt x="3170" y="5250"/>
                  </a:lnTo>
                  <a:lnTo>
                    <a:pt x="3442" y="5192"/>
                  </a:lnTo>
                  <a:lnTo>
                    <a:pt x="3675" y="5094"/>
                  </a:lnTo>
                  <a:lnTo>
                    <a:pt x="3909" y="4978"/>
                  </a:lnTo>
                  <a:lnTo>
                    <a:pt x="4122" y="4861"/>
                  </a:lnTo>
                  <a:lnTo>
                    <a:pt x="4336" y="4706"/>
                  </a:lnTo>
                  <a:lnTo>
                    <a:pt x="4511" y="4531"/>
                  </a:lnTo>
                  <a:lnTo>
                    <a:pt x="4686" y="4336"/>
                  </a:lnTo>
                  <a:lnTo>
                    <a:pt x="4842" y="4142"/>
                  </a:lnTo>
                  <a:lnTo>
                    <a:pt x="4978" y="3908"/>
                  </a:lnTo>
                  <a:lnTo>
                    <a:pt x="5094" y="3695"/>
                  </a:lnTo>
                  <a:lnTo>
                    <a:pt x="5172" y="3442"/>
                  </a:lnTo>
                  <a:lnTo>
                    <a:pt x="5250" y="3189"/>
                  </a:lnTo>
                  <a:lnTo>
                    <a:pt x="5289" y="2917"/>
                  </a:lnTo>
                  <a:lnTo>
                    <a:pt x="5289" y="2645"/>
                  </a:lnTo>
                  <a:lnTo>
                    <a:pt x="5289" y="2392"/>
                  </a:lnTo>
                  <a:lnTo>
                    <a:pt x="5250" y="2120"/>
                  </a:lnTo>
                  <a:lnTo>
                    <a:pt x="5172" y="1867"/>
                  </a:lnTo>
                  <a:lnTo>
                    <a:pt x="5094" y="1614"/>
                  </a:lnTo>
                  <a:lnTo>
                    <a:pt x="4978" y="1401"/>
                  </a:lnTo>
                  <a:lnTo>
                    <a:pt x="4842" y="1167"/>
                  </a:lnTo>
                  <a:lnTo>
                    <a:pt x="4686" y="973"/>
                  </a:lnTo>
                  <a:lnTo>
                    <a:pt x="4511" y="779"/>
                  </a:lnTo>
                  <a:lnTo>
                    <a:pt x="4336" y="604"/>
                  </a:lnTo>
                  <a:lnTo>
                    <a:pt x="4122" y="448"/>
                  </a:lnTo>
                  <a:lnTo>
                    <a:pt x="3909" y="331"/>
                  </a:lnTo>
                  <a:lnTo>
                    <a:pt x="3675" y="215"/>
                  </a:lnTo>
                  <a:lnTo>
                    <a:pt x="3442" y="118"/>
                  </a:lnTo>
                  <a:lnTo>
                    <a:pt x="3170" y="59"/>
                  </a:lnTo>
                  <a:lnTo>
                    <a:pt x="2917" y="20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B94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6" name="Google Shape;6336;p55"/>
            <p:cNvSpPr/>
            <p:nvPr/>
          </p:nvSpPr>
          <p:spPr>
            <a:xfrm>
              <a:off x="2889274" y="-277545"/>
              <a:ext cx="164157" cy="164765"/>
            </a:xfrm>
            <a:custGeom>
              <a:avLst/>
              <a:gdLst/>
              <a:ahLst/>
              <a:cxnLst/>
              <a:rect l="l" t="t" r="r" b="b"/>
              <a:pathLst>
                <a:path w="5289" h="5309" fill="none" extrusionOk="0">
                  <a:moveTo>
                    <a:pt x="5289" y="2645"/>
                  </a:moveTo>
                  <a:lnTo>
                    <a:pt x="5289" y="2645"/>
                  </a:lnTo>
                  <a:lnTo>
                    <a:pt x="5289" y="2917"/>
                  </a:lnTo>
                  <a:lnTo>
                    <a:pt x="5250" y="3189"/>
                  </a:lnTo>
                  <a:lnTo>
                    <a:pt x="5172" y="3442"/>
                  </a:lnTo>
                  <a:lnTo>
                    <a:pt x="5094" y="3695"/>
                  </a:lnTo>
                  <a:lnTo>
                    <a:pt x="4978" y="3908"/>
                  </a:lnTo>
                  <a:lnTo>
                    <a:pt x="4842" y="4142"/>
                  </a:lnTo>
                  <a:lnTo>
                    <a:pt x="4686" y="4336"/>
                  </a:lnTo>
                  <a:lnTo>
                    <a:pt x="4511" y="4531"/>
                  </a:lnTo>
                  <a:lnTo>
                    <a:pt x="4336" y="4706"/>
                  </a:lnTo>
                  <a:lnTo>
                    <a:pt x="4122" y="4861"/>
                  </a:lnTo>
                  <a:lnTo>
                    <a:pt x="3909" y="4978"/>
                  </a:lnTo>
                  <a:lnTo>
                    <a:pt x="3675" y="5094"/>
                  </a:lnTo>
                  <a:lnTo>
                    <a:pt x="3442" y="5192"/>
                  </a:lnTo>
                  <a:lnTo>
                    <a:pt x="3170" y="5250"/>
                  </a:lnTo>
                  <a:lnTo>
                    <a:pt x="2917" y="5289"/>
                  </a:lnTo>
                  <a:lnTo>
                    <a:pt x="2645" y="5308"/>
                  </a:lnTo>
                  <a:lnTo>
                    <a:pt x="2645" y="5308"/>
                  </a:lnTo>
                  <a:lnTo>
                    <a:pt x="2373" y="5289"/>
                  </a:lnTo>
                  <a:lnTo>
                    <a:pt x="2120" y="5250"/>
                  </a:lnTo>
                  <a:lnTo>
                    <a:pt x="1848" y="5192"/>
                  </a:lnTo>
                  <a:lnTo>
                    <a:pt x="1615" y="5094"/>
                  </a:lnTo>
                  <a:lnTo>
                    <a:pt x="1381" y="4978"/>
                  </a:lnTo>
                  <a:lnTo>
                    <a:pt x="1167" y="4861"/>
                  </a:lnTo>
                  <a:lnTo>
                    <a:pt x="954" y="4706"/>
                  </a:lnTo>
                  <a:lnTo>
                    <a:pt x="779" y="4531"/>
                  </a:lnTo>
                  <a:lnTo>
                    <a:pt x="604" y="4336"/>
                  </a:lnTo>
                  <a:lnTo>
                    <a:pt x="448" y="4142"/>
                  </a:lnTo>
                  <a:lnTo>
                    <a:pt x="312" y="3908"/>
                  </a:lnTo>
                  <a:lnTo>
                    <a:pt x="195" y="3695"/>
                  </a:lnTo>
                  <a:lnTo>
                    <a:pt x="118" y="3442"/>
                  </a:lnTo>
                  <a:lnTo>
                    <a:pt x="40" y="3189"/>
                  </a:lnTo>
                  <a:lnTo>
                    <a:pt x="1" y="2917"/>
                  </a:lnTo>
                  <a:lnTo>
                    <a:pt x="1" y="2645"/>
                  </a:lnTo>
                  <a:lnTo>
                    <a:pt x="1" y="2645"/>
                  </a:lnTo>
                  <a:lnTo>
                    <a:pt x="1" y="2392"/>
                  </a:lnTo>
                  <a:lnTo>
                    <a:pt x="40" y="2120"/>
                  </a:lnTo>
                  <a:lnTo>
                    <a:pt x="118" y="1867"/>
                  </a:lnTo>
                  <a:lnTo>
                    <a:pt x="195" y="1614"/>
                  </a:lnTo>
                  <a:lnTo>
                    <a:pt x="312" y="1401"/>
                  </a:lnTo>
                  <a:lnTo>
                    <a:pt x="448" y="1167"/>
                  </a:lnTo>
                  <a:lnTo>
                    <a:pt x="604" y="973"/>
                  </a:lnTo>
                  <a:lnTo>
                    <a:pt x="779" y="779"/>
                  </a:lnTo>
                  <a:lnTo>
                    <a:pt x="954" y="604"/>
                  </a:lnTo>
                  <a:lnTo>
                    <a:pt x="1167" y="448"/>
                  </a:lnTo>
                  <a:lnTo>
                    <a:pt x="1381" y="331"/>
                  </a:lnTo>
                  <a:lnTo>
                    <a:pt x="1615" y="215"/>
                  </a:lnTo>
                  <a:lnTo>
                    <a:pt x="1848" y="118"/>
                  </a:lnTo>
                  <a:lnTo>
                    <a:pt x="2120" y="59"/>
                  </a:lnTo>
                  <a:lnTo>
                    <a:pt x="2373" y="20"/>
                  </a:lnTo>
                  <a:lnTo>
                    <a:pt x="2645" y="1"/>
                  </a:lnTo>
                  <a:lnTo>
                    <a:pt x="2645" y="1"/>
                  </a:lnTo>
                  <a:lnTo>
                    <a:pt x="2917" y="20"/>
                  </a:lnTo>
                  <a:lnTo>
                    <a:pt x="3170" y="59"/>
                  </a:lnTo>
                  <a:lnTo>
                    <a:pt x="3442" y="118"/>
                  </a:lnTo>
                  <a:lnTo>
                    <a:pt x="3675" y="215"/>
                  </a:lnTo>
                  <a:lnTo>
                    <a:pt x="3909" y="331"/>
                  </a:lnTo>
                  <a:lnTo>
                    <a:pt x="4122" y="448"/>
                  </a:lnTo>
                  <a:lnTo>
                    <a:pt x="4336" y="604"/>
                  </a:lnTo>
                  <a:lnTo>
                    <a:pt x="4511" y="779"/>
                  </a:lnTo>
                  <a:lnTo>
                    <a:pt x="4686" y="973"/>
                  </a:lnTo>
                  <a:lnTo>
                    <a:pt x="4842" y="1167"/>
                  </a:lnTo>
                  <a:lnTo>
                    <a:pt x="4978" y="1401"/>
                  </a:lnTo>
                  <a:lnTo>
                    <a:pt x="5094" y="1614"/>
                  </a:lnTo>
                  <a:lnTo>
                    <a:pt x="5172" y="1867"/>
                  </a:lnTo>
                  <a:lnTo>
                    <a:pt x="5250" y="2120"/>
                  </a:lnTo>
                  <a:lnTo>
                    <a:pt x="5289" y="2392"/>
                  </a:lnTo>
                  <a:lnTo>
                    <a:pt x="5289" y="264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7" name="Google Shape;6337;p55"/>
            <p:cNvSpPr/>
            <p:nvPr/>
          </p:nvSpPr>
          <p:spPr>
            <a:xfrm>
              <a:off x="2922483" y="-243747"/>
              <a:ext cx="97768" cy="97171"/>
            </a:xfrm>
            <a:custGeom>
              <a:avLst/>
              <a:gdLst/>
              <a:ahLst/>
              <a:cxnLst/>
              <a:rect l="l" t="t" r="r" b="b"/>
              <a:pathLst>
                <a:path w="3150" h="3131" extrusionOk="0">
                  <a:moveTo>
                    <a:pt x="1419" y="1"/>
                  </a:moveTo>
                  <a:lnTo>
                    <a:pt x="1264" y="39"/>
                  </a:lnTo>
                  <a:lnTo>
                    <a:pt x="1108" y="78"/>
                  </a:lnTo>
                  <a:lnTo>
                    <a:pt x="972" y="117"/>
                  </a:lnTo>
                  <a:lnTo>
                    <a:pt x="836" y="195"/>
                  </a:lnTo>
                  <a:lnTo>
                    <a:pt x="700" y="273"/>
                  </a:lnTo>
                  <a:lnTo>
                    <a:pt x="583" y="351"/>
                  </a:lnTo>
                  <a:lnTo>
                    <a:pt x="467" y="467"/>
                  </a:lnTo>
                  <a:lnTo>
                    <a:pt x="370" y="564"/>
                  </a:lnTo>
                  <a:lnTo>
                    <a:pt x="272" y="681"/>
                  </a:lnTo>
                  <a:lnTo>
                    <a:pt x="195" y="817"/>
                  </a:lnTo>
                  <a:lnTo>
                    <a:pt x="136" y="953"/>
                  </a:lnTo>
                  <a:lnTo>
                    <a:pt x="78" y="1109"/>
                  </a:lnTo>
                  <a:lnTo>
                    <a:pt x="39" y="1245"/>
                  </a:lnTo>
                  <a:lnTo>
                    <a:pt x="20" y="1400"/>
                  </a:lnTo>
                  <a:lnTo>
                    <a:pt x="0" y="1556"/>
                  </a:lnTo>
                  <a:lnTo>
                    <a:pt x="20" y="1731"/>
                  </a:lnTo>
                  <a:lnTo>
                    <a:pt x="39" y="1886"/>
                  </a:lnTo>
                  <a:lnTo>
                    <a:pt x="78" y="2022"/>
                  </a:lnTo>
                  <a:lnTo>
                    <a:pt x="136" y="2178"/>
                  </a:lnTo>
                  <a:lnTo>
                    <a:pt x="195" y="2314"/>
                  </a:lnTo>
                  <a:lnTo>
                    <a:pt x="272" y="2450"/>
                  </a:lnTo>
                  <a:lnTo>
                    <a:pt x="370" y="2567"/>
                  </a:lnTo>
                  <a:lnTo>
                    <a:pt x="467" y="2664"/>
                  </a:lnTo>
                  <a:lnTo>
                    <a:pt x="583" y="2781"/>
                  </a:lnTo>
                  <a:lnTo>
                    <a:pt x="700" y="2858"/>
                  </a:lnTo>
                  <a:lnTo>
                    <a:pt x="836" y="2936"/>
                  </a:lnTo>
                  <a:lnTo>
                    <a:pt x="972" y="3014"/>
                  </a:lnTo>
                  <a:lnTo>
                    <a:pt x="1108" y="3053"/>
                  </a:lnTo>
                  <a:lnTo>
                    <a:pt x="1264" y="3092"/>
                  </a:lnTo>
                  <a:lnTo>
                    <a:pt x="1419" y="3131"/>
                  </a:lnTo>
                  <a:lnTo>
                    <a:pt x="1730" y="3131"/>
                  </a:lnTo>
                  <a:lnTo>
                    <a:pt x="1886" y="3092"/>
                  </a:lnTo>
                  <a:lnTo>
                    <a:pt x="2041" y="3053"/>
                  </a:lnTo>
                  <a:lnTo>
                    <a:pt x="2178" y="3014"/>
                  </a:lnTo>
                  <a:lnTo>
                    <a:pt x="2314" y="2936"/>
                  </a:lnTo>
                  <a:lnTo>
                    <a:pt x="2450" y="2858"/>
                  </a:lnTo>
                  <a:lnTo>
                    <a:pt x="2566" y="2781"/>
                  </a:lnTo>
                  <a:lnTo>
                    <a:pt x="2683" y="2664"/>
                  </a:lnTo>
                  <a:lnTo>
                    <a:pt x="2780" y="2567"/>
                  </a:lnTo>
                  <a:lnTo>
                    <a:pt x="2877" y="2450"/>
                  </a:lnTo>
                  <a:lnTo>
                    <a:pt x="2955" y="2314"/>
                  </a:lnTo>
                  <a:lnTo>
                    <a:pt x="3013" y="2178"/>
                  </a:lnTo>
                  <a:lnTo>
                    <a:pt x="3072" y="2022"/>
                  </a:lnTo>
                  <a:lnTo>
                    <a:pt x="3111" y="1886"/>
                  </a:lnTo>
                  <a:lnTo>
                    <a:pt x="3130" y="1731"/>
                  </a:lnTo>
                  <a:lnTo>
                    <a:pt x="3150" y="1556"/>
                  </a:lnTo>
                  <a:lnTo>
                    <a:pt x="3130" y="1400"/>
                  </a:lnTo>
                  <a:lnTo>
                    <a:pt x="3111" y="1245"/>
                  </a:lnTo>
                  <a:lnTo>
                    <a:pt x="3072" y="1109"/>
                  </a:lnTo>
                  <a:lnTo>
                    <a:pt x="3013" y="953"/>
                  </a:lnTo>
                  <a:lnTo>
                    <a:pt x="2955" y="817"/>
                  </a:lnTo>
                  <a:lnTo>
                    <a:pt x="2877" y="681"/>
                  </a:lnTo>
                  <a:lnTo>
                    <a:pt x="2780" y="564"/>
                  </a:lnTo>
                  <a:lnTo>
                    <a:pt x="2683" y="467"/>
                  </a:lnTo>
                  <a:lnTo>
                    <a:pt x="2566" y="351"/>
                  </a:lnTo>
                  <a:lnTo>
                    <a:pt x="2450" y="273"/>
                  </a:lnTo>
                  <a:lnTo>
                    <a:pt x="2314" y="195"/>
                  </a:lnTo>
                  <a:lnTo>
                    <a:pt x="2178" y="117"/>
                  </a:lnTo>
                  <a:lnTo>
                    <a:pt x="2041" y="78"/>
                  </a:lnTo>
                  <a:lnTo>
                    <a:pt x="1886" y="39"/>
                  </a:lnTo>
                  <a:lnTo>
                    <a:pt x="1730" y="1"/>
                  </a:lnTo>
                  <a:close/>
                </a:path>
              </a:pathLst>
            </a:custGeom>
            <a:solidFill>
              <a:srgbClr val="4B94D8"/>
            </a:solidFill>
            <a:ln>
              <a:solidFill>
                <a:srgbClr val="4B94D8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8" name="Google Shape;6338;p55"/>
            <p:cNvSpPr/>
            <p:nvPr/>
          </p:nvSpPr>
          <p:spPr>
            <a:xfrm>
              <a:off x="2922483" y="-243747"/>
              <a:ext cx="97768" cy="97171"/>
            </a:xfrm>
            <a:custGeom>
              <a:avLst/>
              <a:gdLst/>
              <a:ahLst/>
              <a:cxnLst/>
              <a:rect l="l" t="t" r="r" b="b"/>
              <a:pathLst>
                <a:path w="3150" h="3131" fill="none" extrusionOk="0">
                  <a:moveTo>
                    <a:pt x="1575" y="1"/>
                  </a:moveTo>
                  <a:lnTo>
                    <a:pt x="1575" y="1"/>
                  </a:lnTo>
                  <a:lnTo>
                    <a:pt x="1419" y="1"/>
                  </a:lnTo>
                  <a:lnTo>
                    <a:pt x="1264" y="39"/>
                  </a:lnTo>
                  <a:lnTo>
                    <a:pt x="1108" y="78"/>
                  </a:lnTo>
                  <a:lnTo>
                    <a:pt x="972" y="117"/>
                  </a:lnTo>
                  <a:lnTo>
                    <a:pt x="836" y="195"/>
                  </a:lnTo>
                  <a:lnTo>
                    <a:pt x="700" y="273"/>
                  </a:lnTo>
                  <a:lnTo>
                    <a:pt x="583" y="351"/>
                  </a:lnTo>
                  <a:lnTo>
                    <a:pt x="467" y="467"/>
                  </a:lnTo>
                  <a:lnTo>
                    <a:pt x="370" y="564"/>
                  </a:lnTo>
                  <a:lnTo>
                    <a:pt x="272" y="681"/>
                  </a:lnTo>
                  <a:lnTo>
                    <a:pt x="195" y="817"/>
                  </a:lnTo>
                  <a:lnTo>
                    <a:pt x="136" y="953"/>
                  </a:lnTo>
                  <a:lnTo>
                    <a:pt x="78" y="1109"/>
                  </a:lnTo>
                  <a:lnTo>
                    <a:pt x="39" y="1245"/>
                  </a:lnTo>
                  <a:lnTo>
                    <a:pt x="20" y="1400"/>
                  </a:lnTo>
                  <a:lnTo>
                    <a:pt x="0" y="1556"/>
                  </a:lnTo>
                  <a:lnTo>
                    <a:pt x="0" y="1556"/>
                  </a:lnTo>
                  <a:lnTo>
                    <a:pt x="20" y="1731"/>
                  </a:lnTo>
                  <a:lnTo>
                    <a:pt x="39" y="1886"/>
                  </a:lnTo>
                  <a:lnTo>
                    <a:pt x="78" y="2022"/>
                  </a:lnTo>
                  <a:lnTo>
                    <a:pt x="136" y="2178"/>
                  </a:lnTo>
                  <a:lnTo>
                    <a:pt x="195" y="2314"/>
                  </a:lnTo>
                  <a:lnTo>
                    <a:pt x="272" y="2450"/>
                  </a:lnTo>
                  <a:lnTo>
                    <a:pt x="370" y="2567"/>
                  </a:lnTo>
                  <a:lnTo>
                    <a:pt x="467" y="2664"/>
                  </a:lnTo>
                  <a:lnTo>
                    <a:pt x="583" y="2781"/>
                  </a:lnTo>
                  <a:lnTo>
                    <a:pt x="700" y="2858"/>
                  </a:lnTo>
                  <a:lnTo>
                    <a:pt x="836" y="2936"/>
                  </a:lnTo>
                  <a:lnTo>
                    <a:pt x="972" y="3014"/>
                  </a:lnTo>
                  <a:lnTo>
                    <a:pt x="1108" y="3053"/>
                  </a:lnTo>
                  <a:lnTo>
                    <a:pt x="1264" y="3092"/>
                  </a:lnTo>
                  <a:lnTo>
                    <a:pt x="1419" y="3131"/>
                  </a:lnTo>
                  <a:lnTo>
                    <a:pt x="1575" y="3131"/>
                  </a:lnTo>
                  <a:lnTo>
                    <a:pt x="1575" y="3131"/>
                  </a:lnTo>
                  <a:lnTo>
                    <a:pt x="1730" y="3131"/>
                  </a:lnTo>
                  <a:lnTo>
                    <a:pt x="1886" y="3092"/>
                  </a:lnTo>
                  <a:lnTo>
                    <a:pt x="2041" y="3053"/>
                  </a:lnTo>
                  <a:lnTo>
                    <a:pt x="2178" y="3014"/>
                  </a:lnTo>
                  <a:lnTo>
                    <a:pt x="2314" y="2936"/>
                  </a:lnTo>
                  <a:lnTo>
                    <a:pt x="2450" y="2858"/>
                  </a:lnTo>
                  <a:lnTo>
                    <a:pt x="2566" y="2781"/>
                  </a:lnTo>
                  <a:lnTo>
                    <a:pt x="2683" y="2664"/>
                  </a:lnTo>
                  <a:lnTo>
                    <a:pt x="2780" y="2567"/>
                  </a:lnTo>
                  <a:lnTo>
                    <a:pt x="2877" y="2450"/>
                  </a:lnTo>
                  <a:lnTo>
                    <a:pt x="2955" y="2314"/>
                  </a:lnTo>
                  <a:lnTo>
                    <a:pt x="3013" y="2178"/>
                  </a:lnTo>
                  <a:lnTo>
                    <a:pt x="3072" y="2022"/>
                  </a:lnTo>
                  <a:lnTo>
                    <a:pt x="3111" y="1886"/>
                  </a:lnTo>
                  <a:lnTo>
                    <a:pt x="3130" y="1731"/>
                  </a:lnTo>
                  <a:lnTo>
                    <a:pt x="3150" y="1556"/>
                  </a:lnTo>
                  <a:lnTo>
                    <a:pt x="3150" y="1556"/>
                  </a:lnTo>
                  <a:lnTo>
                    <a:pt x="3130" y="1400"/>
                  </a:lnTo>
                  <a:lnTo>
                    <a:pt x="3111" y="1245"/>
                  </a:lnTo>
                  <a:lnTo>
                    <a:pt x="3072" y="1109"/>
                  </a:lnTo>
                  <a:lnTo>
                    <a:pt x="3013" y="953"/>
                  </a:lnTo>
                  <a:lnTo>
                    <a:pt x="2955" y="817"/>
                  </a:lnTo>
                  <a:lnTo>
                    <a:pt x="2877" y="681"/>
                  </a:lnTo>
                  <a:lnTo>
                    <a:pt x="2780" y="564"/>
                  </a:lnTo>
                  <a:lnTo>
                    <a:pt x="2683" y="467"/>
                  </a:lnTo>
                  <a:lnTo>
                    <a:pt x="2566" y="351"/>
                  </a:lnTo>
                  <a:lnTo>
                    <a:pt x="2450" y="273"/>
                  </a:lnTo>
                  <a:lnTo>
                    <a:pt x="2314" y="195"/>
                  </a:lnTo>
                  <a:lnTo>
                    <a:pt x="2178" y="117"/>
                  </a:lnTo>
                  <a:lnTo>
                    <a:pt x="2041" y="78"/>
                  </a:lnTo>
                  <a:lnTo>
                    <a:pt x="1886" y="39"/>
                  </a:lnTo>
                  <a:lnTo>
                    <a:pt x="1730" y="1"/>
                  </a:lnTo>
                  <a:lnTo>
                    <a:pt x="157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9" name="Google Shape;6339;p55"/>
            <p:cNvSpPr/>
            <p:nvPr/>
          </p:nvSpPr>
          <p:spPr>
            <a:xfrm>
              <a:off x="2626210" y="-301660"/>
              <a:ext cx="84515" cy="50090"/>
            </a:xfrm>
            <a:custGeom>
              <a:avLst/>
              <a:gdLst/>
              <a:ahLst/>
              <a:cxnLst/>
              <a:rect l="l" t="t" r="r" b="b"/>
              <a:pathLst>
                <a:path w="2723" h="1614" extrusionOk="0">
                  <a:moveTo>
                    <a:pt x="176" y="0"/>
                  </a:moveTo>
                  <a:lnTo>
                    <a:pt x="1" y="20"/>
                  </a:lnTo>
                  <a:lnTo>
                    <a:pt x="176" y="39"/>
                  </a:lnTo>
                  <a:lnTo>
                    <a:pt x="351" y="59"/>
                  </a:lnTo>
                  <a:lnTo>
                    <a:pt x="526" y="97"/>
                  </a:lnTo>
                  <a:lnTo>
                    <a:pt x="681" y="156"/>
                  </a:lnTo>
                  <a:lnTo>
                    <a:pt x="856" y="234"/>
                  </a:lnTo>
                  <a:lnTo>
                    <a:pt x="1012" y="292"/>
                  </a:lnTo>
                  <a:lnTo>
                    <a:pt x="1148" y="389"/>
                  </a:lnTo>
                  <a:lnTo>
                    <a:pt x="1303" y="486"/>
                  </a:lnTo>
                  <a:lnTo>
                    <a:pt x="1556" y="700"/>
                  </a:lnTo>
                  <a:lnTo>
                    <a:pt x="1789" y="953"/>
                  </a:lnTo>
                  <a:lnTo>
                    <a:pt x="1887" y="1089"/>
                  </a:lnTo>
                  <a:lnTo>
                    <a:pt x="1984" y="1225"/>
                  </a:lnTo>
                  <a:lnTo>
                    <a:pt x="2062" y="1381"/>
                  </a:lnTo>
                  <a:lnTo>
                    <a:pt x="2139" y="1536"/>
                  </a:lnTo>
                  <a:lnTo>
                    <a:pt x="2723" y="1614"/>
                  </a:lnTo>
                  <a:lnTo>
                    <a:pt x="2625" y="1439"/>
                  </a:lnTo>
                  <a:lnTo>
                    <a:pt x="2528" y="1264"/>
                  </a:lnTo>
                  <a:lnTo>
                    <a:pt x="2412" y="1108"/>
                  </a:lnTo>
                  <a:lnTo>
                    <a:pt x="2275" y="953"/>
                  </a:lnTo>
                  <a:lnTo>
                    <a:pt x="2159" y="817"/>
                  </a:lnTo>
                  <a:lnTo>
                    <a:pt x="2003" y="681"/>
                  </a:lnTo>
                  <a:lnTo>
                    <a:pt x="1848" y="564"/>
                  </a:lnTo>
                  <a:lnTo>
                    <a:pt x="1692" y="447"/>
                  </a:lnTo>
                  <a:lnTo>
                    <a:pt x="1517" y="350"/>
                  </a:lnTo>
                  <a:lnTo>
                    <a:pt x="1342" y="272"/>
                  </a:lnTo>
                  <a:lnTo>
                    <a:pt x="1167" y="195"/>
                  </a:lnTo>
                  <a:lnTo>
                    <a:pt x="973" y="117"/>
                  </a:lnTo>
                  <a:lnTo>
                    <a:pt x="779" y="78"/>
                  </a:lnTo>
                  <a:lnTo>
                    <a:pt x="584" y="39"/>
                  </a:lnTo>
                  <a:lnTo>
                    <a:pt x="390" y="20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0" name="Google Shape;6340;p55"/>
            <p:cNvSpPr/>
            <p:nvPr/>
          </p:nvSpPr>
          <p:spPr>
            <a:xfrm>
              <a:off x="2543560" y="-301660"/>
              <a:ext cx="155094" cy="155082"/>
            </a:xfrm>
            <a:custGeom>
              <a:avLst/>
              <a:gdLst/>
              <a:ahLst/>
              <a:cxnLst/>
              <a:rect l="l" t="t" r="r" b="b"/>
              <a:pathLst>
                <a:path w="4997" h="4997" extrusionOk="0">
                  <a:moveTo>
                    <a:pt x="2489" y="0"/>
                  </a:moveTo>
                  <a:lnTo>
                    <a:pt x="2236" y="20"/>
                  </a:lnTo>
                  <a:lnTo>
                    <a:pt x="2003" y="59"/>
                  </a:lnTo>
                  <a:lnTo>
                    <a:pt x="1750" y="117"/>
                  </a:lnTo>
                  <a:lnTo>
                    <a:pt x="1536" y="214"/>
                  </a:lnTo>
                  <a:lnTo>
                    <a:pt x="1303" y="311"/>
                  </a:lnTo>
                  <a:lnTo>
                    <a:pt x="1109" y="428"/>
                  </a:lnTo>
                  <a:lnTo>
                    <a:pt x="914" y="583"/>
                  </a:lnTo>
                  <a:lnTo>
                    <a:pt x="739" y="739"/>
                  </a:lnTo>
                  <a:lnTo>
                    <a:pt x="584" y="914"/>
                  </a:lnTo>
                  <a:lnTo>
                    <a:pt x="428" y="1108"/>
                  </a:lnTo>
                  <a:lnTo>
                    <a:pt x="312" y="1322"/>
                  </a:lnTo>
                  <a:lnTo>
                    <a:pt x="195" y="1536"/>
                  </a:lnTo>
                  <a:lnTo>
                    <a:pt x="117" y="1769"/>
                  </a:lnTo>
                  <a:lnTo>
                    <a:pt x="59" y="2003"/>
                  </a:lnTo>
                  <a:lnTo>
                    <a:pt x="20" y="2255"/>
                  </a:lnTo>
                  <a:lnTo>
                    <a:pt x="1" y="2508"/>
                  </a:lnTo>
                  <a:lnTo>
                    <a:pt x="20" y="2761"/>
                  </a:lnTo>
                  <a:lnTo>
                    <a:pt x="59" y="3014"/>
                  </a:lnTo>
                  <a:lnTo>
                    <a:pt x="117" y="3247"/>
                  </a:lnTo>
                  <a:lnTo>
                    <a:pt x="195" y="3480"/>
                  </a:lnTo>
                  <a:lnTo>
                    <a:pt x="312" y="3694"/>
                  </a:lnTo>
                  <a:lnTo>
                    <a:pt x="428" y="3888"/>
                  </a:lnTo>
                  <a:lnTo>
                    <a:pt x="584" y="4083"/>
                  </a:lnTo>
                  <a:lnTo>
                    <a:pt x="739" y="4258"/>
                  </a:lnTo>
                  <a:lnTo>
                    <a:pt x="914" y="4433"/>
                  </a:lnTo>
                  <a:lnTo>
                    <a:pt x="1109" y="4569"/>
                  </a:lnTo>
                  <a:lnTo>
                    <a:pt x="1303" y="4705"/>
                  </a:lnTo>
                  <a:lnTo>
                    <a:pt x="1536" y="4802"/>
                  </a:lnTo>
                  <a:lnTo>
                    <a:pt x="1750" y="4880"/>
                  </a:lnTo>
                  <a:lnTo>
                    <a:pt x="2003" y="4938"/>
                  </a:lnTo>
                  <a:lnTo>
                    <a:pt x="2236" y="4977"/>
                  </a:lnTo>
                  <a:lnTo>
                    <a:pt x="2489" y="4997"/>
                  </a:lnTo>
                  <a:lnTo>
                    <a:pt x="2761" y="4977"/>
                  </a:lnTo>
                  <a:lnTo>
                    <a:pt x="2994" y="4938"/>
                  </a:lnTo>
                  <a:lnTo>
                    <a:pt x="3247" y="4880"/>
                  </a:lnTo>
                  <a:lnTo>
                    <a:pt x="3461" y="4802"/>
                  </a:lnTo>
                  <a:lnTo>
                    <a:pt x="3694" y="4705"/>
                  </a:lnTo>
                  <a:lnTo>
                    <a:pt x="3889" y="4569"/>
                  </a:lnTo>
                  <a:lnTo>
                    <a:pt x="4083" y="4433"/>
                  </a:lnTo>
                  <a:lnTo>
                    <a:pt x="4258" y="4258"/>
                  </a:lnTo>
                  <a:lnTo>
                    <a:pt x="4414" y="4083"/>
                  </a:lnTo>
                  <a:lnTo>
                    <a:pt x="4569" y="3888"/>
                  </a:lnTo>
                  <a:lnTo>
                    <a:pt x="4686" y="3694"/>
                  </a:lnTo>
                  <a:lnTo>
                    <a:pt x="4802" y="3480"/>
                  </a:lnTo>
                  <a:lnTo>
                    <a:pt x="4880" y="3247"/>
                  </a:lnTo>
                  <a:lnTo>
                    <a:pt x="4938" y="3014"/>
                  </a:lnTo>
                  <a:lnTo>
                    <a:pt x="4977" y="2761"/>
                  </a:lnTo>
                  <a:lnTo>
                    <a:pt x="4997" y="2508"/>
                  </a:lnTo>
                  <a:lnTo>
                    <a:pt x="4977" y="2255"/>
                  </a:lnTo>
                  <a:lnTo>
                    <a:pt x="4938" y="2003"/>
                  </a:lnTo>
                  <a:lnTo>
                    <a:pt x="4880" y="1769"/>
                  </a:lnTo>
                  <a:lnTo>
                    <a:pt x="4802" y="1536"/>
                  </a:lnTo>
                  <a:lnTo>
                    <a:pt x="4686" y="1322"/>
                  </a:lnTo>
                  <a:lnTo>
                    <a:pt x="4569" y="1108"/>
                  </a:lnTo>
                  <a:lnTo>
                    <a:pt x="4414" y="914"/>
                  </a:lnTo>
                  <a:lnTo>
                    <a:pt x="4258" y="739"/>
                  </a:lnTo>
                  <a:lnTo>
                    <a:pt x="4083" y="583"/>
                  </a:lnTo>
                  <a:lnTo>
                    <a:pt x="3889" y="428"/>
                  </a:lnTo>
                  <a:lnTo>
                    <a:pt x="3694" y="311"/>
                  </a:lnTo>
                  <a:lnTo>
                    <a:pt x="3461" y="214"/>
                  </a:lnTo>
                  <a:lnTo>
                    <a:pt x="3247" y="117"/>
                  </a:lnTo>
                  <a:lnTo>
                    <a:pt x="2994" y="59"/>
                  </a:lnTo>
                  <a:lnTo>
                    <a:pt x="2761" y="2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1" name="Google Shape;6341;p55"/>
            <p:cNvSpPr/>
            <p:nvPr/>
          </p:nvSpPr>
          <p:spPr>
            <a:xfrm>
              <a:off x="2543560" y="-301660"/>
              <a:ext cx="155094" cy="155082"/>
            </a:xfrm>
            <a:custGeom>
              <a:avLst/>
              <a:gdLst/>
              <a:ahLst/>
              <a:cxnLst/>
              <a:rect l="l" t="t" r="r" b="b"/>
              <a:pathLst>
                <a:path w="4997" h="4997" fill="none" extrusionOk="0">
                  <a:moveTo>
                    <a:pt x="4997" y="2508"/>
                  </a:moveTo>
                  <a:lnTo>
                    <a:pt x="4997" y="2508"/>
                  </a:lnTo>
                  <a:lnTo>
                    <a:pt x="4977" y="2761"/>
                  </a:lnTo>
                  <a:lnTo>
                    <a:pt x="4938" y="3014"/>
                  </a:lnTo>
                  <a:lnTo>
                    <a:pt x="4880" y="3247"/>
                  </a:lnTo>
                  <a:lnTo>
                    <a:pt x="4802" y="3480"/>
                  </a:lnTo>
                  <a:lnTo>
                    <a:pt x="4686" y="3694"/>
                  </a:lnTo>
                  <a:lnTo>
                    <a:pt x="4569" y="3888"/>
                  </a:lnTo>
                  <a:lnTo>
                    <a:pt x="4414" y="4083"/>
                  </a:lnTo>
                  <a:lnTo>
                    <a:pt x="4258" y="4258"/>
                  </a:lnTo>
                  <a:lnTo>
                    <a:pt x="4083" y="4433"/>
                  </a:lnTo>
                  <a:lnTo>
                    <a:pt x="3889" y="4569"/>
                  </a:lnTo>
                  <a:lnTo>
                    <a:pt x="3694" y="4705"/>
                  </a:lnTo>
                  <a:lnTo>
                    <a:pt x="3461" y="4802"/>
                  </a:lnTo>
                  <a:lnTo>
                    <a:pt x="3247" y="4880"/>
                  </a:lnTo>
                  <a:lnTo>
                    <a:pt x="2994" y="4938"/>
                  </a:lnTo>
                  <a:lnTo>
                    <a:pt x="2761" y="4977"/>
                  </a:lnTo>
                  <a:lnTo>
                    <a:pt x="2489" y="4997"/>
                  </a:lnTo>
                  <a:lnTo>
                    <a:pt x="2489" y="4997"/>
                  </a:lnTo>
                  <a:lnTo>
                    <a:pt x="2236" y="4977"/>
                  </a:lnTo>
                  <a:lnTo>
                    <a:pt x="2003" y="4938"/>
                  </a:lnTo>
                  <a:lnTo>
                    <a:pt x="1750" y="4880"/>
                  </a:lnTo>
                  <a:lnTo>
                    <a:pt x="1536" y="4802"/>
                  </a:lnTo>
                  <a:lnTo>
                    <a:pt x="1303" y="4705"/>
                  </a:lnTo>
                  <a:lnTo>
                    <a:pt x="1109" y="4569"/>
                  </a:lnTo>
                  <a:lnTo>
                    <a:pt x="914" y="4433"/>
                  </a:lnTo>
                  <a:lnTo>
                    <a:pt x="739" y="4258"/>
                  </a:lnTo>
                  <a:lnTo>
                    <a:pt x="584" y="4083"/>
                  </a:lnTo>
                  <a:lnTo>
                    <a:pt x="428" y="3888"/>
                  </a:lnTo>
                  <a:lnTo>
                    <a:pt x="312" y="3694"/>
                  </a:lnTo>
                  <a:lnTo>
                    <a:pt x="195" y="3480"/>
                  </a:lnTo>
                  <a:lnTo>
                    <a:pt x="117" y="3247"/>
                  </a:lnTo>
                  <a:lnTo>
                    <a:pt x="59" y="3014"/>
                  </a:lnTo>
                  <a:lnTo>
                    <a:pt x="20" y="2761"/>
                  </a:lnTo>
                  <a:lnTo>
                    <a:pt x="1" y="2508"/>
                  </a:lnTo>
                  <a:lnTo>
                    <a:pt x="1" y="2508"/>
                  </a:lnTo>
                  <a:lnTo>
                    <a:pt x="20" y="2255"/>
                  </a:lnTo>
                  <a:lnTo>
                    <a:pt x="59" y="2003"/>
                  </a:lnTo>
                  <a:lnTo>
                    <a:pt x="117" y="1769"/>
                  </a:lnTo>
                  <a:lnTo>
                    <a:pt x="195" y="1536"/>
                  </a:lnTo>
                  <a:lnTo>
                    <a:pt x="312" y="1322"/>
                  </a:lnTo>
                  <a:lnTo>
                    <a:pt x="428" y="1108"/>
                  </a:lnTo>
                  <a:lnTo>
                    <a:pt x="584" y="914"/>
                  </a:lnTo>
                  <a:lnTo>
                    <a:pt x="739" y="739"/>
                  </a:lnTo>
                  <a:lnTo>
                    <a:pt x="914" y="583"/>
                  </a:lnTo>
                  <a:lnTo>
                    <a:pt x="1109" y="428"/>
                  </a:lnTo>
                  <a:lnTo>
                    <a:pt x="1303" y="311"/>
                  </a:lnTo>
                  <a:lnTo>
                    <a:pt x="1536" y="214"/>
                  </a:lnTo>
                  <a:lnTo>
                    <a:pt x="1750" y="117"/>
                  </a:lnTo>
                  <a:lnTo>
                    <a:pt x="2003" y="59"/>
                  </a:lnTo>
                  <a:lnTo>
                    <a:pt x="2236" y="20"/>
                  </a:lnTo>
                  <a:lnTo>
                    <a:pt x="2489" y="0"/>
                  </a:lnTo>
                  <a:lnTo>
                    <a:pt x="2489" y="0"/>
                  </a:lnTo>
                  <a:lnTo>
                    <a:pt x="2761" y="20"/>
                  </a:lnTo>
                  <a:lnTo>
                    <a:pt x="2994" y="59"/>
                  </a:lnTo>
                  <a:lnTo>
                    <a:pt x="3247" y="117"/>
                  </a:lnTo>
                  <a:lnTo>
                    <a:pt x="3461" y="214"/>
                  </a:lnTo>
                  <a:lnTo>
                    <a:pt x="3694" y="311"/>
                  </a:lnTo>
                  <a:lnTo>
                    <a:pt x="3889" y="428"/>
                  </a:lnTo>
                  <a:lnTo>
                    <a:pt x="4083" y="583"/>
                  </a:lnTo>
                  <a:lnTo>
                    <a:pt x="4258" y="739"/>
                  </a:lnTo>
                  <a:lnTo>
                    <a:pt x="4414" y="914"/>
                  </a:lnTo>
                  <a:lnTo>
                    <a:pt x="4569" y="1108"/>
                  </a:lnTo>
                  <a:lnTo>
                    <a:pt x="4686" y="1322"/>
                  </a:lnTo>
                  <a:lnTo>
                    <a:pt x="4802" y="1536"/>
                  </a:lnTo>
                  <a:lnTo>
                    <a:pt x="4880" y="1769"/>
                  </a:lnTo>
                  <a:lnTo>
                    <a:pt x="4938" y="2003"/>
                  </a:lnTo>
                  <a:lnTo>
                    <a:pt x="4977" y="2255"/>
                  </a:lnTo>
                  <a:lnTo>
                    <a:pt x="4997" y="250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2" name="Google Shape;6342;p55"/>
            <p:cNvSpPr/>
            <p:nvPr/>
          </p:nvSpPr>
          <p:spPr>
            <a:xfrm>
              <a:off x="2561064" y="-284156"/>
              <a:ext cx="120084" cy="120074"/>
            </a:xfrm>
            <a:custGeom>
              <a:avLst/>
              <a:gdLst/>
              <a:ahLst/>
              <a:cxnLst/>
              <a:rect l="l" t="t" r="r" b="b"/>
              <a:pathLst>
                <a:path w="3869" h="3869" extrusionOk="0">
                  <a:moveTo>
                    <a:pt x="1925" y="0"/>
                  </a:moveTo>
                  <a:lnTo>
                    <a:pt x="1731" y="19"/>
                  </a:lnTo>
                  <a:lnTo>
                    <a:pt x="1536" y="39"/>
                  </a:lnTo>
                  <a:lnTo>
                    <a:pt x="1361" y="97"/>
                  </a:lnTo>
                  <a:lnTo>
                    <a:pt x="1186" y="156"/>
                  </a:lnTo>
                  <a:lnTo>
                    <a:pt x="1011" y="233"/>
                  </a:lnTo>
                  <a:lnTo>
                    <a:pt x="856" y="331"/>
                  </a:lnTo>
                  <a:lnTo>
                    <a:pt x="700" y="447"/>
                  </a:lnTo>
                  <a:lnTo>
                    <a:pt x="564" y="583"/>
                  </a:lnTo>
                  <a:lnTo>
                    <a:pt x="447" y="719"/>
                  </a:lnTo>
                  <a:lnTo>
                    <a:pt x="331" y="855"/>
                  </a:lnTo>
                  <a:lnTo>
                    <a:pt x="234" y="1011"/>
                  </a:lnTo>
                  <a:lnTo>
                    <a:pt x="156" y="1186"/>
                  </a:lnTo>
                  <a:lnTo>
                    <a:pt x="98" y="1361"/>
                  </a:lnTo>
                  <a:lnTo>
                    <a:pt x="39" y="1555"/>
                  </a:lnTo>
                  <a:lnTo>
                    <a:pt x="20" y="1750"/>
                  </a:lnTo>
                  <a:lnTo>
                    <a:pt x="0" y="1944"/>
                  </a:lnTo>
                  <a:lnTo>
                    <a:pt x="20" y="2139"/>
                  </a:lnTo>
                  <a:lnTo>
                    <a:pt x="39" y="2333"/>
                  </a:lnTo>
                  <a:lnTo>
                    <a:pt x="98" y="2508"/>
                  </a:lnTo>
                  <a:lnTo>
                    <a:pt x="156" y="2683"/>
                  </a:lnTo>
                  <a:lnTo>
                    <a:pt x="234" y="2858"/>
                  </a:lnTo>
                  <a:lnTo>
                    <a:pt x="331" y="3013"/>
                  </a:lnTo>
                  <a:lnTo>
                    <a:pt x="447" y="3169"/>
                  </a:lnTo>
                  <a:lnTo>
                    <a:pt x="564" y="3305"/>
                  </a:lnTo>
                  <a:lnTo>
                    <a:pt x="700" y="3422"/>
                  </a:lnTo>
                  <a:lnTo>
                    <a:pt x="856" y="3538"/>
                  </a:lnTo>
                  <a:lnTo>
                    <a:pt x="1011" y="3635"/>
                  </a:lnTo>
                  <a:lnTo>
                    <a:pt x="1186" y="3713"/>
                  </a:lnTo>
                  <a:lnTo>
                    <a:pt x="1361" y="3791"/>
                  </a:lnTo>
                  <a:lnTo>
                    <a:pt x="1536" y="3830"/>
                  </a:lnTo>
                  <a:lnTo>
                    <a:pt x="1731" y="3869"/>
                  </a:lnTo>
                  <a:lnTo>
                    <a:pt x="2139" y="3869"/>
                  </a:lnTo>
                  <a:lnTo>
                    <a:pt x="2333" y="3830"/>
                  </a:lnTo>
                  <a:lnTo>
                    <a:pt x="2508" y="3791"/>
                  </a:lnTo>
                  <a:lnTo>
                    <a:pt x="2683" y="3713"/>
                  </a:lnTo>
                  <a:lnTo>
                    <a:pt x="2858" y="3635"/>
                  </a:lnTo>
                  <a:lnTo>
                    <a:pt x="3014" y="3538"/>
                  </a:lnTo>
                  <a:lnTo>
                    <a:pt x="3169" y="3422"/>
                  </a:lnTo>
                  <a:lnTo>
                    <a:pt x="3305" y="3305"/>
                  </a:lnTo>
                  <a:lnTo>
                    <a:pt x="3422" y="3169"/>
                  </a:lnTo>
                  <a:lnTo>
                    <a:pt x="3538" y="3013"/>
                  </a:lnTo>
                  <a:lnTo>
                    <a:pt x="3636" y="2858"/>
                  </a:lnTo>
                  <a:lnTo>
                    <a:pt x="3713" y="2683"/>
                  </a:lnTo>
                  <a:lnTo>
                    <a:pt x="3772" y="2508"/>
                  </a:lnTo>
                  <a:lnTo>
                    <a:pt x="3830" y="2333"/>
                  </a:lnTo>
                  <a:lnTo>
                    <a:pt x="3850" y="2139"/>
                  </a:lnTo>
                  <a:lnTo>
                    <a:pt x="3869" y="1944"/>
                  </a:lnTo>
                  <a:lnTo>
                    <a:pt x="3850" y="1750"/>
                  </a:lnTo>
                  <a:lnTo>
                    <a:pt x="3830" y="1555"/>
                  </a:lnTo>
                  <a:lnTo>
                    <a:pt x="3772" y="1361"/>
                  </a:lnTo>
                  <a:lnTo>
                    <a:pt x="3713" y="1186"/>
                  </a:lnTo>
                  <a:lnTo>
                    <a:pt x="3636" y="1011"/>
                  </a:lnTo>
                  <a:lnTo>
                    <a:pt x="3538" y="855"/>
                  </a:lnTo>
                  <a:lnTo>
                    <a:pt x="3422" y="719"/>
                  </a:lnTo>
                  <a:lnTo>
                    <a:pt x="3305" y="583"/>
                  </a:lnTo>
                  <a:lnTo>
                    <a:pt x="3169" y="447"/>
                  </a:lnTo>
                  <a:lnTo>
                    <a:pt x="3014" y="331"/>
                  </a:lnTo>
                  <a:lnTo>
                    <a:pt x="2858" y="233"/>
                  </a:lnTo>
                  <a:lnTo>
                    <a:pt x="2683" y="156"/>
                  </a:lnTo>
                  <a:lnTo>
                    <a:pt x="2508" y="97"/>
                  </a:lnTo>
                  <a:lnTo>
                    <a:pt x="2333" y="39"/>
                  </a:lnTo>
                  <a:lnTo>
                    <a:pt x="2139" y="19"/>
                  </a:lnTo>
                  <a:lnTo>
                    <a:pt x="1925" y="0"/>
                  </a:lnTo>
                  <a:close/>
                </a:path>
              </a:pathLst>
            </a:custGeom>
            <a:solidFill>
              <a:srgbClr val="4B94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3" name="Google Shape;6343;p55"/>
            <p:cNvSpPr/>
            <p:nvPr/>
          </p:nvSpPr>
          <p:spPr>
            <a:xfrm>
              <a:off x="2561064" y="-284156"/>
              <a:ext cx="120084" cy="120074"/>
            </a:xfrm>
            <a:custGeom>
              <a:avLst/>
              <a:gdLst/>
              <a:ahLst/>
              <a:cxnLst/>
              <a:rect l="l" t="t" r="r" b="b"/>
              <a:pathLst>
                <a:path w="3869" h="3869" fill="none" extrusionOk="0">
                  <a:moveTo>
                    <a:pt x="3869" y="1944"/>
                  </a:moveTo>
                  <a:lnTo>
                    <a:pt x="3869" y="1944"/>
                  </a:lnTo>
                  <a:lnTo>
                    <a:pt x="3850" y="2139"/>
                  </a:lnTo>
                  <a:lnTo>
                    <a:pt x="3830" y="2333"/>
                  </a:lnTo>
                  <a:lnTo>
                    <a:pt x="3772" y="2508"/>
                  </a:lnTo>
                  <a:lnTo>
                    <a:pt x="3713" y="2683"/>
                  </a:lnTo>
                  <a:lnTo>
                    <a:pt x="3636" y="2858"/>
                  </a:lnTo>
                  <a:lnTo>
                    <a:pt x="3538" y="3013"/>
                  </a:lnTo>
                  <a:lnTo>
                    <a:pt x="3422" y="3169"/>
                  </a:lnTo>
                  <a:lnTo>
                    <a:pt x="3305" y="3305"/>
                  </a:lnTo>
                  <a:lnTo>
                    <a:pt x="3169" y="3422"/>
                  </a:lnTo>
                  <a:lnTo>
                    <a:pt x="3014" y="3538"/>
                  </a:lnTo>
                  <a:lnTo>
                    <a:pt x="2858" y="3635"/>
                  </a:lnTo>
                  <a:lnTo>
                    <a:pt x="2683" y="3713"/>
                  </a:lnTo>
                  <a:lnTo>
                    <a:pt x="2508" y="3791"/>
                  </a:lnTo>
                  <a:lnTo>
                    <a:pt x="2333" y="3830"/>
                  </a:lnTo>
                  <a:lnTo>
                    <a:pt x="2139" y="3869"/>
                  </a:lnTo>
                  <a:lnTo>
                    <a:pt x="1925" y="3869"/>
                  </a:lnTo>
                  <a:lnTo>
                    <a:pt x="1925" y="3869"/>
                  </a:lnTo>
                  <a:lnTo>
                    <a:pt x="1731" y="3869"/>
                  </a:lnTo>
                  <a:lnTo>
                    <a:pt x="1536" y="3830"/>
                  </a:lnTo>
                  <a:lnTo>
                    <a:pt x="1361" y="3791"/>
                  </a:lnTo>
                  <a:lnTo>
                    <a:pt x="1186" y="3713"/>
                  </a:lnTo>
                  <a:lnTo>
                    <a:pt x="1011" y="3635"/>
                  </a:lnTo>
                  <a:lnTo>
                    <a:pt x="856" y="3538"/>
                  </a:lnTo>
                  <a:lnTo>
                    <a:pt x="700" y="3422"/>
                  </a:lnTo>
                  <a:lnTo>
                    <a:pt x="564" y="3305"/>
                  </a:lnTo>
                  <a:lnTo>
                    <a:pt x="447" y="3169"/>
                  </a:lnTo>
                  <a:lnTo>
                    <a:pt x="331" y="3013"/>
                  </a:lnTo>
                  <a:lnTo>
                    <a:pt x="234" y="2858"/>
                  </a:lnTo>
                  <a:lnTo>
                    <a:pt x="156" y="2683"/>
                  </a:lnTo>
                  <a:lnTo>
                    <a:pt x="98" y="2508"/>
                  </a:lnTo>
                  <a:lnTo>
                    <a:pt x="39" y="2333"/>
                  </a:lnTo>
                  <a:lnTo>
                    <a:pt x="20" y="2139"/>
                  </a:lnTo>
                  <a:lnTo>
                    <a:pt x="0" y="1944"/>
                  </a:lnTo>
                  <a:lnTo>
                    <a:pt x="0" y="1944"/>
                  </a:lnTo>
                  <a:lnTo>
                    <a:pt x="20" y="1750"/>
                  </a:lnTo>
                  <a:lnTo>
                    <a:pt x="39" y="1555"/>
                  </a:lnTo>
                  <a:lnTo>
                    <a:pt x="98" y="1361"/>
                  </a:lnTo>
                  <a:lnTo>
                    <a:pt x="156" y="1186"/>
                  </a:lnTo>
                  <a:lnTo>
                    <a:pt x="234" y="1011"/>
                  </a:lnTo>
                  <a:lnTo>
                    <a:pt x="331" y="855"/>
                  </a:lnTo>
                  <a:lnTo>
                    <a:pt x="447" y="719"/>
                  </a:lnTo>
                  <a:lnTo>
                    <a:pt x="564" y="583"/>
                  </a:lnTo>
                  <a:lnTo>
                    <a:pt x="700" y="447"/>
                  </a:lnTo>
                  <a:lnTo>
                    <a:pt x="856" y="331"/>
                  </a:lnTo>
                  <a:lnTo>
                    <a:pt x="1011" y="233"/>
                  </a:lnTo>
                  <a:lnTo>
                    <a:pt x="1186" y="156"/>
                  </a:lnTo>
                  <a:lnTo>
                    <a:pt x="1361" y="97"/>
                  </a:lnTo>
                  <a:lnTo>
                    <a:pt x="1536" y="39"/>
                  </a:lnTo>
                  <a:lnTo>
                    <a:pt x="1731" y="19"/>
                  </a:lnTo>
                  <a:lnTo>
                    <a:pt x="1925" y="0"/>
                  </a:lnTo>
                  <a:lnTo>
                    <a:pt x="1925" y="0"/>
                  </a:lnTo>
                  <a:lnTo>
                    <a:pt x="2139" y="19"/>
                  </a:lnTo>
                  <a:lnTo>
                    <a:pt x="2333" y="39"/>
                  </a:lnTo>
                  <a:lnTo>
                    <a:pt x="2508" y="97"/>
                  </a:lnTo>
                  <a:lnTo>
                    <a:pt x="2683" y="156"/>
                  </a:lnTo>
                  <a:lnTo>
                    <a:pt x="2858" y="233"/>
                  </a:lnTo>
                  <a:lnTo>
                    <a:pt x="3014" y="331"/>
                  </a:lnTo>
                  <a:lnTo>
                    <a:pt x="3169" y="447"/>
                  </a:lnTo>
                  <a:lnTo>
                    <a:pt x="3305" y="583"/>
                  </a:lnTo>
                  <a:lnTo>
                    <a:pt x="3422" y="719"/>
                  </a:lnTo>
                  <a:lnTo>
                    <a:pt x="3538" y="855"/>
                  </a:lnTo>
                  <a:lnTo>
                    <a:pt x="3636" y="1011"/>
                  </a:lnTo>
                  <a:lnTo>
                    <a:pt x="3713" y="1186"/>
                  </a:lnTo>
                  <a:lnTo>
                    <a:pt x="3772" y="1361"/>
                  </a:lnTo>
                  <a:lnTo>
                    <a:pt x="3830" y="1555"/>
                  </a:lnTo>
                  <a:lnTo>
                    <a:pt x="3850" y="1750"/>
                  </a:lnTo>
                  <a:lnTo>
                    <a:pt x="3869" y="194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4" name="Google Shape;6344;p55"/>
            <p:cNvSpPr/>
            <p:nvPr/>
          </p:nvSpPr>
          <p:spPr>
            <a:xfrm>
              <a:off x="2585800" y="-259420"/>
              <a:ext cx="70610" cy="70605"/>
            </a:xfrm>
            <a:custGeom>
              <a:avLst/>
              <a:gdLst/>
              <a:ahLst/>
              <a:cxnLst/>
              <a:rect l="l" t="t" r="r" b="b"/>
              <a:pathLst>
                <a:path w="2275" h="2275" extrusionOk="0">
                  <a:moveTo>
                    <a:pt x="1011" y="0"/>
                  </a:moveTo>
                  <a:lnTo>
                    <a:pt x="914" y="20"/>
                  </a:lnTo>
                  <a:lnTo>
                    <a:pt x="700" y="97"/>
                  </a:lnTo>
                  <a:lnTo>
                    <a:pt x="506" y="195"/>
                  </a:lnTo>
                  <a:lnTo>
                    <a:pt x="331" y="331"/>
                  </a:lnTo>
                  <a:lnTo>
                    <a:pt x="195" y="506"/>
                  </a:lnTo>
                  <a:lnTo>
                    <a:pt x="78" y="700"/>
                  </a:lnTo>
                  <a:lnTo>
                    <a:pt x="20" y="914"/>
                  </a:lnTo>
                  <a:lnTo>
                    <a:pt x="0" y="1030"/>
                  </a:lnTo>
                  <a:lnTo>
                    <a:pt x="0" y="1147"/>
                  </a:lnTo>
                  <a:lnTo>
                    <a:pt x="0" y="1264"/>
                  </a:lnTo>
                  <a:lnTo>
                    <a:pt x="20" y="1380"/>
                  </a:lnTo>
                  <a:lnTo>
                    <a:pt x="78" y="1594"/>
                  </a:lnTo>
                  <a:lnTo>
                    <a:pt x="195" y="1789"/>
                  </a:lnTo>
                  <a:lnTo>
                    <a:pt x="331" y="1944"/>
                  </a:lnTo>
                  <a:lnTo>
                    <a:pt x="506" y="2080"/>
                  </a:lnTo>
                  <a:lnTo>
                    <a:pt x="700" y="2197"/>
                  </a:lnTo>
                  <a:lnTo>
                    <a:pt x="914" y="2255"/>
                  </a:lnTo>
                  <a:lnTo>
                    <a:pt x="1011" y="2275"/>
                  </a:lnTo>
                  <a:lnTo>
                    <a:pt x="1245" y="2275"/>
                  </a:lnTo>
                  <a:lnTo>
                    <a:pt x="1361" y="2255"/>
                  </a:lnTo>
                  <a:lnTo>
                    <a:pt x="1575" y="2197"/>
                  </a:lnTo>
                  <a:lnTo>
                    <a:pt x="1769" y="2080"/>
                  </a:lnTo>
                  <a:lnTo>
                    <a:pt x="1944" y="1944"/>
                  </a:lnTo>
                  <a:lnTo>
                    <a:pt x="2081" y="1789"/>
                  </a:lnTo>
                  <a:lnTo>
                    <a:pt x="2197" y="1594"/>
                  </a:lnTo>
                  <a:lnTo>
                    <a:pt x="2255" y="1380"/>
                  </a:lnTo>
                  <a:lnTo>
                    <a:pt x="2275" y="1264"/>
                  </a:lnTo>
                  <a:lnTo>
                    <a:pt x="2275" y="1147"/>
                  </a:lnTo>
                  <a:lnTo>
                    <a:pt x="2275" y="1030"/>
                  </a:lnTo>
                  <a:lnTo>
                    <a:pt x="2255" y="914"/>
                  </a:lnTo>
                  <a:lnTo>
                    <a:pt x="2197" y="700"/>
                  </a:lnTo>
                  <a:lnTo>
                    <a:pt x="2081" y="506"/>
                  </a:lnTo>
                  <a:lnTo>
                    <a:pt x="1944" y="331"/>
                  </a:lnTo>
                  <a:lnTo>
                    <a:pt x="1769" y="195"/>
                  </a:lnTo>
                  <a:lnTo>
                    <a:pt x="1575" y="97"/>
                  </a:lnTo>
                  <a:lnTo>
                    <a:pt x="1361" y="20"/>
                  </a:lnTo>
                  <a:lnTo>
                    <a:pt x="1245" y="0"/>
                  </a:lnTo>
                  <a:close/>
                </a:path>
              </a:pathLst>
            </a:custGeom>
            <a:solidFill>
              <a:srgbClr val="4B94D8"/>
            </a:solidFill>
            <a:ln>
              <a:solidFill>
                <a:srgbClr val="4B94D8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5" name="Google Shape;6345;p55"/>
            <p:cNvSpPr/>
            <p:nvPr/>
          </p:nvSpPr>
          <p:spPr>
            <a:xfrm>
              <a:off x="2585800" y="-259420"/>
              <a:ext cx="70610" cy="70605"/>
            </a:xfrm>
            <a:custGeom>
              <a:avLst/>
              <a:gdLst/>
              <a:ahLst/>
              <a:cxnLst/>
              <a:rect l="l" t="t" r="r" b="b"/>
              <a:pathLst>
                <a:path w="2275" h="2275" fill="none" extrusionOk="0">
                  <a:moveTo>
                    <a:pt x="1128" y="0"/>
                  </a:moveTo>
                  <a:lnTo>
                    <a:pt x="1128" y="0"/>
                  </a:lnTo>
                  <a:lnTo>
                    <a:pt x="1011" y="0"/>
                  </a:lnTo>
                  <a:lnTo>
                    <a:pt x="914" y="20"/>
                  </a:lnTo>
                  <a:lnTo>
                    <a:pt x="700" y="97"/>
                  </a:lnTo>
                  <a:lnTo>
                    <a:pt x="506" y="195"/>
                  </a:lnTo>
                  <a:lnTo>
                    <a:pt x="331" y="331"/>
                  </a:lnTo>
                  <a:lnTo>
                    <a:pt x="195" y="506"/>
                  </a:lnTo>
                  <a:lnTo>
                    <a:pt x="78" y="700"/>
                  </a:lnTo>
                  <a:lnTo>
                    <a:pt x="20" y="914"/>
                  </a:lnTo>
                  <a:lnTo>
                    <a:pt x="0" y="1030"/>
                  </a:lnTo>
                  <a:lnTo>
                    <a:pt x="0" y="1147"/>
                  </a:lnTo>
                  <a:lnTo>
                    <a:pt x="0" y="1147"/>
                  </a:lnTo>
                  <a:lnTo>
                    <a:pt x="0" y="1264"/>
                  </a:lnTo>
                  <a:lnTo>
                    <a:pt x="20" y="1380"/>
                  </a:lnTo>
                  <a:lnTo>
                    <a:pt x="78" y="1594"/>
                  </a:lnTo>
                  <a:lnTo>
                    <a:pt x="195" y="1789"/>
                  </a:lnTo>
                  <a:lnTo>
                    <a:pt x="331" y="1944"/>
                  </a:lnTo>
                  <a:lnTo>
                    <a:pt x="506" y="2080"/>
                  </a:lnTo>
                  <a:lnTo>
                    <a:pt x="700" y="2197"/>
                  </a:lnTo>
                  <a:lnTo>
                    <a:pt x="914" y="2255"/>
                  </a:lnTo>
                  <a:lnTo>
                    <a:pt x="1011" y="2275"/>
                  </a:lnTo>
                  <a:lnTo>
                    <a:pt x="1128" y="2275"/>
                  </a:lnTo>
                  <a:lnTo>
                    <a:pt x="1128" y="2275"/>
                  </a:lnTo>
                  <a:lnTo>
                    <a:pt x="1245" y="2275"/>
                  </a:lnTo>
                  <a:lnTo>
                    <a:pt x="1361" y="2255"/>
                  </a:lnTo>
                  <a:lnTo>
                    <a:pt x="1575" y="2197"/>
                  </a:lnTo>
                  <a:lnTo>
                    <a:pt x="1769" y="2080"/>
                  </a:lnTo>
                  <a:lnTo>
                    <a:pt x="1944" y="1944"/>
                  </a:lnTo>
                  <a:lnTo>
                    <a:pt x="2081" y="1789"/>
                  </a:lnTo>
                  <a:lnTo>
                    <a:pt x="2197" y="1594"/>
                  </a:lnTo>
                  <a:lnTo>
                    <a:pt x="2255" y="1380"/>
                  </a:lnTo>
                  <a:lnTo>
                    <a:pt x="2275" y="1264"/>
                  </a:lnTo>
                  <a:lnTo>
                    <a:pt x="2275" y="1147"/>
                  </a:lnTo>
                  <a:lnTo>
                    <a:pt x="2275" y="1147"/>
                  </a:lnTo>
                  <a:lnTo>
                    <a:pt x="2275" y="1030"/>
                  </a:lnTo>
                  <a:lnTo>
                    <a:pt x="2255" y="914"/>
                  </a:lnTo>
                  <a:lnTo>
                    <a:pt x="2197" y="700"/>
                  </a:lnTo>
                  <a:lnTo>
                    <a:pt x="2081" y="506"/>
                  </a:lnTo>
                  <a:lnTo>
                    <a:pt x="1944" y="331"/>
                  </a:lnTo>
                  <a:lnTo>
                    <a:pt x="1769" y="195"/>
                  </a:lnTo>
                  <a:lnTo>
                    <a:pt x="1575" y="97"/>
                  </a:lnTo>
                  <a:lnTo>
                    <a:pt x="1361" y="20"/>
                  </a:lnTo>
                  <a:lnTo>
                    <a:pt x="1245" y="0"/>
                  </a:lnTo>
                  <a:lnTo>
                    <a:pt x="112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6" name="Google Shape;6346;p55"/>
            <p:cNvSpPr/>
            <p:nvPr/>
          </p:nvSpPr>
          <p:spPr>
            <a:xfrm>
              <a:off x="3468506" y="-377699"/>
              <a:ext cx="1055958" cy="182238"/>
            </a:xfrm>
            <a:custGeom>
              <a:avLst/>
              <a:gdLst/>
              <a:ahLst/>
              <a:cxnLst/>
              <a:rect l="l" t="t" r="r" b="b"/>
              <a:pathLst>
                <a:path w="34022" h="5872" extrusionOk="0">
                  <a:moveTo>
                    <a:pt x="33497" y="1"/>
                  </a:moveTo>
                  <a:lnTo>
                    <a:pt x="33419" y="20"/>
                  </a:lnTo>
                  <a:lnTo>
                    <a:pt x="33361" y="59"/>
                  </a:lnTo>
                  <a:lnTo>
                    <a:pt x="33283" y="98"/>
                  </a:lnTo>
                  <a:lnTo>
                    <a:pt x="33225" y="156"/>
                  </a:lnTo>
                  <a:lnTo>
                    <a:pt x="33030" y="351"/>
                  </a:lnTo>
                  <a:lnTo>
                    <a:pt x="32817" y="526"/>
                  </a:lnTo>
                  <a:lnTo>
                    <a:pt x="32603" y="662"/>
                  </a:lnTo>
                  <a:lnTo>
                    <a:pt x="32369" y="798"/>
                  </a:lnTo>
                  <a:lnTo>
                    <a:pt x="32117" y="895"/>
                  </a:lnTo>
                  <a:lnTo>
                    <a:pt x="31864" y="973"/>
                  </a:lnTo>
                  <a:lnTo>
                    <a:pt x="31611" y="1012"/>
                  </a:lnTo>
                  <a:lnTo>
                    <a:pt x="31339" y="1031"/>
                  </a:lnTo>
                  <a:lnTo>
                    <a:pt x="623" y="1848"/>
                  </a:lnTo>
                  <a:lnTo>
                    <a:pt x="1" y="5872"/>
                  </a:lnTo>
                  <a:lnTo>
                    <a:pt x="1" y="5872"/>
                  </a:lnTo>
                  <a:lnTo>
                    <a:pt x="1848" y="5736"/>
                  </a:lnTo>
                  <a:lnTo>
                    <a:pt x="3870" y="5541"/>
                  </a:lnTo>
                  <a:lnTo>
                    <a:pt x="6027" y="5327"/>
                  </a:lnTo>
                  <a:lnTo>
                    <a:pt x="8283" y="5094"/>
                  </a:lnTo>
                  <a:lnTo>
                    <a:pt x="12987" y="4589"/>
                  </a:lnTo>
                  <a:lnTo>
                    <a:pt x="17731" y="4044"/>
                  </a:lnTo>
                  <a:lnTo>
                    <a:pt x="22280" y="3500"/>
                  </a:lnTo>
                  <a:lnTo>
                    <a:pt x="26382" y="2995"/>
                  </a:lnTo>
                  <a:lnTo>
                    <a:pt x="32253" y="2236"/>
                  </a:lnTo>
                  <a:lnTo>
                    <a:pt x="32408" y="2217"/>
                  </a:lnTo>
                  <a:lnTo>
                    <a:pt x="32544" y="2178"/>
                  </a:lnTo>
                  <a:lnTo>
                    <a:pt x="32836" y="2081"/>
                  </a:lnTo>
                  <a:lnTo>
                    <a:pt x="33108" y="1925"/>
                  </a:lnTo>
                  <a:lnTo>
                    <a:pt x="33341" y="1750"/>
                  </a:lnTo>
                  <a:lnTo>
                    <a:pt x="33555" y="1537"/>
                  </a:lnTo>
                  <a:lnTo>
                    <a:pt x="33730" y="1284"/>
                  </a:lnTo>
                  <a:lnTo>
                    <a:pt x="33886" y="1012"/>
                  </a:lnTo>
                  <a:lnTo>
                    <a:pt x="33944" y="856"/>
                  </a:lnTo>
                  <a:lnTo>
                    <a:pt x="33983" y="720"/>
                  </a:lnTo>
                  <a:lnTo>
                    <a:pt x="34022" y="584"/>
                  </a:lnTo>
                  <a:lnTo>
                    <a:pt x="34022" y="506"/>
                  </a:lnTo>
                  <a:lnTo>
                    <a:pt x="34022" y="409"/>
                  </a:lnTo>
                  <a:lnTo>
                    <a:pt x="34002" y="331"/>
                  </a:lnTo>
                  <a:lnTo>
                    <a:pt x="33983" y="273"/>
                  </a:lnTo>
                  <a:lnTo>
                    <a:pt x="33944" y="195"/>
                  </a:lnTo>
                  <a:lnTo>
                    <a:pt x="33905" y="156"/>
                  </a:lnTo>
                  <a:lnTo>
                    <a:pt x="33789" y="59"/>
                  </a:lnTo>
                  <a:lnTo>
                    <a:pt x="33653" y="20"/>
                  </a:lnTo>
                  <a:lnTo>
                    <a:pt x="335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7" name="Google Shape;6347;p55"/>
            <p:cNvSpPr/>
            <p:nvPr/>
          </p:nvSpPr>
          <p:spPr>
            <a:xfrm>
              <a:off x="3468506" y="-377699"/>
              <a:ext cx="1055958" cy="182238"/>
            </a:xfrm>
            <a:custGeom>
              <a:avLst/>
              <a:gdLst/>
              <a:ahLst/>
              <a:cxnLst/>
              <a:rect l="l" t="t" r="r" b="b"/>
              <a:pathLst>
                <a:path w="34022" h="5872" fill="none" extrusionOk="0">
                  <a:moveTo>
                    <a:pt x="623" y="1848"/>
                  </a:moveTo>
                  <a:lnTo>
                    <a:pt x="31339" y="1031"/>
                  </a:lnTo>
                  <a:lnTo>
                    <a:pt x="31339" y="1031"/>
                  </a:lnTo>
                  <a:lnTo>
                    <a:pt x="31611" y="1012"/>
                  </a:lnTo>
                  <a:lnTo>
                    <a:pt x="31864" y="973"/>
                  </a:lnTo>
                  <a:lnTo>
                    <a:pt x="32117" y="895"/>
                  </a:lnTo>
                  <a:lnTo>
                    <a:pt x="32369" y="798"/>
                  </a:lnTo>
                  <a:lnTo>
                    <a:pt x="32603" y="662"/>
                  </a:lnTo>
                  <a:lnTo>
                    <a:pt x="32817" y="526"/>
                  </a:lnTo>
                  <a:lnTo>
                    <a:pt x="33030" y="351"/>
                  </a:lnTo>
                  <a:lnTo>
                    <a:pt x="33225" y="156"/>
                  </a:lnTo>
                  <a:lnTo>
                    <a:pt x="33225" y="156"/>
                  </a:lnTo>
                  <a:lnTo>
                    <a:pt x="33283" y="98"/>
                  </a:lnTo>
                  <a:lnTo>
                    <a:pt x="33361" y="59"/>
                  </a:lnTo>
                  <a:lnTo>
                    <a:pt x="33419" y="20"/>
                  </a:lnTo>
                  <a:lnTo>
                    <a:pt x="33497" y="1"/>
                  </a:lnTo>
                  <a:lnTo>
                    <a:pt x="33575" y="1"/>
                  </a:lnTo>
                  <a:lnTo>
                    <a:pt x="33653" y="20"/>
                  </a:lnTo>
                  <a:lnTo>
                    <a:pt x="33789" y="59"/>
                  </a:lnTo>
                  <a:lnTo>
                    <a:pt x="33905" y="156"/>
                  </a:lnTo>
                  <a:lnTo>
                    <a:pt x="33944" y="195"/>
                  </a:lnTo>
                  <a:lnTo>
                    <a:pt x="33983" y="273"/>
                  </a:lnTo>
                  <a:lnTo>
                    <a:pt x="34002" y="331"/>
                  </a:lnTo>
                  <a:lnTo>
                    <a:pt x="34022" y="409"/>
                  </a:lnTo>
                  <a:lnTo>
                    <a:pt x="34022" y="506"/>
                  </a:lnTo>
                  <a:lnTo>
                    <a:pt x="34022" y="584"/>
                  </a:lnTo>
                  <a:lnTo>
                    <a:pt x="33983" y="720"/>
                  </a:lnTo>
                  <a:lnTo>
                    <a:pt x="33983" y="720"/>
                  </a:lnTo>
                  <a:lnTo>
                    <a:pt x="33944" y="856"/>
                  </a:lnTo>
                  <a:lnTo>
                    <a:pt x="33886" y="1012"/>
                  </a:lnTo>
                  <a:lnTo>
                    <a:pt x="33730" y="1284"/>
                  </a:lnTo>
                  <a:lnTo>
                    <a:pt x="33555" y="1537"/>
                  </a:lnTo>
                  <a:lnTo>
                    <a:pt x="33341" y="1750"/>
                  </a:lnTo>
                  <a:lnTo>
                    <a:pt x="33108" y="1925"/>
                  </a:lnTo>
                  <a:lnTo>
                    <a:pt x="32836" y="2081"/>
                  </a:lnTo>
                  <a:lnTo>
                    <a:pt x="32544" y="2178"/>
                  </a:lnTo>
                  <a:lnTo>
                    <a:pt x="32408" y="2217"/>
                  </a:lnTo>
                  <a:lnTo>
                    <a:pt x="32253" y="2236"/>
                  </a:lnTo>
                  <a:lnTo>
                    <a:pt x="32253" y="2236"/>
                  </a:lnTo>
                  <a:lnTo>
                    <a:pt x="26382" y="2995"/>
                  </a:lnTo>
                  <a:lnTo>
                    <a:pt x="22280" y="3500"/>
                  </a:lnTo>
                  <a:lnTo>
                    <a:pt x="17731" y="4044"/>
                  </a:lnTo>
                  <a:lnTo>
                    <a:pt x="12987" y="4589"/>
                  </a:lnTo>
                  <a:lnTo>
                    <a:pt x="8283" y="5094"/>
                  </a:lnTo>
                  <a:lnTo>
                    <a:pt x="6027" y="5327"/>
                  </a:lnTo>
                  <a:lnTo>
                    <a:pt x="3870" y="5541"/>
                  </a:lnTo>
                  <a:lnTo>
                    <a:pt x="1848" y="5736"/>
                  </a:lnTo>
                  <a:lnTo>
                    <a:pt x="1" y="5872"/>
                  </a:lnTo>
                  <a:lnTo>
                    <a:pt x="623" y="18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8" name="Google Shape;6348;p55"/>
            <p:cNvSpPr/>
            <p:nvPr/>
          </p:nvSpPr>
          <p:spPr>
            <a:xfrm>
              <a:off x="3468506" y="-342690"/>
              <a:ext cx="858652" cy="147230"/>
            </a:xfrm>
            <a:custGeom>
              <a:avLst/>
              <a:gdLst/>
              <a:ahLst/>
              <a:cxnLst/>
              <a:rect l="l" t="t" r="r" b="b"/>
              <a:pathLst>
                <a:path w="27665" h="4744" extrusionOk="0">
                  <a:moveTo>
                    <a:pt x="27665" y="0"/>
                  </a:moveTo>
                  <a:lnTo>
                    <a:pt x="623" y="720"/>
                  </a:lnTo>
                  <a:lnTo>
                    <a:pt x="1" y="4744"/>
                  </a:lnTo>
                  <a:lnTo>
                    <a:pt x="1" y="4744"/>
                  </a:lnTo>
                  <a:lnTo>
                    <a:pt x="312" y="4724"/>
                  </a:lnTo>
                  <a:lnTo>
                    <a:pt x="623" y="1925"/>
                  </a:lnTo>
                  <a:lnTo>
                    <a:pt x="2766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9" name="Google Shape;6349;p55"/>
            <p:cNvSpPr/>
            <p:nvPr/>
          </p:nvSpPr>
          <p:spPr>
            <a:xfrm>
              <a:off x="3468506" y="-342690"/>
              <a:ext cx="858652" cy="147230"/>
            </a:xfrm>
            <a:custGeom>
              <a:avLst/>
              <a:gdLst/>
              <a:ahLst/>
              <a:cxnLst/>
              <a:rect l="l" t="t" r="r" b="b"/>
              <a:pathLst>
                <a:path w="27665" h="4744" fill="none" extrusionOk="0">
                  <a:moveTo>
                    <a:pt x="312" y="4724"/>
                  </a:moveTo>
                  <a:lnTo>
                    <a:pt x="312" y="4724"/>
                  </a:lnTo>
                  <a:lnTo>
                    <a:pt x="1" y="4744"/>
                  </a:lnTo>
                  <a:lnTo>
                    <a:pt x="623" y="720"/>
                  </a:lnTo>
                  <a:lnTo>
                    <a:pt x="27665" y="0"/>
                  </a:lnTo>
                  <a:lnTo>
                    <a:pt x="623" y="1925"/>
                  </a:lnTo>
                  <a:lnTo>
                    <a:pt x="312" y="47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0" name="Google Shape;6350;p55"/>
            <p:cNvSpPr/>
            <p:nvPr/>
          </p:nvSpPr>
          <p:spPr>
            <a:xfrm>
              <a:off x="3528840" y="-290208"/>
              <a:ext cx="62199" cy="89939"/>
            </a:xfrm>
            <a:custGeom>
              <a:avLst/>
              <a:gdLst/>
              <a:ahLst/>
              <a:cxnLst/>
              <a:rect l="l" t="t" r="r" b="b"/>
              <a:pathLst>
                <a:path w="2004" h="2898" extrusionOk="0">
                  <a:moveTo>
                    <a:pt x="2003" y="1"/>
                  </a:moveTo>
                  <a:lnTo>
                    <a:pt x="1012" y="78"/>
                  </a:lnTo>
                  <a:lnTo>
                    <a:pt x="954" y="448"/>
                  </a:lnTo>
                  <a:lnTo>
                    <a:pt x="876" y="817"/>
                  </a:lnTo>
                  <a:lnTo>
                    <a:pt x="759" y="1187"/>
                  </a:lnTo>
                  <a:lnTo>
                    <a:pt x="643" y="1536"/>
                  </a:lnTo>
                  <a:lnTo>
                    <a:pt x="506" y="1886"/>
                  </a:lnTo>
                  <a:lnTo>
                    <a:pt x="351" y="2236"/>
                  </a:lnTo>
                  <a:lnTo>
                    <a:pt x="195" y="2567"/>
                  </a:lnTo>
                  <a:lnTo>
                    <a:pt x="1" y="2897"/>
                  </a:lnTo>
                  <a:lnTo>
                    <a:pt x="1" y="2897"/>
                  </a:lnTo>
                  <a:lnTo>
                    <a:pt x="1031" y="2800"/>
                  </a:lnTo>
                  <a:lnTo>
                    <a:pt x="1206" y="2489"/>
                  </a:lnTo>
                  <a:lnTo>
                    <a:pt x="1381" y="2159"/>
                  </a:lnTo>
                  <a:lnTo>
                    <a:pt x="1517" y="1809"/>
                  </a:lnTo>
                  <a:lnTo>
                    <a:pt x="1653" y="1459"/>
                  </a:lnTo>
                  <a:lnTo>
                    <a:pt x="1770" y="1109"/>
                  </a:lnTo>
                  <a:lnTo>
                    <a:pt x="1867" y="739"/>
                  </a:lnTo>
                  <a:lnTo>
                    <a:pt x="1945" y="37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1" name="Google Shape;6351;p55"/>
            <p:cNvSpPr/>
            <p:nvPr/>
          </p:nvSpPr>
          <p:spPr>
            <a:xfrm>
              <a:off x="3528840" y="-290208"/>
              <a:ext cx="62199" cy="89939"/>
            </a:xfrm>
            <a:custGeom>
              <a:avLst/>
              <a:gdLst/>
              <a:ahLst/>
              <a:cxnLst/>
              <a:rect l="l" t="t" r="r" b="b"/>
              <a:pathLst>
                <a:path w="2004" h="2898" fill="none" extrusionOk="0">
                  <a:moveTo>
                    <a:pt x="2003" y="1"/>
                  </a:moveTo>
                  <a:lnTo>
                    <a:pt x="1012" y="78"/>
                  </a:lnTo>
                  <a:lnTo>
                    <a:pt x="1012" y="78"/>
                  </a:lnTo>
                  <a:lnTo>
                    <a:pt x="954" y="448"/>
                  </a:lnTo>
                  <a:lnTo>
                    <a:pt x="876" y="817"/>
                  </a:lnTo>
                  <a:lnTo>
                    <a:pt x="759" y="1187"/>
                  </a:lnTo>
                  <a:lnTo>
                    <a:pt x="643" y="1536"/>
                  </a:lnTo>
                  <a:lnTo>
                    <a:pt x="506" y="1886"/>
                  </a:lnTo>
                  <a:lnTo>
                    <a:pt x="351" y="2236"/>
                  </a:lnTo>
                  <a:lnTo>
                    <a:pt x="195" y="2567"/>
                  </a:lnTo>
                  <a:lnTo>
                    <a:pt x="1" y="2897"/>
                  </a:lnTo>
                  <a:lnTo>
                    <a:pt x="1" y="2897"/>
                  </a:lnTo>
                  <a:lnTo>
                    <a:pt x="1031" y="2800"/>
                  </a:lnTo>
                  <a:lnTo>
                    <a:pt x="1031" y="2800"/>
                  </a:lnTo>
                  <a:lnTo>
                    <a:pt x="1206" y="2489"/>
                  </a:lnTo>
                  <a:lnTo>
                    <a:pt x="1381" y="2159"/>
                  </a:lnTo>
                  <a:lnTo>
                    <a:pt x="1517" y="1809"/>
                  </a:lnTo>
                  <a:lnTo>
                    <a:pt x="1653" y="1459"/>
                  </a:lnTo>
                  <a:lnTo>
                    <a:pt x="1770" y="1109"/>
                  </a:lnTo>
                  <a:lnTo>
                    <a:pt x="1867" y="739"/>
                  </a:lnTo>
                  <a:lnTo>
                    <a:pt x="1945" y="370"/>
                  </a:lnTo>
                  <a:lnTo>
                    <a:pt x="200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2" name="Google Shape;6352;p55"/>
            <p:cNvSpPr/>
            <p:nvPr/>
          </p:nvSpPr>
          <p:spPr>
            <a:xfrm>
              <a:off x="3560218" y="-323386"/>
              <a:ext cx="33241" cy="35628"/>
            </a:xfrm>
            <a:custGeom>
              <a:avLst/>
              <a:gdLst/>
              <a:ahLst/>
              <a:cxnLst/>
              <a:rect l="l" t="t" r="r" b="b"/>
              <a:pathLst>
                <a:path w="1071" h="1148" extrusionOk="0">
                  <a:moveTo>
                    <a:pt x="1070" y="0"/>
                  </a:moveTo>
                  <a:lnTo>
                    <a:pt x="98" y="20"/>
                  </a:lnTo>
                  <a:lnTo>
                    <a:pt x="98" y="39"/>
                  </a:lnTo>
                  <a:lnTo>
                    <a:pt x="79" y="584"/>
                  </a:lnTo>
                  <a:lnTo>
                    <a:pt x="1" y="1147"/>
                  </a:lnTo>
                  <a:lnTo>
                    <a:pt x="992" y="1070"/>
                  </a:lnTo>
                  <a:lnTo>
                    <a:pt x="1051" y="545"/>
                  </a:lnTo>
                  <a:lnTo>
                    <a:pt x="1070" y="39"/>
                  </a:lnTo>
                  <a:lnTo>
                    <a:pt x="107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3" name="Google Shape;6353;p55"/>
            <p:cNvSpPr/>
            <p:nvPr/>
          </p:nvSpPr>
          <p:spPr>
            <a:xfrm>
              <a:off x="3560218" y="-323386"/>
              <a:ext cx="33241" cy="35628"/>
            </a:xfrm>
            <a:custGeom>
              <a:avLst/>
              <a:gdLst/>
              <a:ahLst/>
              <a:cxnLst/>
              <a:rect l="l" t="t" r="r" b="b"/>
              <a:pathLst>
                <a:path w="1071" h="1148" fill="none" extrusionOk="0">
                  <a:moveTo>
                    <a:pt x="1070" y="0"/>
                  </a:moveTo>
                  <a:lnTo>
                    <a:pt x="98" y="20"/>
                  </a:lnTo>
                  <a:lnTo>
                    <a:pt x="98" y="20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79" y="584"/>
                  </a:lnTo>
                  <a:lnTo>
                    <a:pt x="1" y="1147"/>
                  </a:lnTo>
                  <a:lnTo>
                    <a:pt x="992" y="1070"/>
                  </a:lnTo>
                  <a:lnTo>
                    <a:pt x="992" y="1070"/>
                  </a:lnTo>
                  <a:lnTo>
                    <a:pt x="1051" y="545"/>
                  </a:lnTo>
                  <a:lnTo>
                    <a:pt x="1070" y="39"/>
                  </a:lnTo>
                  <a:lnTo>
                    <a:pt x="1070" y="39"/>
                  </a:lnTo>
                  <a:lnTo>
                    <a:pt x="107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4" name="Google Shape;6354;p55"/>
            <p:cNvSpPr/>
            <p:nvPr/>
          </p:nvSpPr>
          <p:spPr>
            <a:xfrm>
              <a:off x="3632626" y="-301071"/>
              <a:ext cx="110462" cy="91150"/>
            </a:xfrm>
            <a:custGeom>
              <a:avLst/>
              <a:gdLst/>
              <a:ahLst/>
              <a:cxnLst/>
              <a:rect l="l" t="t" r="r" b="b"/>
              <a:pathLst>
                <a:path w="3559" h="2937" extrusionOk="0">
                  <a:moveTo>
                    <a:pt x="3558" y="1"/>
                  </a:moveTo>
                  <a:lnTo>
                    <a:pt x="3053" y="40"/>
                  </a:lnTo>
                  <a:lnTo>
                    <a:pt x="2761" y="98"/>
                  </a:lnTo>
                  <a:lnTo>
                    <a:pt x="2489" y="176"/>
                  </a:lnTo>
                  <a:lnTo>
                    <a:pt x="2236" y="273"/>
                  </a:lnTo>
                  <a:lnTo>
                    <a:pt x="1984" y="390"/>
                  </a:lnTo>
                  <a:lnTo>
                    <a:pt x="1731" y="526"/>
                  </a:lnTo>
                  <a:lnTo>
                    <a:pt x="1498" y="681"/>
                  </a:lnTo>
                  <a:lnTo>
                    <a:pt x="1284" y="837"/>
                  </a:lnTo>
                  <a:lnTo>
                    <a:pt x="1070" y="1031"/>
                  </a:lnTo>
                  <a:lnTo>
                    <a:pt x="876" y="1225"/>
                  </a:lnTo>
                  <a:lnTo>
                    <a:pt x="701" y="1439"/>
                  </a:lnTo>
                  <a:lnTo>
                    <a:pt x="545" y="1653"/>
                  </a:lnTo>
                  <a:lnTo>
                    <a:pt x="390" y="1886"/>
                  </a:lnTo>
                  <a:lnTo>
                    <a:pt x="273" y="2139"/>
                  </a:lnTo>
                  <a:lnTo>
                    <a:pt x="156" y="2392"/>
                  </a:lnTo>
                  <a:lnTo>
                    <a:pt x="79" y="2664"/>
                  </a:lnTo>
                  <a:lnTo>
                    <a:pt x="1" y="2936"/>
                  </a:lnTo>
                  <a:lnTo>
                    <a:pt x="487" y="2897"/>
                  </a:lnTo>
                  <a:lnTo>
                    <a:pt x="545" y="2606"/>
                  </a:lnTo>
                  <a:lnTo>
                    <a:pt x="623" y="2334"/>
                  </a:lnTo>
                  <a:lnTo>
                    <a:pt x="720" y="2061"/>
                  </a:lnTo>
                  <a:lnTo>
                    <a:pt x="837" y="1809"/>
                  </a:lnTo>
                  <a:lnTo>
                    <a:pt x="973" y="1556"/>
                  </a:lnTo>
                  <a:lnTo>
                    <a:pt x="1148" y="1342"/>
                  </a:lnTo>
                  <a:lnTo>
                    <a:pt x="1323" y="1128"/>
                  </a:lnTo>
                  <a:lnTo>
                    <a:pt x="1517" y="914"/>
                  </a:lnTo>
                  <a:lnTo>
                    <a:pt x="1731" y="739"/>
                  </a:lnTo>
                  <a:lnTo>
                    <a:pt x="1964" y="564"/>
                  </a:lnTo>
                  <a:lnTo>
                    <a:pt x="2198" y="428"/>
                  </a:lnTo>
                  <a:lnTo>
                    <a:pt x="2450" y="292"/>
                  </a:lnTo>
                  <a:lnTo>
                    <a:pt x="2703" y="195"/>
                  </a:lnTo>
                  <a:lnTo>
                    <a:pt x="2975" y="98"/>
                  </a:lnTo>
                  <a:lnTo>
                    <a:pt x="3267" y="40"/>
                  </a:lnTo>
                  <a:lnTo>
                    <a:pt x="3558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5" name="Google Shape;6355;p55"/>
            <p:cNvSpPr/>
            <p:nvPr/>
          </p:nvSpPr>
          <p:spPr>
            <a:xfrm>
              <a:off x="3632626" y="-301071"/>
              <a:ext cx="110462" cy="91150"/>
            </a:xfrm>
            <a:custGeom>
              <a:avLst/>
              <a:gdLst/>
              <a:ahLst/>
              <a:cxnLst/>
              <a:rect l="l" t="t" r="r" b="b"/>
              <a:pathLst>
                <a:path w="3559" h="2937" fill="none" extrusionOk="0">
                  <a:moveTo>
                    <a:pt x="3558" y="1"/>
                  </a:moveTo>
                  <a:lnTo>
                    <a:pt x="3053" y="40"/>
                  </a:lnTo>
                  <a:lnTo>
                    <a:pt x="3053" y="40"/>
                  </a:lnTo>
                  <a:lnTo>
                    <a:pt x="2761" y="98"/>
                  </a:lnTo>
                  <a:lnTo>
                    <a:pt x="2489" y="176"/>
                  </a:lnTo>
                  <a:lnTo>
                    <a:pt x="2236" y="273"/>
                  </a:lnTo>
                  <a:lnTo>
                    <a:pt x="1984" y="390"/>
                  </a:lnTo>
                  <a:lnTo>
                    <a:pt x="1731" y="526"/>
                  </a:lnTo>
                  <a:lnTo>
                    <a:pt x="1498" y="681"/>
                  </a:lnTo>
                  <a:lnTo>
                    <a:pt x="1284" y="837"/>
                  </a:lnTo>
                  <a:lnTo>
                    <a:pt x="1070" y="1031"/>
                  </a:lnTo>
                  <a:lnTo>
                    <a:pt x="876" y="1225"/>
                  </a:lnTo>
                  <a:lnTo>
                    <a:pt x="701" y="1439"/>
                  </a:lnTo>
                  <a:lnTo>
                    <a:pt x="545" y="1653"/>
                  </a:lnTo>
                  <a:lnTo>
                    <a:pt x="390" y="1886"/>
                  </a:lnTo>
                  <a:lnTo>
                    <a:pt x="273" y="2139"/>
                  </a:lnTo>
                  <a:lnTo>
                    <a:pt x="156" y="2392"/>
                  </a:lnTo>
                  <a:lnTo>
                    <a:pt x="79" y="2664"/>
                  </a:lnTo>
                  <a:lnTo>
                    <a:pt x="1" y="2936"/>
                  </a:lnTo>
                  <a:lnTo>
                    <a:pt x="1" y="2936"/>
                  </a:lnTo>
                  <a:lnTo>
                    <a:pt x="487" y="2897"/>
                  </a:lnTo>
                  <a:lnTo>
                    <a:pt x="487" y="2897"/>
                  </a:lnTo>
                  <a:lnTo>
                    <a:pt x="545" y="2606"/>
                  </a:lnTo>
                  <a:lnTo>
                    <a:pt x="623" y="2334"/>
                  </a:lnTo>
                  <a:lnTo>
                    <a:pt x="720" y="2061"/>
                  </a:lnTo>
                  <a:lnTo>
                    <a:pt x="837" y="1809"/>
                  </a:lnTo>
                  <a:lnTo>
                    <a:pt x="973" y="1556"/>
                  </a:lnTo>
                  <a:lnTo>
                    <a:pt x="1148" y="1342"/>
                  </a:lnTo>
                  <a:lnTo>
                    <a:pt x="1323" y="1128"/>
                  </a:lnTo>
                  <a:lnTo>
                    <a:pt x="1517" y="914"/>
                  </a:lnTo>
                  <a:lnTo>
                    <a:pt x="1731" y="739"/>
                  </a:lnTo>
                  <a:lnTo>
                    <a:pt x="1964" y="564"/>
                  </a:lnTo>
                  <a:lnTo>
                    <a:pt x="2198" y="428"/>
                  </a:lnTo>
                  <a:lnTo>
                    <a:pt x="2450" y="292"/>
                  </a:lnTo>
                  <a:lnTo>
                    <a:pt x="2703" y="195"/>
                  </a:lnTo>
                  <a:lnTo>
                    <a:pt x="2975" y="98"/>
                  </a:lnTo>
                  <a:lnTo>
                    <a:pt x="3267" y="40"/>
                  </a:lnTo>
                  <a:lnTo>
                    <a:pt x="355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6" name="Google Shape;6356;p55"/>
            <p:cNvSpPr/>
            <p:nvPr/>
          </p:nvSpPr>
          <p:spPr>
            <a:xfrm>
              <a:off x="3746685" y="-301071"/>
              <a:ext cx="3042" cy="31"/>
            </a:xfrm>
            <a:custGeom>
              <a:avLst/>
              <a:gdLst/>
              <a:ahLst/>
              <a:cxnLst/>
              <a:rect l="l" t="t" r="r" b="b"/>
              <a:pathLst>
                <a:path w="98" h="1" fill="none" extrusionOk="0">
                  <a:moveTo>
                    <a:pt x="58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97" y="1"/>
                  </a:lnTo>
                  <a:lnTo>
                    <a:pt x="97" y="1"/>
                  </a:lnTo>
                  <a:lnTo>
                    <a:pt x="5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7" name="Google Shape;6357;p55"/>
            <p:cNvSpPr/>
            <p:nvPr/>
          </p:nvSpPr>
          <p:spPr>
            <a:xfrm>
              <a:off x="3727349" y="-301660"/>
              <a:ext cx="21168" cy="1831"/>
            </a:xfrm>
            <a:custGeom>
              <a:avLst/>
              <a:gdLst/>
              <a:ahLst/>
              <a:cxnLst/>
              <a:rect l="l" t="t" r="r" b="b"/>
              <a:pathLst>
                <a:path w="682" h="59" extrusionOk="0">
                  <a:moveTo>
                    <a:pt x="604" y="0"/>
                  </a:moveTo>
                  <a:lnTo>
                    <a:pt x="293" y="20"/>
                  </a:lnTo>
                  <a:lnTo>
                    <a:pt x="1" y="59"/>
                  </a:lnTo>
                  <a:lnTo>
                    <a:pt x="506" y="20"/>
                  </a:lnTo>
                  <a:lnTo>
                    <a:pt x="681" y="20"/>
                  </a:lnTo>
                  <a:lnTo>
                    <a:pt x="604" y="0"/>
                  </a:lnTo>
                  <a:close/>
                </a:path>
              </a:pathLst>
            </a:custGeom>
            <a:solidFill>
              <a:srgbClr val="AFC6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8" name="Google Shape;6358;p55"/>
            <p:cNvSpPr/>
            <p:nvPr/>
          </p:nvSpPr>
          <p:spPr>
            <a:xfrm>
              <a:off x="3727349" y="-301660"/>
              <a:ext cx="21168" cy="1831"/>
            </a:xfrm>
            <a:custGeom>
              <a:avLst/>
              <a:gdLst/>
              <a:ahLst/>
              <a:cxnLst/>
              <a:rect l="l" t="t" r="r" b="b"/>
              <a:pathLst>
                <a:path w="682" h="59" fill="none" extrusionOk="0">
                  <a:moveTo>
                    <a:pt x="604" y="0"/>
                  </a:moveTo>
                  <a:lnTo>
                    <a:pt x="604" y="0"/>
                  </a:lnTo>
                  <a:lnTo>
                    <a:pt x="293" y="20"/>
                  </a:lnTo>
                  <a:lnTo>
                    <a:pt x="1" y="59"/>
                  </a:lnTo>
                  <a:lnTo>
                    <a:pt x="506" y="20"/>
                  </a:lnTo>
                  <a:lnTo>
                    <a:pt x="506" y="20"/>
                  </a:lnTo>
                  <a:lnTo>
                    <a:pt x="623" y="20"/>
                  </a:lnTo>
                  <a:lnTo>
                    <a:pt x="681" y="20"/>
                  </a:lnTo>
                  <a:lnTo>
                    <a:pt x="681" y="20"/>
                  </a:lnTo>
                  <a:lnTo>
                    <a:pt x="60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9" name="Google Shape;6359;p55"/>
            <p:cNvSpPr/>
            <p:nvPr/>
          </p:nvSpPr>
          <p:spPr>
            <a:xfrm>
              <a:off x="3849850" y="-237726"/>
              <a:ext cx="2452" cy="4872"/>
            </a:xfrm>
            <a:custGeom>
              <a:avLst/>
              <a:gdLst/>
              <a:ahLst/>
              <a:cxnLst/>
              <a:rect l="l" t="t" r="r" b="b"/>
              <a:pathLst>
                <a:path w="79" h="157" extrusionOk="0">
                  <a:moveTo>
                    <a:pt x="0" y="1"/>
                  </a:moveTo>
                  <a:lnTo>
                    <a:pt x="59" y="157"/>
                  </a:lnTo>
                  <a:lnTo>
                    <a:pt x="78" y="1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BB9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0" name="Google Shape;6360;p55"/>
            <p:cNvSpPr/>
            <p:nvPr/>
          </p:nvSpPr>
          <p:spPr>
            <a:xfrm>
              <a:off x="3849850" y="-237726"/>
              <a:ext cx="2452" cy="4872"/>
            </a:xfrm>
            <a:custGeom>
              <a:avLst/>
              <a:gdLst/>
              <a:ahLst/>
              <a:cxnLst/>
              <a:rect l="l" t="t" r="r" b="b"/>
              <a:pathLst>
                <a:path w="79" h="157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59" y="157"/>
                  </a:lnTo>
                  <a:lnTo>
                    <a:pt x="59" y="157"/>
                  </a:lnTo>
                  <a:lnTo>
                    <a:pt x="78" y="157"/>
                  </a:lnTo>
                  <a:lnTo>
                    <a:pt x="78" y="157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1" name="Google Shape;6361;p55"/>
            <p:cNvSpPr/>
            <p:nvPr/>
          </p:nvSpPr>
          <p:spPr>
            <a:xfrm>
              <a:off x="3646499" y="-301660"/>
              <a:ext cx="212421" cy="212404"/>
            </a:xfrm>
            <a:custGeom>
              <a:avLst/>
              <a:gdLst/>
              <a:ahLst/>
              <a:cxnLst/>
              <a:rect l="l" t="t" r="r" b="b"/>
              <a:pathLst>
                <a:path w="6844" h="6844" extrusionOk="0">
                  <a:moveTo>
                    <a:pt x="3422" y="0"/>
                  </a:moveTo>
                  <a:lnTo>
                    <a:pt x="3072" y="20"/>
                  </a:lnTo>
                  <a:lnTo>
                    <a:pt x="2723" y="78"/>
                  </a:lnTo>
                  <a:lnTo>
                    <a:pt x="2392" y="156"/>
                  </a:lnTo>
                  <a:lnTo>
                    <a:pt x="2081" y="272"/>
                  </a:lnTo>
                  <a:lnTo>
                    <a:pt x="1789" y="428"/>
                  </a:lnTo>
                  <a:lnTo>
                    <a:pt x="1498" y="603"/>
                  </a:lnTo>
                  <a:lnTo>
                    <a:pt x="1245" y="797"/>
                  </a:lnTo>
                  <a:lnTo>
                    <a:pt x="992" y="1011"/>
                  </a:lnTo>
                  <a:lnTo>
                    <a:pt x="779" y="1264"/>
                  </a:lnTo>
                  <a:lnTo>
                    <a:pt x="584" y="1517"/>
                  </a:lnTo>
                  <a:lnTo>
                    <a:pt x="409" y="1808"/>
                  </a:lnTo>
                  <a:lnTo>
                    <a:pt x="254" y="2100"/>
                  </a:lnTo>
                  <a:lnTo>
                    <a:pt x="156" y="2411"/>
                  </a:lnTo>
                  <a:lnTo>
                    <a:pt x="59" y="2741"/>
                  </a:lnTo>
                  <a:lnTo>
                    <a:pt x="20" y="3072"/>
                  </a:lnTo>
                  <a:lnTo>
                    <a:pt x="1" y="3422"/>
                  </a:lnTo>
                  <a:lnTo>
                    <a:pt x="20" y="3772"/>
                  </a:lnTo>
                  <a:lnTo>
                    <a:pt x="59" y="4122"/>
                  </a:lnTo>
                  <a:lnTo>
                    <a:pt x="156" y="4452"/>
                  </a:lnTo>
                  <a:lnTo>
                    <a:pt x="254" y="4763"/>
                  </a:lnTo>
                  <a:lnTo>
                    <a:pt x="409" y="5055"/>
                  </a:lnTo>
                  <a:lnTo>
                    <a:pt x="584" y="5346"/>
                  </a:lnTo>
                  <a:lnTo>
                    <a:pt x="779" y="5599"/>
                  </a:lnTo>
                  <a:lnTo>
                    <a:pt x="992" y="5852"/>
                  </a:lnTo>
                  <a:lnTo>
                    <a:pt x="1245" y="6066"/>
                  </a:lnTo>
                  <a:lnTo>
                    <a:pt x="1498" y="6260"/>
                  </a:lnTo>
                  <a:lnTo>
                    <a:pt x="1789" y="6435"/>
                  </a:lnTo>
                  <a:lnTo>
                    <a:pt x="2081" y="6591"/>
                  </a:lnTo>
                  <a:lnTo>
                    <a:pt x="2392" y="6707"/>
                  </a:lnTo>
                  <a:lnTo>
                    <a:pt x="2723" y="6785"/>
                  </a:lnTo>
                  <a:lnTo>
                    <a:pt x="3072" y="6843"/>
                  </a:lnTo>
                  <a:lnTo>
                    <a:pt x="3772" y="6843"/>
                  </a:lnTo>
                  <a:lnTo>
                    <a:pt x="4103" y="6785"/>
                  </a:lnTo>
                  <a:lnTo>
                    <a:pt x="4433" y="6707"/>
                  </a:lnTo>
                  <a:lnTo>
                    <a:pt x="4744" y="6591"/>
                  </a:lnTo>
                  <a:lnTo>
                    <a:pt x="5055" y="6435"/>
                  </a:lnTo>
                  <a:lnTo>
                    <a:pt x="5328" y="6260"/>
                  </a:lnTo>
                  <a:lnTo>
                    <a:pt x="5600" y="6066"/>
                  </a:lnTo>
                  <a:lnTo>
                    <a:pt x="5833" y="5852"/>
                  </a:lnTo>
                  <a:lnTo>
                    <a:pt x="6047" y="5599"/>
                  </a:lnTo>
                  <a:lnTo>
                    <a:pt x="6261" y="5346"/>
                  </a:lnTo>
                  <a:lnTo>
                    <a:pt x="6416" y="5055"/>
                  </a:lnTo>
                  <a:lnTo>
                    <a:pt x="6572" y="4763"/>
                  </a:lnTo>
                  <a:lnTo>
                    <a:pt x="6688" y="4452"/>
                  </a:lnTo>
                  <a:lnTo>
                    <a:pt x="6766" y="4122"/>
                  </a:lnTo>
                  <a:lnTo>
                    <a:pt x="6825" y="3772"/>
                  </a:lnTo>
                  <a:lnTo>
                    <a:pt x="6844" y="3422"/>
                  </a:lnTo>
                  <a:lnTo>
                    <a:pt x="6825" y="3072"/>
                  </a:lnTo>
                  <a:lnTo>
                    <a:pt x="6766" y="2741"/>
                  </a:lnTo>
                  <a:lnTo>
                    <a:pt x="6688" y="2411"/>
                  </a:lnTo>
                  <a:lnTo>
                    <a:pt x="6572" y="2100"/>
                  </a:lnTo>
                  <a:lnTo>
                    <a:pt x="6416" y="1808"/>
                  </a:lnTo>
                  <a:lnTo>
                    <a:pt x="6261" y="1517"/>
                  </a:lnTo>
                  <a:lnTo>
                    <a:pt x="6047" y="1264"/>
                  </a:lnTo>
                  <a:lnTo>
                    <a:pt x="5833" y="1011"/>
                  </a:lnTo>
                  <a:lnTo>
                    <a:pt x="5600" y="797"/>
                  </a:lnTo>
                  <a:lnTo>
                    <a:pt x="5328" y="603"/>
                  </a:lnTo>
                  <a:lnTo>
                    <a:pt x="5055" y="428"/>
                  </a:lnTo>
                  <a:lnTo>
                    <a:pt x="4744" y="272"/>
                  </a:lnTo>
                  <a:lnTo>
                    <a:pt x="4433" y="156"/>
                  </a:lnTo>
                  <a:lnTo>
                    <a:pt x="4103" y="78"/>
                  </a:lnTo>
                  <a:lnTo>
                    <a:pt x="3772" y="20"/>
                  </a:lnTo>
                  <a:lnTo>
                    <a:pt x="342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2" name="Google Shape;6362;p55"/>
            <p:cNvSpPr/>
            <p:nvPr/>
          </p:nvSpPr>
          <p:spPr>
            <a:xfrm>
              <a:off x="3646499" y="-301660"/>
              <a:ext cx="212421" cy="212404"/>
            </a:xfrm>
            <a:custGeom>
              <a:avLst/>
              <a:gdLst/>
              <a:ahLst/>
              <a:cxnLst/>
              <a:rect l="l" t="t" r="r" b="b"/>
              <a:pathLst>
                <a:path w="6844" h="6844" fill="none" extrusionOk="0">
                  <a:moveTo>
                    <a:pt x="1" y="3422"/>
                  </a:moveTo>
                  <a:lnTo>
                    <a:pt x="1" y="3422"/>
                  </a:lnTo>
                  <a:lnTo>
                    <a:pt x="20" y="3772"/>
                  </a:lnTo>
                  <a:lnTo>
                    <a:pt x="59" y="4122"/>
                  </a:lnTo>
                  <a:lnTo>
                    <a:pt x="156" y="4452"/>
                  </a:lnTo>
                  <a:lnTo>
                    <a:pt x="254" y="4763"/>
                  </a:lnTo>
                  <a:lnTo>
                    <a:pt x="409" y="5055"/>
                  </a:lnTo>
                  <a:lnTo>
                    <a:pt x="584" y="5346"/>
                  </a:lnTo>
                  <a:lnTo>
                    <a:pt x="779" y="5599"/>
                  </a:lnTo>
                  <a:lnTo>
                    <a:pt x="992" y="5852"/>
                  </a:lnTo>
                  <a:lnTo>
                    <a:pt x="1245" y="6066"/>
                  </a:lnTo>
                  <a:lnTo>
                    <a:pt x="1498" y="6260"/>
                  </a:lnTo>
                  <a:lnTo>
                    <a:pt x="1789" y="6435"/>
                  </a:lnTo>
                  <a:lnTo>
                    <a:pt x="2081" y="6591"/>
                  </a:lnTo>
                  <a:lnTo>
                    <a:pt x="2392" y="6707"/>
                  </a:lnTo>
                  <a:lnTo>
                    <a:pt x="2723" y="6785"/>
                  </a:lnTo>
                  <a:lnTo>
                    <a:pt x="3072" y="6843"/>
                  </a:lnTo>
                  <a:lnTo>
                    <a:pt x="3422" y="6843"/>
                  </a:lnTo>
                  <a:lnTo>
                    <a:pt x="3422" y="6843"/>
                  </a:lnTo>
                  <a:lnTo>
                    <a:pt x="3772" y="6843"/>
                  </a:lnTo>
                  <a:lnTo>
                    <a:pt x="4103" y="6785"/>
                  </a:lnTo>
                  <a:lnTo>
                    <a:pt x="4433" y="6707"/>
                  </a:lnTo>
                  <a:lnTo>
                    <a:pt x="4744" y="6591"/>
                  </a:lnTo>
                  <a:lnTo>
                    <a:pt x="5055" y="6435"/>
                  </a:lnTo>
                  <a:lnTo>
                    <a:pt x="5328" y="6260"/>
                  </a:lnTo>
                  <a:lnTo>
                    <a:pt x="5600" y="6066"/>
                  </a:lnTo>
                  <a:lnTo>
                    <a:pt x="5833" y="5852"/>
                  </a:lnTo>
                  <a:lnTo>
                    <a:pt x="6047" y="5599"/>
                  </a:lnTo>
                  <a:lnTo>
                    <a:pt x="6261" y="5346"/>
                  </a:lnTo>
                  <a:lnTo>
                    <a:pt x="6416" y="5055"/>
                  </a:lnTo>
                  <a:lnTo>
                    <a:pt x="6572" y="4763"/>
                  </a:lnTo>
                  <a:lnTo>
                    <a:pt x="6688" y="4452"/>
                  </a:lnTo>
                  <a:lnTo>
                    <a:pt x="6766" y="4122"/>
                  </a:lnTo>
                  <a:lnTo>
                    <a:pt x="6825" y="3772"/>
                  </a:lnTo>
                  <a:lnTo>
                    <a:pt x="6844" y="3422"/>
                  </a:lnTo>
                  <a:lnTo>
                    <a:pt x="6844" y="3422"/>
                  </a:lnTo>
                  <a:lnTo>
                    <a:pt x="6825" y="3072"/>
                  </a:lnTo>
                  <a:lnTo>
                    <a:pt x="6766" y="2741"/>
                  </a:lnTo>
                  <a:lnTo>
                    <a:pt x="6688" y="2411"/>
                  </a:lnTo>
                  <a:lnTo>
                    <a:pt x="6572" y="2100"/>
                  </a:lnTo>
                  <a:lnTo>
                    <a:pt x="6416" y="1808"/>
                  </a:lnTo>
                  <a:lnTo>
                    <a:pt x="6261" y="1517"/>
                  </a:lnTo>
                  <a:lnTo>
                    <a:pt x="6047" y="1264"/>
                  </a:lnTo>
                  <a:lnTo>
                    <a:pt x="5833" y="1011"/>
                  </a:lnTo>
                  <a:lnTo>
                    <a:pt x="5600" y="797"/>
                  </a:lnTo>
                  <a:lnTo>
                    <a:pt x="5328" y="603"/>
                  </a:lnTo>
                  <a:lnTo>
                    <a:pt x="5055" y="428"/>
                  </a:lnTo>
                  <a:lnTo>
                    <a:pt x="4744" y="272"/>
                  </a:lnTo>
                  <a:lnTo>
                    <a:pt x="4433" y="156"/>
                  </a:lnTo>
                  <a:lnTo>
                    <a:pt x="4103" y="78"/>
                  </a:lnTo>
                  <a:lnTo>
                    <a:pt x="3772" y="20"/>
                  </a:lnTo>
                  <a:lnTo>
                    <a:pt x="3422" y="0"/>
                  </a:lnTo>
                  <a:lnTo>
                    <a:pt x="3422" y="0"/>
                  </a:lnTo>
                  <a:lnTo>
                    <a:pt x="3072" y="20"/>
                  </a:lnTo>
                  <a:lnTo>
                    <a:pt x="2723" y="78"/>
                  </a:lnTo>
                  <a:lnTo>
                    <a:pt x="2392" y="156"/>
                  </a:lnTo>
                  <a:lnTo>
                    <a:pt x="2081" y="272"/>
                  </a:lnTo>
                  <a:lnTo>
                    <a:pt x="1789" y="428"/>
                  </a:lnTo>
                  <a:lnTo>
                    <a:pt x="1498" y="603"/>
                  </a:lnTo>
                  <a:lnTo>
                    <a:pt x="1245" y="797"/>
                  </a:lnTo>
                  <a:lnTo>
                    <a:pt x="992" y="1011"/>
                  </a:lnTo>
                  <a:lnTo>
                    <a:pt x="779" y="1264"/>
                  </a:lnTo>
                  <a:lnTo>
                    <a:pt x="584" y="1517"/>
                  </a:lnTo>
                  <a:lnTo>
                    <a:pt x="409" y="1808"/>
                  </a:lnTo>
                  <a:lnTo>
                    <a:pt x="254" y="2100"/>
                  </a:lnTo>
                  <a:lnTo>
                    <a:pt x="156" y="2411"/>
                  </a:lnTo>
                  <a:lnTo>
                    <a:pt x="59" y="2741"/>
                  </a:lnTo>
                  <a:lnTo>
                    <a:pt x="20" y="3072"/>
                  </a:lnTo>
                  <a:lnTo>
                    <a:pt x="1" y="34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3" name="Google Shape;6363;p55"/>
            <p:cNvSpPr/>
            <p:nvPr/>
          </p:nvSpPr>
          <p:spPr>
            <a:xfrm>
              <a:off x="3670056" y="-277545"/>
              <a:ext cx="164747" cy="164765"/>
            </a:xfrm>
            <a:custGeom>
              <a:avLst/>
              <a:gdLst/>
              <a:ahLst/>
              <a:cxnLst/>
              <a:rect l="l" t="t" r="r" b="b"/>
              <a:pathLst>
                <a:path w="5308" h="5309" extrusionOk="0">
                  <a:moveTo>
                    <a:pt x="2663" y="1"/>
                  </a:moveTo>
                  <a:lnTo>
                    <a:pt x="2391" y="20"/>
                  </a:lnTo>
                  <a:lnTo>
                    <a:pt x="2119" y="59"/>
                  </a:lnTo>
                  <a:lnTo>
                    <a:pt x="1866" y="118"/>
                  </a:lnTo>
                  <a:lnTo>
                    <a:pt x="1633" y="215"/>
                  </a:lnTo>
                  <a:lnTo>
                    <a:pt x="1400" y="331"/>
                  </a:lnTo>
                  <a:lnTo>
                    <a:pt x="1166" y="448"/>
                  </a:lnTo>
                  <a:lnTo>
                    <a:pt x="972" y="604"/>
                  </a:lnTo>
                  <a:lnTo>
                    <a:pt x="778" y="779"/>
                  </a:lnTo>
                  <a:lnTo>
                    <a:pt x="603" y="973"/>
                  </a:lnTo>
                  <a:lnTo>
                    <a:pt x="467" y="1167"/>
                  </a:lnTo>
                  <a:lnTo>
                    <a:pt x="331" y="1401"/>
                  </a:lnTo>
                  <a:lnTo>
                    <a:pt x="214" y="1614"/>
                  </a:lnTo>
                  <a:lnTo>
                    <a:pt x="117" y="1867"/>
                  </a:lnTo>
                  <a:lnTo>
                    <a:pt x="58" y="2120"/>
                  </a:lnTo>
                  <a:lnTo>
                    <a:pt x="20" y="2392"/>
                  </a:lnTo>
                  <a:lnTo>
                    <a:pt x="0" y="2645"/>
                  </a:lnTo>
                  <a:lnTo>
                    <a:pt x="20" y="2917"/>
                  </a:lnTo>
                  <a:lnTo>
                    <a:pt x="58" y="3189"/>
                  </a:lnTo>
                  <a:lnTo>
                    <a:pt x="117" y="3442"/>
                  </a:lnTo>
                  <a:lnTo>
                    <a:pt x="214" y="3695"/>
                  </a:lnTo>
                  <a:lnTo>
                    <a:pt x="331" y="3908"/>
                  </a:lnTo>
                  <a:lnTo>
                    <a:pt x="467" y="4142"/>
                  </a:lnTo>
                  <a:lnTo>
                    <a:pt x="603" y="4336"/>
                  </a:lnTo>
                  <a:lnTo>
                    <a:pt x="778" y="4531"/>
                  </a:lnTo>
                  <a:lnTo>
                    <a:pt x="972" y="4706"/>
                  </a:lnTo>
                  <a:lnTo>
                    <a:pt x="1166" y="4861"/>
                  </a:lnTo>
                  <a:lnTo>
                    <a:pt x="1400" y="4978"/>
                  </a:lnTo>
                  <a:lnTo>
                    <a:pt x="1633" y="5094"/>
                  </a:lnTo>
                  <a:lnTo>
                    <a:pt x="1866" y="5192"/>
                  </a:lnTo>
                  <a:lnTo>
                    <a:pt x="2119" y="5250"/>
                  </a:lnTo>
                  <a:lnTo>
                    <a:pt x="2391" y="5289"/>
                  </a:lnTo>
                  <a:lnTo>
                    <a:pt x="2663" y="5308"/>
                  </a:lnTo>
                  <a:lnTo>
                    <a:pt x="2936" y="5289"/>
                  </a:lnTo>
                  <a:lnTo>
                    <a:pt x="3188" y="5250"/>
                  </a:lnTo>
                  <a:lnTo>
                    <a:pt x="3441" y="5192"/>
                  </a:lnTo>
                  <a:lnTo>
                    <a:pt x="3694" y="5094"/>
                  </a:lnTo>
                  <a:lnTo>
                    <a:pt x="3927" y="4978"/>
                  </a:lnTo>
                  <a:lnTo>
                    <a:pt x="4141" y="4861"/>
                  </a:lnTo>
                  <a:lnTo>
                    <a:pt x="4335" y="4706"/>
                  </a:lnTo>
                  <a:lnTo>
                    <a:pt x="4530" y="4531"/>
                  </a:lnTo>
                  <a:lnTo>
                    <a:pt x="4705" y="4336"/>
                  </a:lnTo>
                  <a:lnTo>
                    <a:pt x="4860" y="4142"/>
                  </a:lnTo>
                  <a:lnTo>
                    <a:pt x="4977" y="3908"/>
                  </a:lnTo>
                  <a:lnTo>
                    <a:pt x="5093" y="3695"/>
                  </a:lnTo>
                  <a:lnTo>
                    <a:pt x="5191" y="3442"/>
                  </a:lnTo>
                  <a:lnTo>
                    <a:pt x="5249" y="3189"/>
                  </a:lnTo>
                  <a:lnTo>
                    <a:pt x="5288" y="2917"/>
                  </a:lnTo>
                  <a:lnTo>
                    <a:pt x="5307" y="2645"/>
                  </a:lnTo>
                  <a:lnTo>
                    <a:pt x="5288" y="2392"/>
                  </a:lnTo>
                  <a:lnTo>
                    <a:pt x="5249" y="2120"/>
                  </a:lnTo>
                  <a:lnTo>
                    <a:pt x="5191" y="1867"/>
                  </a:lnTo>
                  <a:lnTo>
                    <a:pt x="5093" y="1614"/>
                  </a:lnTo>
                  <a:lnTo>
                    <a:pt x="4977" y="1401"/>
                  </a:lnTo>
                  <a:lnTo>
                    <a:pt x="4860" y="1167"/>
                  </a:lnTo>
                  <a:lnTo>
                    <a:pt x="4705" y="973"/>
                  </a:lnTo>
                  <a:lnTo>
                    <a:pt x="4530" y="779"/>
                  </a:lnTo>
                  <a:lnTo>
                    <a:pt x="4335" y="604"/>
                  </a:lnTo>
                  <a:lnTo>
                    <a:pt x="4141" y="448"/>
                  </a:lnTo>
                  <a:lnTo>
                    <a:pt x="3927" y="331"/>
                  </a:lnTo>
                  <a:lnTo>
                    <a:pt x="3694" y="215"/>
                  </a:lnTo>
                  <a:lnTo>
                    <a:pt x="3441" y="118"/>
                  </a:lnTo>
                  <a:lnTo>
                    <a:pt x="3188" y="59"/>
                  </a:lnTo>
                  <a:lnTo>
                    <a:pt x="2936" y="20"/>
                  </a:lnTo>
                  <a:lnTo>
                    <a:pt x="2663" y="1"/>
                  </a:lnTo>
                  <a:close/>
                </a:path>
              </a:pathLst>
            </a:custGeom>
            <a:solidFill>
              <a:srgbClr val="4B94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4" name="Google Shape;6364;p55"/>
            <p:cNvSpPr/>
            <p:nvPr/>
          </p:nvSpPr>
          <p:spPr>
            <a:xfrm>
              <a:off x="3670056" y="-277545"/>
              <a:ext cx="164747" cy="164765"/>
            </a:xfrm>
            <a:custGeom>
              <a:avLst/>
              <a:gdLst/>
              <a:ahLst/>
              <a:cxnLst/>
              <a:rect l="l" t="t" r="r" b="b"/>
              <a:pathLst>
                <a:path w="5308" h="5309" fill="none" extrusionOk="0">
                  <a:moveTo>
                    <a:pt x="0" y="2645"/>
                  </a:moveTo>
                  <a:lnTo>
                    <a:pt x="0" y="2645"/>
                  </a:lnTo>
                  <a:lnTo>
                    <a:pt x="20" y="2917"/>
                  </a:lnTo>
                  <a:lnTo>
                    <a:pt x="58" y="3189"/>
                  </a:lnTo>
                  <a:lnTo>
                    <a:pt x="117" y="3442"/>
                  </a:lnTo>
                  <a:lnTo>
                    <a:pt x="214" y="3695"/>
                  </a:lnTo>
                  <a:lnTo>
                    <a:pt x="331" y="3908"/>
                  </a:lnTo>
                  <a:lnTo>
                    <a:pt x="467" y="4142"/>
                  </a:lnTo>
                  <a:lnTo>
                    <a:pt x="603" y="4336"/>
                  </a:lnTo>
                  <a:lnTo>
                    <a:pt x="778" y="4531"/>
                  </a:lnTo>
                  <a:lnTo>
                    <a:pt x="972" y="4706"/>
                  </a:lnTo>
                  <a:lnTo>
                    <a:pt x="1166" y="4861"/>
                  </a:lnTo>
                  <a:lnTo>
                    <a:pt x="1400" y="4978"/>
                  </a:lnTo>
                  <a:lnTo>
                    <a:pt x="1633" y="5094"/>
                  </a:lnTo>
                  <a:lnTo>
                    <a:pt x="1866" y="5192"/>
                  </a:lnTo>
                  <a:lnTo>
                    <a:pt x="2119" y="5250"/>
                  </a:lnTo>
                  <a:lnTo>
                    <a:pt x="2391" y="5289"/>
                  </a:lnTo>
                  <a:lnTo>
                    <a:pt x="2663" y="5308"/>
                  </a:lnTo>
                  <a:lnTo>
                    <a:pt x="2663" y="5308"/>
                  </a:lnTo>
                  <a:lnTo>
                    <a:pt x="2936" y="5289"/>
                  </a:lnTo>
                  <a:lnTo>
                    <a:pt x="3188" y="5250"/>
                  </a:lnTo>
                  <a:lnTo>
                    <a:pt x="3441" y="5192"/>
                  </a:lnTo>
                  <a:lnTo>
                    <a:pt x="3694" y="5094"/>
                  </a:lnTo>
                  <a:lnTo>
                    <a:pt x="3927" y="4978"/>
                  </a:lnTo>
                  <a:lnTo>
                    <a:pt x="4141" y="4861"/>
                  </a:lnTo>
                  <a:lnTo>
                    <a:pt x="4335" y="4706"/>
                  </a:lnTo>
                  <a:lnTo>
                    <a:pt x="4530" y="4531"/>
                  </a:lnTo>
                  <a:lnTo>
                    <a:pt x="4705" y="4336"/>
                  </a:lnTo>
                  <a:lnTo>
                    <a:pt x="4860" y="4142"/>
                  </a:lnTo>
                  <a:lnTo>
                    <a:pt x="4977" y="3908"/>
                  </a:lnTo>
                  <a:lnTo>
                    <a:pt x="5093" y="3695"/>
                  </a:lnTo>
                  <a:lnTo>
                    <a:pt x="5191" y="3442"/>
                  </a:lnTo>
                  <a:lnTo>
                    <a:pt x="5249" y="3189"/>
                  </a:lnTo>
                  <a:lnTo>
                    <a:pt x="5288" y="2917"/>
                  </a:lnTo>
                  <a:lnTo>
                    <a:pt x="5307" y="2645"/>
                  </a:lnTo>
                  <a:lnTo>
                    <a:pt x="5307" y="2645"/>
                  </a:lnTo>
                  <a:lnTo>
                    <a:pt x="5288" y="2392"/>
                  </a:lnTo>
                  <a:lnTo>
                    <a:pt x="5249" y="2120"/>
                  </a:lnTo>
                  <a:lnTo>
                    <a:pt x="5191" y="1867"/>
                  </a:lnTo>
                  <a:lnTo>
                    <a:pt x="5093" y="1614"/>
                  </a:lnTo>
                  <a:lnTo>
                    <a:pt x="4977" y="1401"/>
                  </a:lnTo>
                  <a:lnTo>
                    <a:pt x="4860" y="1167"/>
                  </a:lnTo>
                  <a:lnTo>
                    <a:pt x="4705" y="973"/>
                  </a:lnTo>
                  <a:lnTo>
                    <a:pt x="4530" y="779"/>
                  </a:lnTo>
                  <a:lnTo>
                    <a:pt x="4335" y="604"/>
                  </a:lnTo>
                  <a:lnTo>
                    <a:pt x="4141" y="448"/>
                  </a:lnTo>
                  <a:lnTo>
                    <a:pt x="3927" y="331"/>
                  </a:lnTo>
                  <a:lnTo>
                    <a:pt x="3694" y="215"/>
                  </a:lnTo>
                  <a:lnTo>
                    <a:pt x="3441" y="118"/>
                  </a:lnTo>
                  <a:lnTo>
                    <a:pt x="3188" y="59"/>
                  </a:lnTo>
                  <a:lnTo>
                    <a:pt x="2936" y="20"/>
                  </a:lnTo>
                  <a:lnTo>
                    <a:pt x="2663" y="1"/>
                  </a:lnTo>
                  <a:lnTo>
                    <a:pt x="2663" y="1"/>
                  </a:lnTo>
                  <a:lnTo>
                    <a:pt x="2391" y="20"/>
                  </a:lnTo>
                  <a:lnTo>
                    <a:pt x="2119" y="59"/>
                  </a:lnTo>
                  <a:lnTo>
                    <a:pt x="1866" y="118"/>
                  </a:lnTo>
                  <a:lnTo>
                    <a:pt x="1633" y="215"/>
                  </a:lnTo>
                  <a:lnTo>
                    <a:pt x="1400" y="331"/>
                  </a:lnTo>
                  <a:lnTo>
                    <a:pt x="1166" y="448"/>
                  </a:lnTo>
                  <a:lnTo>
                    <a:pt x="972" y="604"/>
                  </a:lnTo>
                  <a:lnTo>
                    <a:pt x="778" y="779"/>
                  </a:lnTo>
                  <a:lnTo>
                    <a:pt x="603" y="973"/>
                  </a:lnTo>
                  <a:lnTo>
                    <a:pt x="467" y="1167"/>
                  </a:lnTo>
                  <a:lnTo>
                    <a:pt x="331" y="1401"/>
                  </a:lnTo>
                  <a:lnTo>
                    <a:pt x="214" y="1614"/>
                  </a:lnTo>
                  <a:lnTo>
                    <a:pt x="117" y="1867"/>
                  </a:lnTo>
                  <a:lnTo>
                    <a:pt x="58" y="2120"/>
                  </a:lnTo>
                  <a:lnTo>
                    <a:pt x="20" y="2392"/>
                  </a:lnTo>
                  <a:lnTo>
                    <a:pt x="0" y="264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5" name="Google Shape;6365;p55"/>
            <p:cNvSpPr/>
            <p:nvPr/>
          </p:nvSpPr>
          <p:spPr>
            <a:xfrm>
              <a:off x="3703823" y="-243747"/>
              <a:ext cx="97178" cy="97171"/>
            </a:xfrm>
            <a:custGeom>
              <a:avLst/>
              <a:gdLst/>
              <a:ahLst/>
              <a:cxnLst/>
              <a:rect l="l" t="t" r="r" b="b"/>
              <a:pathLst>
                <a:path w="3131" h="3131" extrusionOk="0">
                  <a:moveTo>
                    <a:pt x="1400" y="1"/>
                  </a:moveTo>
                  <a:lnTo>
                    <a:pt x="1245" y="39"/>
                  </a:lnTo>
                  <a:lnTo>
                    <a:pt x="1109" y="78"/>
                  </a:lnTo>
                  <a:lnTo>
                    <a:pt x="953" y="117"/>
                  </a:lnTo>
                  <a:lnTo>
                    <a:pt x="817" y="195"/>
                  </a:lnTo>
                  <a:lnTo>
                    <a:pt x="701" y="273"/>
                  </a:lnTo>
                  <a:lnTo>
                    <a:pt x="565" y="351"/>
                  </a:lnTo>
                  <a:lnTo>
                    <a:pt x="467" y="467"/>
                  </a:lnTo>
                  <a:lnTo>
                    <a:pt x="351" y="564"/>
                  </a:lnTo>
                  <a:lnTo>
                    <a:pt x="273" y="681"/>
                  </a:lnTo>
                  <a:lnTo>
                    <a:pt x="195" y="817"/>
                  </a:lnTo>
                  <a:lnTo>
                    <a:pt x="117" y="953"/>
                  </a:lnTo>
                  <a:lnTo>
                    <a:pt x="78" y="1109"/>
                  </a:lnTo>
                  <a:lnTo>
                    <a:pt x="40" y="1245"/>
                  </a:lnTo>
                  <a:lnTo>
                    <a:pt x="20" y="1400"/>
                  </a:lnTo>
                  <a:lnTo>
                    <a:pt x="1" y="1556"/>
                  </a:lnTo>
                  <a:lnTo>
                    <a:pt x="20" y="1731"/>
                  </a:lnTo>
                  <a:lnTo>
                    <a:pt x="40" y="1886"/>
                  </a:lnTo>
                  <a:lnTo>
                    <a:pt x="78" y="2022"/>
                  </a:lnTo>
                  <a:lnTo>
                    <a:pt x="117" y="2178"/>
                  </a:lnTo>
                  <a:lnTo>
                    <a:pt x="195" y="2314"/>
                  </a:lnTo>
                  <a:lnTo>
                    <a:pt x="273" y="2450"/>
                  </a:lnTo>
                  <a:lnTo>
                    <a:pt x="351" y="2567"/>
                  </a:lnTo>
                  <a:lnTo>
                    <a:pt x="467" y="2664"/>
                  </a:lnTo>
                  <a:lnTo>
                    <a:pt x="565" y="2781"/>
                  </a:lnTo>
                  <a:lnTo>
                    <a:pt x="701" y="2858"/>
                  </a:lnTo>
                  <a:lnTo>
                    <a:pt x="817" y="2936"/>
                  </a:lnTo>
                  <a:lnTo>
                    <a:pt x="953" y="3014"/>
                  </a:lnTo>
                  <a:lnTo>
                    <a:pt x="1109" y="3053"/>
                  </a:lnTo>
                  <a:lnTo>
                    <a:pt x="1245" y="3092"/>
                  </a:lnTo>
                  <a:lnTo>
                    <a:pt x="1400" y="3131"/>
                  </a:lnTo>
                  <a:lnTo>
                    <a:pt x="1731" y="3131"/>
                  </a:lnTo>
                  <a:lnTo>
                    <a:pt x="1886" y="3092"/>
                  </a:lnTo>
                  <a:lnTo>
                    <a:pt x="2042" y="3053"/>
                  </a:lnTo>
                  <a:lnTo>
                    <a:pt x="2178" y="3014"/>
                  </a:lnTo>
                  <a:lnTo>
                    <a:pt x="2314" y="2936"/>
                  </a:lnTo>
                  <a:lnTo>
                    <a:pt x="2450" y="2858"/>
                  </a:lnTo>
                  <a:lnTo>
                    <a:pt x="2567" y="2781"/>
                  </a:lnTo>
                  <a:lnTo>
                    <a:pt x="2684" y="2664"/>
                  </a:lnTo>
                  <a:lnTo>
                    <a:pt x="2781" y="2567"/>
                  </a:lnTo>
                  <a:lnTo>
                    <a:pt x="2858" y="2450"/>
                  </a:lnTo>
                  <a:lnTo>
                    <a:pt x="2936" y="2314"/>
                  </a:lnTo>
                  <a:lnTo>
                    <a:pt x="3014" y="2178"/>
                  </a:lnTo>
                  <a:lnTo>
                    <a:pt x="3072" y="2022"/>
                  </a:lnTo>
                  <a:lnTo>
                    <a:pt x="3111" y="1886"/>
                  </a:lnTo>
                  <a:lnTo>
                    <a:pt x="3131" y="1731"/>
                  </a:lnTo>
                  <a:lnTo>
                    <a:pt x="3131" y="1556"/>
                  </a:lnTo>
                  <a:lnTo>
                    <a:pt x="3131" y="1400"/>
                  </a:lnTo>
                  <a:lnTo>
                    <a:pt x="3111" y="1245"/>
                  </a:lnTo>
                  <a:lnTo>
                    <a:pt x="3072" y="1109"/>
                  </a:lnTo>
                  <a:lnTo>
                    <a:pt x="3014" y="953"/>
                  </a:lnTo>
                  <a:lnTo>
                    <a:pt x="2936" y="817"/>
                  </a:lnTo>
                  <a:lnTo>
                    <a:pt x="2858" y="681"/>
                  </a:lnTo>
                  <a:lnTo>
                    <a:pt x="2781" y="564"/>
                  </a:lnTo>
                  <a:lnTo>
                    <a:pt x="2684" y="467"/>
                  </a:lnTo>
                  <a:lnTo>
                    <a:pt x="2567" y="351"/>
                  </a:lnTo>
                  <a:lnTo>
                    <a:pt x="2450" y="273"/>
                  </a:lnTo>
                  <a:lnTo>
                    <a:pt x="2314" y="195"/>
                  </a:lnTo>
                  <a:lnTo>
                    <a:pt x="2178" y="117"/>
                  </a:lnTo>
                  <a:lnTo>
                    <a:pt x="2042" y="78"/>
                  </a:lnTo>
                  <a:lnTo>
                    <a:pt x="1886" y="39"/>
                  </a:lnTo>
                  <a:lnTo>
                    <a:pt x="1731" y="1"/>
                  </a:lnTo>
                  <a:close/>
                </a:path>
              </a:pathLst>
            </a:custGeom>
            <a:solidFill>
              <a:srgbClr val="4B94D8"/>
            </a:solidFill>
            <a:ln>
              <a:solidFill>
                <a:srgbClr val="4B94D8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6" name="Google Shape;6366;p55"/>
            <p:cNvSpPr/>
            <p:nvPr/>
          </p:nvSpPr>
          <p:spPr>
            <a:xfrm>
              <a:off x="3703823" y="-243747"/>
              <a:ext cx="97178" cy="97171"/>
            </a:xfrm>
            <a:custGeom>
              <a:avLst/>
              <a:gdLst/>
              <a:ahLst/>
              <a:cxnLst/>
              <a:rect l="l" t="t" r="r" b="b"/>
              <a:pathLst>
                <a:path w="3131" h="3131" fill="none" extrusionOk="0">
                  <a:moveTo>
                    <a:pt x="1575" y="1"/>
                  </a:moveTo>
                  <a:lnTo>
                    <a:pt x="1575" y="1"/>
                  </a:lnTo>
                  <a:lnTo>
                    <a:pt x="1400" y="1"/>
                  </a:lnTo>
                  <a:lnTo>
                    <a:pt x="1245" y="39"/>
                  </a:lnTo>
                  <a:lnTo>
                    <a:pt x="1109" y="78"/>
                  </a:lnTo>
                  <a:lnTo>
                    <a:pt x="953" y="117"/>
                  </a:lnTo>
                  <a:lnTo>
                    <a:pt x="817" y="195"/>
                  </a:lnTo>
                  <a:lnTo>
                    <a:pt x="701" y="273"/>
                  </a:lnTo>
                  <a:lnTo>
                    <a:pt x="565" y="351"/>
                  </a:lnTo>
                  <a:lnTo>
                    <a:pt x="467" y="467"/>
                  </a:lnTo>
                  <a:lnTo>
                    <a:pt x="351" y="564"/>
                  </a:lnTo>
                  <a:lnTo>
                    <a:pt x="273" y="681"/>
                  </a:lnTo>
                  <a:lnTo>
                    <a:pt x="195" y="817"/>
                  </a:lnTo>
                  <a:lnTo>
                    <a:pt x="117" y="953"/>
                  </a:lnTo>
                  <a:lnTo>
                    <a:pt x="78" y="1109"/>
                  </a:lnTo>
                  <a:lnTo>
                    <a:pt x="40" y="1245"/>
                  </a:lnTo>
                  <a:lnTo>
                    <a:pt x="20" y="1400"/>
                  </a:lnTo>
                  <a:lnTo>
                    <a:pt x="1" y="1556"/>
                  </a:lnTo>
                  <a:lnTo>
                    <a:pt x="1" y="1556"/>
                  </a:lnTo>
                  <a:lnTo>
                    <a:pt x="20" y="1731"/>
                  </a:lnTo>
                  <a:lnTo>
                    <a:pt x="40" y="1886"/>
                  </a:lnTo>
                  <a:lnTo>
                    <a:pt x="78" y="2022"/>
                  </a:lnTo>
                  <a:lnTo>
                    <a:pt x="117" y="2178"/>
                  </a:lnTo>
                  <a:lnTo>
                    <a:pt x="195" y="2314"/>
                  </a:lnTo>
                  <a:lnTo>
                    <a:pt x="273" y="2450"/>
                  </a:lnTo>
                  <a:lnTo>
                    <a:pt x="351" y="2567"/>
                  </a:lnTo>
                  <a:lnTo>
                    <a:pt x="467" y="2664"/>
                  </a:lnTo>
                  <a:lnTo>
                    <a:pt x="565" y="2781"/>
                  </a:lnTo>
                  <a:lnTo>
                    <a:pt x="701" y="2858"/>
                  </a:lnTo>
                  <a:lnTo>
                    <a:pt x="817" y="2936"/>
                  </a:lnTo>
                  <a:lnTo>
                    <a:pt x="953" y="3014"/>
                  </a:lnTo>
                  <a:lnTo>
                    <a:pt x="1109" y="3053"/>
                  </a:lnTo>
                  <a:lnTo>
                    <a:pt x="1245" y="3092"/>
                  </a:lnTo>
                  <a:lnTo>
                    <a:pt x="1400" y="3131"/>
                  </a:lnTo>
                  <a:lnTo>
                    <a:pt x="1575" y="3131"/>
                  </a:lnTo>
                  <a:lnTo>
                    <a:pt x="1575" y="3131"/>
                  </a:lnTo>
                  <a:lnTo>
                    <a:pt x="1731" y="3131"/>
                  </a:lnTo>
                  <a:lnTo>
                    <a:pt x="1886" y="3092"/>
                  </a:lnTo>
                  <a:lnTo>
                    <a:pt x="2042" y="3053"/>
                  </a:lnTo>
                  <a:lnTo>
                    <a:pt x="2178" y="3014"/>
                  </a:lnTo>
                  <a:lnTo>
                    <a:pt x="2314" y="2936"/>
                  </a:lnTo>
                  <a:lnTo>
                    <a:pt x="2450" y="2858"/>
                  </a:lnTo>
                  <a:lnTo>
                    <a:pt x="2567" y="2781"/>
                  </a:lnTo>
                  <a:lnTo>
                    <a:pt x="2684" y="2664"/>
                  </a:lnTo>
                  <a:lnTo>
                    <a:pt x="2781" y="2567"/>
                  </a:lnTo>
                  <a:lnTo>
                    <a:pt x="2858" y="2450"/>
                  </a:lnTo>
                  <a:lnTo>
                    <a:pt x="2936" y="2314"/>
                  </a:lnTo>
                  <a:lnTo>
                    <a:pt x="3014" y="2178"/>
                  </a:lnTo>
                  <a:lnTo>
                    <a:pt x="3072" y="2022"/>
                  </a:lnTo>
                  <a:lnTo>
                    <a:pt x="3111" y="1886"/>
                  </a:lnTo>
                  <a:lnTo>
                    <a:pt x="3131" y="1731"/>
                  </a:lnTo>
                  <a:lnTo>
                    <a:pt x="3131" y="1556"/>
                  </a:lnTo>
                  <a:lnTo>
                    <a:pt x="3131" y="1556"/>
                  </a:lnTo>
                  <a:lnTo>
                    <a:pt x="3131" y="1400"/>
                  </a:lnTo>
                  <a:lnTo>
                    <a:pt x="3111" y="1245"/>
                  </a:lnTo>
                  <a:lnTo>
                    <a:pt x="3072" y="1109"/>
                  </a:lnTo>
                  <a:lnTo>
                    <a:pt x="3014" y="953"/>
                  </a:lnTo>
                  <a:lnTo>
                    <a:pt x="2936" y="817"/>
                  </a:lnTo>
                  <a:lnTo>
                    <a:pt x="2858" y="681"/>
                  </a:lnTo>
                  <a:lnTo>
                    <a:pt x="2781" y="564"/>
                  </a:lnTo>
                  <a:lnTo>
                    <a:pt x="2684" y="467"/>
                  </a:lnTo>
                  <a:lnTo>
                    <a:pt x="2567" y="351"/>
                  </a:lnTo>
                  <a:lnTo>
                    <a:pt x="2450" y="273"/>
                  </a:lnTo>
                  <a:lnTo>
                    <a:pt x="2314" y="195"/>
                  </a:lnTo>
                  <a:lnTo>
                    <a:pt x="2178" y="117"/>
                  </a:lnTo>
                  <a:lnTo>
                    <a:pt x="2042" y="78"/>
                  </a:lnTo>
                  <a:lnTo>
                    <a:pt x="1886" y="39"/>
                  </a:lnTo>
                  <a:lnTo>
                    <a:pt x="1731" y="1"/>
                  </a:lnTo>
                  <a:lnTo>
                    <a:pt x="157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7" name="Google Shape;6367;p55"/>
            <p:cNvSpPr/>
            <p:nvPr/>
          </p:nvSpPr>
          <p:spPr>
            <a:xfrm>
              <a:off x="4013349" y="-301660"/>
              <a:ext cx="84515" cy="50090"/>
            </a:xfrm>
            <a:custGeom>
              <a:avLst/>
              <a:gdLst/>
              <a:ahLst/>
              <a:cxnLst/>
              <a:rect l="l" t="t" r="r" b="b"/>
              <a:pathLst>
                <a:path w="2723" h="1614" extrusionOk="0">
                  <a:moveTo>
                    <a:pt x="2547" y="0"/>
                  </a:moveTo>
                  <a:lnTo>
                    <a:pt x="2334" y="20"/>
                  </a:lnTo>
                  <a:lnTo>
                    <a:pt x="2139" y="39"/>
                  </a:lnTo>
                  <a:lnTo>
                    <a:pt x="1925" y="78"/>
                  </a:lnTo>
                  <a:lnTo>
                    <a:pt x="1731" y="117"/>
                  </a:lnTo>
                  <a:lnTo>
                    <a:pt x="1556" y="195"/>
                  </a:lnTo>
                  <a:lnTo>
                    <a:pt x="1362" y="272"/>
                  </a:lnTo>
                  <a:lnTo>
                    <a:pt x="1187" y="350"/>
                  </a:lnTo>
                  <a:lnTo>
                    <a:pt x="1031" y="447"/>
                  </a:lnTo>
                  <a:lnTo>
                    <a:pt x="856" y="564"/>
                  </a:lnTo>
                  <a:lnTo>
                    <a:pt x="701" y="681"/>
                  </a:lnTo>
                  <a:lnTo>
                    <a:pt x="565" y="817"/>
                  </a:lnTo>
                  <a:lnTo>
                    <a:pt x="428" y="953"/>
                  </a:lnTo>
                  <a:lnTo>
                    <a:pt x="312" y="1108"/>
                  </a:lnTo>
                  <a:lnTo>
                    <a:pt x="195" y="1264"/>
                  </a:lnTo>
                  <a:lnTo>
                    <a:pt x="98" y="1439"/>
                  </a:lnTo>
                  <a:lnTo>
                    <a:pt x="1" y="1614"/>
                  </a:lnTo>
                  <a:lnTo>
                    <a:pt x="1" y="1614"/>
                  </a:lnTo>
                  <a:lnTo>
                    <a:pt x="584" y="1536"/>
                  </a:lnTo>
                  <a:lnTo>
                    <a:pt x="642" y="1381"/>
                  </a:lnTo>
                  <a:lnTo>
                    <a:pt x="739" y="1225"/>
                  </a:lnTo>
                  <a:lnTo>
                    <a:pt x="817" y="1089"/>
                  </a:lnTo>
                  <a:lnTo>
                    <a:pt x="934" y="953"/>
                  </a:lnTo>
                  <a:lnTo>
                    <a:pt x="1167" y="700"/>
                  </a:lnTo>
                  <a:lnTo>
                    <a:pt x="1420" y="486"/>
                  </a:lnTo>
                  <a:lnTo>
                    <a:pt x="1556" y="389"/>
                  </a:lnTo>
                  <a:lnTo>
                    <a:pt x="1712" y="292"/>
                  </a:lnTo>
                  <a:lnTo>
                    <a:pt x="1867" y="234"/>
                  </a:lnTo>
                  <a:lnTo>
                    <a:pt x="2023" y="156"/>
                  </a:lnTo>
                  <a:lnTo>
                    <a:pt x="2198" y="97"/>
                  </a:lnTo>
                  <a:lnTo>
                    <a:pt x="2372" y="59"/>
                  </a:lnTo>
                  <a:lnTo>
                    <a:pt x="2547" y="39"/>
                  </a:lnTo>
                  <a:lnTo>
                    <a:pt x="2722" y="20"/>
                  </a:lnTo>
                  <a:lnTo>
                    <a:pt x="254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8" name="Google Shape;6368;p55"/>
            <p:cNvSpPr/>
            <p:nvPr/>
          </p:nvSpPr>
          <p:spPr>
            <a:xfrm>
              <a:off x="4013349" y="-301660"/>
              <a:ext cx="84515" cy="50090"/>
            </a:xfrm>
            <a:custGeom>
              <a:avLst/>
              <a:gdLst/>
              <a:ahLst/>
              <a:cxnLst/>
              <a:rect l="l" t="t" r="r" b="b"/>
              <a:pathLst>
                <a:path w="2723" h="1614" fill="none" extrusionOk="0">
                  <a:moveTo>
                    <a:pt x="2547" y="0"/>
                  </a:moveTo>
                  <a:lnTo>
                    <a:pt x="2547" y="0"/>
                  </a:lnTo>
                  <a:lnTo>
                    <a:pt x="2334" y="20"/>
                  </a:lnTo>
                  <a:lnTo>
                    <a:pt x="2139" y="39"/>
                  </a:lnTo>
                  <a:lnTo>
                    <a:pt x="1925" y="78"/>
                  </a:lnTo>
                  <a:lnTo>
                    <a:pt x="1731" y="117"/>
                  </a:lnTo>
                  <a:lnTo>
                    <a:pt x="1556" y="195"/>
                  </a:lnTo>
                  <a:lnTo>
                    <a:pt x="1362" y="272"/>
                  </a:lnTo>
                  <a:lnTo>
                    <a:pt x="1187" y="350"/>
                  </a:lnTo>
                  <a:lnTo>
                    <a:pt x="1031" y="447"/>
                  </a:lnTo>
                  <a:lnTo>
                    <a:pt x="856" y="564"/>
                  </a:lnTo>
                  <a:lnTo>
                    <a:pt x="701" y="681"/>
                  </a:lnTo>
                  <a:lnTo>
                    <a:pt x="565" y="817"/>
                  </a:lnTo>
                  <a:lnTo>
                    <a:pt x="428" y="953"/>
                  </a:lnTo>
                  <a:lnTo>
                    <a:pt x="312" y="1108"/>
                  </a:lnTo>
                  <a:lnTo>
                    <a:pt x="195" y="1264"/>
                  </a:lnTo>
                  <a:lnTo>
                    <a:pt x="98" y="1439"/>
                  </a:lnTo>
                  <a:lnTo>
                    <a:pt x="1" y="1614"/>
                  </a:lnTo>
                  <a:lnTo>
                    <a:pt x="1" y="1614"/>
                  </a:lnTo>
                  <a:lnTo>
                    <a:pt x="584" y="1536"/>
                  </a:lnTo>
                  <a:lnTo>
                    <a:pt x="584" y="1536"/>
                  </a:lnTo>
                  <a:lnTo>
                    <a:pt x="642" y="1381"/>
                  </a:lnTo>
                  <a:lnTo>
                    <a:pt x="739" y="1225"/>
                  </a:lnTo>
                  <a:lnTo>
                    <a:pt x="817" y="1089"/>
                  </a:lnTo>
                  <a:lnTo>
                    <a:pt x="934" y="953"/>
                  </a:lnTo>
                  <a:lnTo>
                    <a:pt x="1167" y="700"/>
                  </a:lnTo>
                  <a:lnTo>
                    <a:pt x="1420" y="486"/>
                  </a:lnTo>
                  <a:lnTo>
                    <a:pt x="1556" y="389"/>
                  </a:lnTo>
                  <a:lnTo>
                    <a:pt x="1712" y="292"/>
                  </a:lnTo>
                  <a:lnTo>
                    <a:pt x="1867" y="234"/>
                  </a:lnTo>
                  <a:lnTo>
                    <a:pt x="2023" y="156"/>
                  </a:lnTo>
                  <a:lnTo>
                    <a:pt x="2198" y="97"/>
                  </a:lnTo>
                  <a:lnTo>
                    <a:pt x="2372" y="59"/>
                  </a:lnTo>
                  <a:lnTo>
                    <a:pt x="2547" y="39"/>
                  </a:lnTo>
                  <a:lnTo>
                    <a:pt x="2722" y="20"/>
                  </a:lnTo>
                  <a:lnTo>
                    <a:pt x="2722" y="20"/>
                  </a:lnTo>
                  <a:lnTo>
                    <a:pt x="254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9" name="Google Shape;6369;p55"/>
            <p:cNvSpPr/>
            <p:nvPr/>
          </p:nvSpPr>
          <p:spPr>
            <a:xfrm>
              <a:off x="4025422" y="-301660"/>
              <a:ext cx="154505" cy="155082"/>
            </a:xfrm>
            <a:custGeom>
              <a:avLst/>
              <a:gdLst/>
              <a:ahLst/>
              <a:cxnLst/>
              <a:rect l="l" t="t" r="r" b="b"/>
              <a:pathLst>
                <a:path w="4978" h="4997" extrusionOk="0">
                  <a:moveTo>
                    <a:pt x="2489" y="0"/>
                  </a:moveTo>
                  <a:lnTo>
                    <a:pt x="2236" y="20"/>
                  </a:lnTo>
                  <a:lnTo>
                    <a:pt x="1983" y="59"/>
                  </a:lnTo>
                  <a:lnTo>
                    <a:pt x="1750" y="117"/>
                  </a:lnTo>
                  <a:lnTo>
                    <a:pt x="1517" y="214"/>
                  </a:lnTo>
                  <a:lnTo>
                    <a:pt x="1303" y="311"/>
                  </a:lnTo>
                  <a:lnTo>
                    <a:pt x="1089" y="428"/>
                  </a:lnTo>
                  <a:lnTo>
                    <a:pt x="914" y="583"/>
                  </a:lnTo>
                  <a:lnTo>
                    <a:pt x="720" y="739"/>
                  </a:lnTo>
                  <a:lnTo>
                    <a:pt x="564" y="914"/>
                  </a:lnTo>
                  <a:lnTo>
                    <a:pt x="428" y="1108"/>
                  </a:lnTo>
                  <a:lnTo>
                    <a:pt x="292" y="1322"/>
                  </a:lnTo>
                  <a:lnTo>
                    <a:pt x="195" y="1536"/>
                  </a:lnTo>
                  <a:lnTo>
                    <a:pt x="117" y="1769"/>
                  </a:lnTo>
                  <a:lnTo>
                    <a:pt x="39" y="2003"/>
                  </a:lnTo>
                  <a:lnTo>
                    <a:pt x="20" y="2255"/>
                  </a:lnTo>
                  <a:lnTo>
                    <a:pt x="1" y="2508"/>
                  </a:lnTo>
                  <a:lnTo>
                    <a:pt x="20" y="2761"/>
                  </a:lnTo>
                  <a:lnTo>
                    <a:pt x="39" y="3014"/>
                  </a:lnTo>
                  <a:lnTo>
                    <a:pt x="117" y="3247"/>
                  </a:lnTo>
                  <a:lnTo>
                    <a:pt x="195" y="3480"/>
                  </a:lnTo>
                  <a:lnTo>
                    <a:pt x="292" y="3694"/>
                  </a:lnTo>
                  <a:lnTo>
                    <a:pt x="428" y="3888"/>
                  </a:lnTo>
                  <a:lnTo>
                    <a:pt x="564" y="4083"/>
                  </a:lnTo>
                  <a:lnTo>
                    <a:pt x="720" y="4258"/>
                  </a:lnTo>
                  <a:lnTo>
                    <a:pt x="914" y="4433"/>
                  </a:lnTo>
                  <a:lnTo>
                    <a:pt x="1089" y="4569"/>
                  </a:lnTo>
                  <a:lnTo>
                    <a:pt x="1303" y="4705"/>
                  </a:lnTo>
                  <a:lnTo>
                    <a:pt x="1517" y="4802"/>
                  </a:lnTo>
                  <a:lnTo>
                    <a:pt x="1750" y="4880"/>
                  </a:lnTo>
                  <a:lnTo>
                    <a:pt x="1983" y="4938"/>
                  </a:lnTo>
                  <a:lnTo>
                    <a:pt x="2236" y="4977"/>
                  </a:lnTo>
                  <a:lnTo>
                    <a:pt x="2489" y="4997"/>
                  </a:lnTo>
                  <a:lnTo>
                    <a:pt x="2742" y="4977"/>
                  </a:lnTo>
                  <a:lnTo>
                    <a:pt x="2994" y="4938"/>
                  </a:lnTo>
                  <a:lnTo>
                    <a:pt x="3228" y="4880"/>
                  </a:lnTo>
                  <a:lnTo>
                    <a:pt x="3461" y="4802"/>
                  </a:lnTo>
                  <a:lnTo>
                    <a:pt x="3675" y="4705"/>
                  </a:lnTo>
                  <a:lnTo>
                    <a:pt x="3889" y="4569"/>
                  </a:lnTo>
                  <a:lnTo>
                    <a:pt x="4083" y="4433"/>
                  </a:lnTo>
                  <a:lnTo>
                    <a:pt x="4258" y="4258"/>
                  </a:lnTo>
                  <a:lnTo>
                    <a:pt x="4414" y="4083"/>
                  </a:lnTo>
                  <a:lnTo>
                    <a:pt x="4569" y="3888"/>
                  </a:lnTo>
                  <a:lnTo>
                    <a:pt x="4686" y="3694"/>
                  </a:lnTo>
                  <a:lnTo>
                    <a:pt x="4783" y="3480"/>
                  </a:lnTo>
                  <a:lnTo>
                    <a:pt x="4880" y="3247"/>
                  </a:lnTo>
                  <a:lnTo>
                    <a:pt x="4938" y="3014"/>
                  </a:lnTo>
                  <a:lnTo>
                    <a:pt x="4977" y="2761"/>
                  </a:lnTo>
                  <a:lnTo>
                    <a:pt x="4977" y="2508"/>
                  </a:lnTo>
                  <a:lnTo>
                    <a:pt x="4977" y="2255"/>
                  </a:lnTo>
                  <a:lnTo>
                    <a:pt x="4938" y="2003"/>
                  </a:lnTo>
                  <a:lnTo>
                    <a:pt x="4880" y="1769"/>
                  </a:lnTo>
                  <a:lnTo>
                    <a:pt x="4783" y="1536"/>
                  </a:lnTo>
                  <a:lnTo>
                    <a:pt x="4686" y="1322"/>
                  </a:lnTo>
                  <a:lnTo>
                    <a:pt x="4569" y="1108"/>
                  </a:lnTo>
                  <a:lnTo>
                    <a:pt x="4414" y="914"/>
                  </a:lnTo>
                  <a:lnTo>
                    <a:pt x="4258" y="739"/>
                  </a:lnTo>
                  <a:lnTo>
                    <a:pt x="4083" y="583"/>
                  </a:lnTo>
                  <a:lnTo>
                    <a:pt x="3889" y="428"/>
                  </a:lnTo>
                  <a:lnTo>
                    <a:pt x="3675" y="311"/>
                  </a:lnTo>
                  <a:lnTo>
                    <a:pt x="3461" y="214"/>
                  </a:lnTo>
                  <a:lnTo>
                    <a:pt x="3228" y="117"/>
                  </a:lnTo>
                  <a:lnTo>
                    <a:pt x="2994" y="59"/>
                  </a:lnTo>
                  <a:lnTo>
                    <a:pt x="2742" y="2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0" name="Google Shape;6370;p55"/>
            <p:cNvSpPr/>
            <p:nvPr/>
          </p:nvSpPr>
          <p:spPr>
            <a:xfrm>
              <a:off x="4025422" y="-301660"/>
              <a:ext cx="154505" cy="155082"/>
            </a:xfrm>
            <a:custGeom>
              <a:avLst/>
              <a:gdLst/>
              <a:ahLst/>
              <a:cxnLst/>
              <a:rect l="l" t="t" r="r" b="b"/>
              <a:pathLst>
                <a:path w="4978" h="4997" fill="none" extrusionOk="0">
                  <a:moveTo>
                    <a:pt x="1" y="2508"/>
                  </a:moveTo>
                  <a:lnTo>
                    <a:pt x="1" y="2508"/>
                  </a:lnTo>
                  <a:lnTo>
                    <a:pt x="20" y="2761"/>
                  </a:lnTo>
                  <a:lnTo>
                    <a:pt x="39" y="3014"/>
                  </a:lnTo>
                  <a:lnTo>
                    <a:pt x="117" y="3247"/>
                  </a:lnTo>
                  <a:lnTo>
                    <a:pt x="195" y="3480"/>
                  </a:lnTo>
                  <a:lnTo>
                    <a:pt x="292" y="3694"/>
                  </a:lnTo>
                  <a:lnTo>
                    <a:pt x="428" y="3888"/>
                  </a:lnTo>
                  <a:lnTo>
                    <a:pt x="564" y="4083"/>
                  </a:lnTo>
                  <a:lnTo>
                    <a:pt x="720" y="4258"/>
                  </a:lnTo>
                  <a:lnTo>
                    <a:pt x="914" y="4433"/>
                  </a:lnTo>
                  <a:lnTo>
                    <a:pt x="1089" y="4569"/>
                  </a:lnTo>
                  <a:lnTo>
                    <a:pt x="1303" y="4705"/>
                  </a:lnTo>
                  <a:lnTo>
                    <a:pt x="1517" y="4802"/>
                  </a:lnTo>
                  <a:lnTo>
                    <a:pt x="1750" y="4880"/>
                  </a:lnTo>
                  <a:lnTo>
                    <a:pt x="1983" y="4938"/>
                  </a:lnTo>
                  <a:lnTo>
                    <a:pt x="2236" y="4977"/>
                  </a:lnTo>
                  <a:lnTo>
                    <a:pt x="2489" y="4997"/>
                  </a:lnTo>
                  <a:lnTo>
                    <a:pt x="2489" y="4997"/>
                  </a:lnTo>
                  <a:lnTo>
                    <a:pt x="2742" y="4977"/>
                  </a:lnTo>
                  <a:lnTo>
                    <a:pt x="2994" y="4938"/>
                  </a:lnTo>
                  <a:lnTo>
                    <a:pt x="3228" y="4880"/>
                  </a:lnTo>
                  <a:lnTo>
                    <a:pt x="3461" y="4802"/>
                  </a:lnTo>
                  <a:lnTo>
                    <a:pt x="3675" y="4705"/>
                  </a:lnTo>
                  <a:lnTo>
                    <a:pt x="3889" y="4569"/>
                  </a:lnTo>
                  <a:lnTo>
                    <a:pt x="4083" y="4433"/>
                  </a:lnTo>
                  <a:lnTo>
                    <a:pt x="4258" y="4258"/>
                  </a:lnTo>
                  <a:lnTo>
                    <a:pt x="4414" y="4083"/>
                  </a:lnTo>
                  <a:lnTo>
                    <a:pt x="4569" y="3888"/>
                  </a:lnTo>
                  <a:lnTo>
                    <a:pt x="4686" y="3694"/>
                  </a:lnTo>
                  <a:lnTo>
                    <a:pt x="4783" y="3480"/>
                  </a:lnTo>
                  <a:lnTo>
                    <a:pt x="4880" y="3247"/>
                  </a:lnTo>
                  <a:lnTo>
                    <a:pt x="4938" y="3014"/>
                  </a:lnTo>
                  <a:lnTo>
                    <a:pt x="4977" y="2761"/>
                  </a:lnTo>
                  <a:lnTo>
                    <a:pt x="4977" y="2508"/>
                  </a:lnTo>
                  <a:lnTo>
                    <a:pt x="4977" y="2508"/>
                  </a:lnTo>
                  <a:lnTo>
                    <a:pt x="4977" y="2255"/>
                  </a:lnTo>
                  <a:lnTo>
                    <a:pt x="4938" y="2003"/>
                  </a:lnTo>
                  <a:lnTo>
                    <a:pt x="4880" y="1769"/>
                  </a:lnTo>
                  <a:lnTo>
                    <a:pt x="4783" y="1536"/>
                  </a:lnTo>
                  <a:lnTo>
                    <a:pt x="4686" y="1322"/>
                  </a:lnTo>
                  <a:lnTo>
                    <a:pt x="4569" y="1108"/>
                  </a:lnTo>
                  <a:lnTo>
                    <a:pt x="4414" y="914"/>
                  </a:lnTo>
                  <a:lnTo>
                    <a:pt x="4258" y="739"/>
                  </a:lnTo>
                  <a:lnTo>
                    <a:pt x="4083" y="583"/>
                  </a:lnTo>
                  <a:lnTo>
                    <a:pt x="3889" y="428"/>
                  </a:lnTo>
                  <a:lnTo>
                    <a:pt x="3675" y="311"/>
                  </a:lnTo>
                  <a:lnTo>
                    <a:pt x="3461" y="214"/>
                  </a:lnTo>
                  <a:lnTo>
                    <a:pt x="3228" y="117"/>
                  </a:lnTo>
                  <a:lnTo>
                    <a:pt x="2994" y="59"/>
                  </a:lnTo>
                  <a:lnTo>
                    <a:pt x="2742" y="20"/>
                  </a:lnTo>
                  <a:lnTo>
                    <a:pt x="2489" y="0"/>
                  </a:lnTo>
                  <a:lnTo>
                    <a:pt x="2489" y="0"/>
                  </a:lnTo>
                  <a:lnTo>
                    <a:pt x="2236" y="20"/>
                  </a:lnTo>
                  <a:lnTo>
                    <a:pt x="1983" y="59"/>
                  </a:lnTo>
                  <a:lnTo>
                    <a:pt x="1750" y="117"/>
                  </a:lnTo>
                  <a:lnTo>
                    <a:pt x="1517" y="214"/>
                  </a:lnTo>
                  <a:lnTo>
                    <a:pt x="1303" y="311"/>
                  </a:lnTo>
                  <a:lnTo>
                    <a:pt x="1089" y="428"/>
                  </a:lnTo>
                  <a:lnTo>
                    <a:pt x="914" y="583"/>
                  </a:lnTo>
                  <a:lnTo>
                    <a:pt x="720" y="739"/>
                  </a:lnTo>
                  <a:lnTo>
                    <a:pt x="564" y="914"/>
                  </a:lnTo>
                  <a:lnTo>
                    <a:pt x="428" y="1108"/>
                  </a:lnTo>
                  <a:lnTo>
                    <a:pt x="292" y="1322"/>
                  </a:lnTo>
                  <a:lnTo>
                    <a:pt x="195" y="1536"/>
                  </a:lnTo>
                  <a:lnTo>
                    <a:pt x="117" y="1769"/>
                  </a:lnTo>
                  <a:lnTo>
                    <a:pt x="39" y="2003"/>
                  </a:lnTo>
                  <a:lnTo>
                    <a:pt x="20" y="2255"/>
                  </a:lnTo>
                  <a:lnTo>
                    <a:pt x="1" y="250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1" name="Google Shape;6371;p55"/>
            <p:cNvSpPr/>
            <p:nvPr/>
          </p:nvSpPr>
          <p:spPr>
            <a:xfrm>
              <a:off x="4042927" y="-284156"/>
              <a:ext cx="119494" cy="120074"/>
            </a:xfrm>
            <a:custGeom>
              <a:avLst/>
              <a:gdLst/>
              <a:ahLst/>
              <a:cxnLst/>
              <a:rect l="l" t="t" r="r" b="b"/>
              <a:pathLst>
                <a:path w="3850" h="3869" extrusionOk="0">
                  <a:moveTo>
                    <a:pt x="1925" y="0"/>
                  </a:moveTo>
                  <a:lnTo>
                    <a:pt x="1731" y="19"/>
                  </a:lnTo>
                  <a:lnTo>
                    <a:pt x="1536" y="39"/>
                  </a:lnTo>
                  <a:lnTo>
                    <a:pt x="1361" y="97"/>
                  </a:lnTo>
                  <a:lnTo>
                    <a:pt x="1167" y="156"/>
                  </a:lnTo>
                  <a:lnTo>
                    <a:pt x="1011" y="233"/>
                  </a:lnTo>
                  <a:lnTo>
                    <a:pt x="856" y="331"/>
                  </a:lnTo>
                  <a:lnTo>
                    <a:pt x="700" y="447"/>
                  </a:lnTo>
                  <a:lnTo>
                    <a:pt x="564" y="583"/>
                  </a:lnTo>
                  <a:lnTo>
                    <a:pt x="447" y="719"/>
                  </a:lnTo>
                  <a:lnTo>
                    <a:pt x="331" y="855"/>
                  </a:lnTo>
                  <a:lnTo>
                    <a:pt x="234" y="1011"/>
                  </a:lnTo>
                  <a:lnTo>
                    <a:pt x="156" y="1186"/>
                  </a:lnTo>
                  <a:lnTo>
                    <a:pt x="78" y="1361"/>
                  </a:lnTo>
                  <a:lnTo>
                    <a:pt x="39" y="1555"/>
                  </a:lnTo>
                  <a:lnTo>
                    <a:pt x="0" y="1750"/>
                  </a:lnTo>
                  <a:lnTo>
                    <a:pt x="0" y="1944"/>
                  </a:lnTo>
                  <a:lnTo>
                    <a:pt x="0" y="2139"/>
                  </a:lnTo>
                  <a:lnTo>
                    <a:pt x="39" y="2333"/>
                  </a:lnTo>
                  <a:lnTo>
                    <a:pt x="78" y="2508"/>
                  </a:lnTo>
                  <a:lnTo>
                    <a:pt x="156" y="2683"/>
                  </a:lnTo>
                  <a:lnTo>
                    <a:pt x="234" y="2858"/>
                  </a:lnTo>
                  <a:lnTo>
                    <a:pt x="331" y="3013"/>
                  </a:lnTo>
                  <a:lnTo>
                    <a:pt x="447" y="3169"/>
                  </a:lnTo>
                  <a:lnTo>
                    <a:pt x="564" y="3305"/>
                  </a:lnTo>
                  <a:lnTo>
                    <a:pt x="700" y="3422"/>
                  </a:lnTo>
                  <a:lnTo>
                    <a:pt x="856" y="3538"/>
                  </a:lnTo>
                  <a:lnTo>
                    <a:pt x="1011" y="3635"/>
                  </a:lnTo>
                  <a:lnTo>
                    <a:pt x="1167" y="3713"/>
                  </a:lnTo>
                  <a:lnTo>
                    <a:pt x="1361" y="3791"/>
                  </a:lnTo>
                  <a:lnTo>
                    <a:pt x="1536" y="3830"/>
                  </a:lnTo>
                  <a:lnTo>
                    <a:pt x="1731" y="3869"/>
                  </a:lnTo>
                  <a:lnTo>
                    <a:pt x="2119" y="3869"/>
                  </a:lnTo>
                  <a:lnTo>
                    <a:pt x="2314" y="3830"/>
                  </a:lnTo>
                  <a:lnTo>
                    <a:pt x="2508" y="3791"/>
                  </a:lnTo>
                  <a:lnTo>
                    <a:pt x="2683" y="3713"/>
                  </a:lnTo>
                  <a:lnTo>
                    <a:pt x="2858" y="3635"/>
                  </a:lnTo>
                  <a:lnTo>
                    <a:pt x="3014" y="3538"/>
                  </a:lnTo>
                  <a:lnTo>
                    <a:pt x="3150" y="3422"/>
                  </a:lnTo>
                  <a:lnTo>
                    <a:pt x="3286" y="3305"/>
                  </a:lnTo>
                  <a:lnTo>
                    <a:pt x="3422" y="3169"/>
                  </a:lnTo>
                  <a:lnTo>
                    <a:pt x="3539" y="3013"/>
                  </a:lnTo>
                  <a:lnTo>
                    <a:pt x="3616" y="2858"/>
                  </a:lnTo>
                  <a:lnTo>
                    <a:pt x="3713" y="2683"/>
                  </a:lnTo>
                  <a:lnTo>
                    <a:pt x="3772" y="2508"/>
                  </a:lnTo>
                  <a:lnTo>
                    <a:pt x="3811" y="2333"/>
                  </a:lnTo>
                  <a:lnTo>
                    <a:pt x="3850" y="2139"/>
                  </a:lnTo>
                  <a:lnTo>
                    <a:pt x="3850" y="1944"/>
                  </a:lnTo>
                  <a:lnTo>
                    <a:pt x="3850" y="1750"/>
                  </a:lnTo>
                  <a:lnTo>
                    <a:pt x="3811" y="1555"/>
                  </a:lnTo>
                  <a:lnTo>
                    <a:pt x="3772" y="1361"/>
                  </a:lnTo>
                  <a:lnTo>
                    <a:pt x="3713" y="1186"/>
                  </a:lnTo>
                  <a:lnTo>
                    <a:pt x="3616" y="1011"/>
                  </a:lnTo>
                  <a:lnTo>
                    <a:pt x="3539" y="855"/>
                  </a:lnTo>
                  <a:lnTo>
                    <a:pt x="3422" y="719"/>
                  </a:lnTo>
                  <a:lnTo>
                    <a:pt x="3286" y="583"/>
                  </a:lnTo>
                  <a:lnTo>
                    <a:pt x="3150" y="447"/>
                  </a:lnTo>
                  <a:lnTo>
                    <a:pt x="3014" y="331"/>
                  </a:lnTo>
                  <a:lnTo>
                    <a:pt x="2858" y="233"/>
                  </a:lnTo>
                  <a:lnTo>
                    <a:pt x="2683" y="156"/>
                  </a:lnTo>
                  <a:lnTo>
                    <a:pt x="2508" y="97"/>
                  </a:lnTo>
                  <a:lnTo>
                    <a:pt x="2314" y="39"/>
                  </a:lnTo>
                  <a:lnTo>
                    <a:pt x="2119" y="19"/>
                  </a:lnTo>
                  <a:lnTo>
                    <a:pt x="1925" y="0"/>
                  </a:lnTo>
                  <a:close/>
                </a:path>
              </a:pathLst>
            </a:custGeom>
            <a:solidFill>
              <a:srgbClr val="4B94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2" name="Google Shape;6372;p55"/>
            <p:cNvSpPr/>
            <p:nvPr/>
          </p:nvSpPr>
          <p:spPr>
            <a:xfrm>
              <a:off x="4042927" y="-284156"/>
              <a:ext cx="119494" cy="120074"/>
            </a:xfrm>
            <a:custGeom>
              <a:avLst/>
              <a:gdLst/>
              <a:ahLst/>
              <a:cxnLst/>
              <a:rect l="l" t="t" r="r" b="b"/>
              <a:pathLst>
                <a:path w="3850" h="3869" fill="none" extrusionOk="0">
                  <a:moveTo>
                    <a:pt x="0" y="1944"/>
                  </a:moveTo>
                  <a:lnTo>
                    <a:pt x="0" y="1944"/>
                  </a:lnTo>
                  <a:lnTo>
                    <a:pt x="0" y="2139"/>
                  </a:lnTo>
                  <a:lnTo>
                    <a:pt x="39" y="2333"/>
                  </a:lnTo>
                  <a:lnTo>
                    <a:pt x="78" y="2508"/>
                  </a:lnTo>
                  <a:lnTo>
                    <a:pt x="156" y="2683"/>
                  </a:lnTo>
                  <a:lnTo>
                    <a:pt x="234" y="2858"/>
                  </a:lnTo>
                  <a:lnTo>
                    <a:pt x="331" y="3013"/>
                  </a:lnTo>
                  <a:lnTo>
                    <a:pt x="447" y="3169"/>
                  </a:lnTo>
                  <a:lnTo>
                    <a:pt x="564" y="3305"/>
                  </a:lnTo>
                  <a:lnTo>
                    <a:pt x="700" y="3422"/>
                  </a:lnTo>
                  <a:lnTo>
                    <a:pt x="856" y="3538"/>
                  </a:lnTo>
                  <a:lnTo>
                    <a:pt x="1011" y="3635"/>
                  </a:lnTo>
                  <a:lnTo>
                    <a:pt x="1167" y="3713"/>
                  </a:lnTo>
                  <a:lnTo>
                    <a:pt x="1361" y="3791"/>
                  </a:lnTo>
                  <a:lnTo>
                    <a:pt x="1536" y="3830"/>
                  </a:lnTo>
                  <a:lnTo>
                    <a:pt x="1731" y="3869"/>
                  </a:lnTo>
                  <a:lnTo>
                    <a:pt x="1925" y="3869"/>
                  </a:lnTo>
                  <a:lnTo>
                    <a:pt x="1925" y="3869"/>
                  </a:lnTo>
                  <a:lnTo>
                    <a:pt x="2119" y="3869"/>
                  </a:lnTo>
                  <a:lnTo>
                    <a:pt x="2314" y="3830"/>
                  </a:lnTo>
                  <a:lnTo>
                    <a:pt x="2508" y="3791"/>
                  </a:lnTo>
                  <a:lnTo>
                    <a:pt x="2683" y="3713"/>
                  </a:lnTo>
                  <a:lnTo>
                    <a:pt x="2858" y="3635"/>
                  </a:lnTo>
                  <a:lnTo>
                    <a:pt x="3014" y="3538"/>
                  </a:lnTo>
                  <a:lnTo>
                    <a:pt x="3150" y="3422"/>
                  </a:lnTo>
                  <a:lnTo>
                    <a:pt x="3286" y="3305"/>
                  </a:lnTo>
                  <a:lnTo>
                    <a:pt x="3422" y="3169"/>
                  </a:lnTo>
                  <a:lnTo>
                    <a:pt x="3539" y="3013"/>
                  </a:lnTo>
                  <a:lnTo>
                    <a:pt x="3616" y="2858"/>
                  </a:lnTo>
                  <a:lnTo>
                    <a:pt x="3713" y="2683"/>
                  </a:lnTo>
                  <a:lnTo>
                    <a:pt x="3772" y="2508"/>
                  </a:lnTo>
                  <a:lnTo>
                    <a:pt x="3811" y="2333"/>
                  </a:lnTo>
                  <a:lnTo>
                    <a:pt x="3850" y="2139"/>
                  </a:lnTo>
                  <a:lnTo>
                    <a:pt x="3850" y="1944"/>
                  </a:lnTo>
                  <a:lnTo>
                    <a:pt x="3850" y="1944"/>
                  </a:lnTo>
                  <a:lnTo>
                    <a:pt x="3850" y="1750"/>
                  </a:lnTo>
                  <a:lnTo>
                    <a:pt x="3811" y="1555"/>
                  </a:lnTo>
                  <a:lnTo>
                    <a:pt x="3772" y="1361"/>
                  </a:lnTo>
                  <a:lnTo>
                    <a:pt x="3713" y="1186"/>
                  </a:lnTo>
                  <a:lnTo>
                    <a:pt x="3616" y="1011"/>
                  </a:lnTo>
                  <a:lnTo>
                    <a:pt x="3539" y="855"/>
                  </a:lnTo>
                  <a:lnTo>
                    <a:pt x="3422" y="719"/>
                  </a:lnTo>
                  <a:lnTo>
                    <a:pt x="3286" y="583"/>
                  </a:lnTo>
                  <a:lnTo>
                    <a:pt x="3150" y="447"/>
                  </a:lnTo>
                  <a:lnTo>
                    <a:pt x="3014" y="331"/>
                  </a:lnTo>
                  <a:lnTo>
                    <a:pt x="2858" y="233"/>
                  </a:lnTo>
                  <a:lnTo>
                    <a:pt x="2683" y="156"/>
                  </a:lnTo>
                  <a:lnTo>
                    <a:pt x="2508" y="97"/>
                  </a:lnTo>
                  <a:lnTo>
                    <a:pt x="2314" y="39"/>
                  </a:lnTo>
                  <a:lnTo>
                    <a:pt x="2119" y="19"/>
                  </a:lnTo>
                  <a:lnTo>
                    <a:pt x="1925" y="0"/>
                  </a:lnTo>
                  <a:lnTo>
                    <a:pt x="1925" y="0"/>
                  </a:lnTo>
                  <a:lnTo>
                    <a:pt x="1731" y="19"/>
                  </a:lnTo>
                  <a:lnTo>
                    <a:pt x="1536" y="39"/>
                  </a:lnTo>
                  <a:lnTo>
                    <a:pt x="1361" y="97"/>
                  </a:lnTo>
                  <a:lnTo>
                    <a:pt x="1167" y="156"/>
                  </a:lnTo>
                  <a:lnTo>
                    <a:pt x="1011" y="233"/>
                  </a:lnTo>
                  <a:lnTo>
                    <a:pt x="856" y="331"/>
                  </a:lnTo>
                  <a:lnTo>
                    <a:pt x="700" y="447"/>
                  </a:lnTo>
                  <a:lnTo>
                    <a:pt x="564" y="583"/>
                  </a:lnTo>
                  <a:lnTo>
                    <a:pt x="447" y="719"/>
                  </a:lnTo>
                  <a:lnTo>
                    <a:pt x="331" y="855"/>
                  </a:lnTo>
                  <a:lnTo>
                    <a:pt x="234" y="1011"/>
                  </a:lnTo>
                  <a:lnTo>
                    <a:pt x="156" y="1186"/>
                  </a:lnTo>
                  <a:lnTo>
                    <a:pt x="78" y="1361"/>
                  </a:lnTo>
                  <a:lnTo>
                    <a:pt x="39" y="1555"/>
                  </a:lnTo>
                  <a:lnTo>
                    <a:pt x="0" y="1750"/>
                  </a:lnTo>
                  <a:lnTo>
                    <a:pt x="0" y="194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3" name="Google Shape;6373;p55"/>
            <p:cNvSpPr/>
            <p:nvPr/>
          </p:nvSpPr>
          <p:spPr>
            <a:xfrm>
              <a:off x="4067042" y="-259420"/>
              <a:ext cx="71231" cy="70605"/>
            </a:xfrm>
            <a:custGeom>
              <a:avLst/>
              <a:gdLst/>
              <a:ahLst/>
              <a:cxnLst/>
              <a:rect l="l" t="t" r="r" b="b"/>
              <a:pathLst>
                <a:path w="2295" h="2275" extrusionOk="0">
                  <a:moveTo>
                    <a:pt x="1031" y="0"/>
                  </a:moveTo>
                  <a:lnTo>
                    <a:pt x="915" y="20"/>
                  </a:lnTo>
                  <a:lnTo>
                    <a:pt x="701" y="97"/>
                  </a:lnTo>
                  <a:lnTo>
                    <a:pt x="506" y="195"/>
                  </a:lnTo>
                  <a:lnTo>
                    <a:pt x="351" y="331"/>
                  </a:lnTo>
                  <a:lnTo>
                    <a:pt x="195" y="506"/>
                  </a:lnTo>
                  <a:lnTo>
                    <a:pt x="98" y="700"/>
                  </a:lnTo>
                  <a:lnTo>
                    <a:pt x="40" y="914"/>
                  </a:lnTo>
                  <a:lnTo>
                    <a:pt x="20" y="1030"/>
                  </a:lnTo>
                  <a:lnTo>
                    <a:pt x="1" y="1147"/>
                  </a:lnTo>
                  <a:lnTo>
                    <a:pt x="20" y="1264"/>
                  </a:lnTo>
                  <a:lnTo>
                    <a:pt x="40" y="1380"/>
                  </a:lnTo>
                  <a:lnTo>
                    <a:pt x="98" y="1594"/>
                  </a:lnTo>
                  <a:lnTo>
                    <a:pt x="195" y="1789"/>
                  </a:lnTo>
                  <a:lnTo>
                    <a:pt x="351" y="1944"/>
                  </a:lnTo>
                  <a:lnTo>
                    <a:pt x="506" y="2080"/>
                  </a:lnTo>
                  <a:lnTo>
                    <a:pt x="701" y="2197"/>
                  </a:lnTo>
                  <a:lnTo>
                    <a:pt x="915" y="2255"/>
                  </a:lnTo>
                  <a:lnTo>
                    <a:pt x="1031" y="2275"/>
                  </a:lnTo>
                  <a:lnTo>
                    <a:pt x="1265" y="2275"/>
                  </a:lnTo>
                  <a:lnTo>
                    <a:pt x="1381" y="2255"/>
                  </a:lnTo>
                  <a:lnTo>
                    <a:pt x="1595" y="2197"/>
                  </a:lnTo>
                  <a:lnTo>
                    <a:pt x="1789" y="2080"/>
                  </a:lnTo>
                  <a:lnTo>
                    <a:pt x="1964" y="1944"/>
                  </a:lnTo>
                  <a:lnTo>
                    <a:pt x="2101" y="1789"/>
                  </a:lnTo>
                  <a:lnTo>
                    <a:pt x="2198" y="1594"/>
                  </a:lnTo>
                  <a:lnTo>
                    <a:pt x="2275" y="1380"/>
                  </a:lnTo>
                  <a:lnTo>
                    <a:pt x="2295" y="1264"/>
                  </a:lnTo>
                  <a:lnTo>
                    <a:pt x="2295" y="1147"/>
                  </a:lnTo>
                  <a:lnTo>
                    <a:pt x="2295" y="1030"/>
                  </a:lnTo>
                  <a:lnTo>
                    <a:pt x="2275" y="914"/>
                  </a:lnTo>
                  <a:lnTo>
                    <a:pt x="2198" y="700"/>
                  </a:lnTo>
                  <a:lnTo>
                    <a:pt x="2101" y="506"/>
                  </a:lnTo>
                  <a:lnTo>
                    <a:pt x="1964" y="331"/>
                  </a:lnTo>
                  <a:lnTo>
                    <a:pt x="1789" y="195"/>
                  </a:lnTo>
                  <a:lnTo>
                    <a:pt x="1595" y="97"/>
                  </a:lnTo>
                  <a:lnTo>
                    <a:pt x="1381" y="2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4B94D8"/>
            </a:solidFill>
            <a:ln>
              <a:solidFill>
                <a:srgbClr val="4B94D8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4" name="Google Shape;6374;p55"/>
            <p:cNvSpPr/>
            <p:nvPr/>
          </p:nvSpPr>
          <p:spPr>
            <a:xfrm>
              <a:off x="4067042" y="-259420"/>
              <a:ext cx="71231" cy="70605"/>
            </a:xfrm>
            <a:custGeom>
              <a:avLst/>
              <a:gdLst/>
              <a:ahLst/>
              <a:cxnLst/>
              <a:rect l="l" t="t" r="r" b="b"/>
              <a:pathLst>
                <a:path w="2295" h="2275" fill="none" extrusionOk="0">
                  <a:moveTo>
                    <a:pt x="1148" y="0"/>
                  </a:moveTo>
                  <a:lnTo>
                    <a:pt x="1148" y="0"/>
                  </a:lnTo>
                  <a:lnTo>
                    <a:pt x="1031" y="0"/>
                  </a:lnTo>
                  <a:lnTo>
                    <a:pt x="915" y="20"/>
                  </a:lnTo>
                  <a:lnTo>
                    <a:pt x="701" y="97"/>
                  </a:lnTo>
                  <a:lnTo>
                    <a:pt x="506" y="195"/>
                  </a:lnTo>
                  <a:lnTo>
                    <a:pt x="351" y="331"/>
                  </a:lnTo>
                  <a:lnTo>
                    <a:pt x="195" y="506"/>
                  </a:lnTo>
                  <a:lnTo>
                    <a:pt x="98" y="700"/>
                  </a:lnTo>
                  <a:lnTo>
                    <a:pt x="40" y="914"/>
                  </a:lnTo>
                  <a:lnTo>
                    <a:pt x="20" y="1030"/>
                  </a:lnTo>
                  <a:lnTo>
                    <a:pt x="1" y="1147"/>
                  </a:lnTo>
                  <a:lnTo>
                    <a:pt x="1" y="1147"/>
                  </a:lnTo>
                  <a:lnTo>
                    <a:pt x="20" y="1264"/>
                  </a:lnTo>
                  <a:lnTo>
                    <a:pt x="40" y="1380"/>
                  </a:lnTo>
                  <a:lnTo>
                    <a:pt x="98" y="1594"/>
                  </a:lnTo>
                  <a:lnTo>
                    <a:pt x="195" y="1789"/>
                  </a:lnTo>
                  <a:lnTo>
                    <a:pt x="351" y="1944"/>
                  </a:lnTo>
                  <a:lnTo>
                    <a:pt x="506" y="2080"/>
                  </a:lnTo>
                  <a:lnTo>
                    <a:pt x="701" y="2197"/>
                  </a:lnTo>
                  <a:lnTo>
                    <a:pt x="915" y="2255"/>
                  </a:lnTo>
                  <a:lnTo>
                    <a:pt x="1031" y="2275"/>
                  </a:lnTo>
                  <a:lnTo>
                    <a:pt x="1148" y="2275"/>
                  </a:lnTo>
                  <a:lnTo>
                    <a:pt x="1148" y="2275"/>
                  </a:lnTo>
                  <a:lnTo>
                    <a:pt x="1265" y="2275"/>
                  </a:lnTo>
                  <a:lnTo>
                    <a:pt x="1381" y="2255"/>
                  </a:lnTo>
                  <a:lnTo>
                    <a:pt x="1595" y="2197"/>
                  </a:lnTo>
                  <a:lnTo>
                    <a:pt x="1789" y="2080"/>
                  </a:lnTo>
                  <a:lnTo>
                    <a:pt x="1964" y="1944"/>
                  </a:lnTo>
                  <a:lnTo>
                    <a:pt x="2101" y="1789"/>
                  </a:lnTo>
                  <a:lnTo>
                    <a:pt x="2198" y="1594"/>
                  </a:lnTo>
                  <a:lnTo>
                    <a:pt x="2275" y="1380"/>
                  </a:lnTo>
                  <a:lnTo>
                    <a:pt x="2295" y="1264"/>
                  </a:lnTo>
                  <a:lnTo>
                    <a:pt x="2295" y="1147"/>
                  </a:lnTo>
                  <a:lnTo>
                    <a:pt x="2295" y="1147"/>
                  </a:lnTo>
                  <a:lnTo>
                    <a:pt x="2295" y="1030"/>
                  </a:lnTo>
                  <a:lnTo>
                    <a:pt x="2275" y="914"/>
                  </a:lnTo>
                  <a:lnTo>
                    <a:pt x="2198" y="700"/>
                  </a:lnTo>
                  <a:lnTo>
                    <a:pt x="2101" y="506"/>
                  </a:lnTo>
                  <a:lnTo>
                    <a:pt x="1964" y="331"/>
                  </a:lnTo>
                  <a:lnTo>
                    <a:pt x="1789" y="195"/>
                  </a:lnTo>
                  <a:lnTo>
                    <a:pt x="1595" y="97"/>
                  </a:lnTo>
                  <a:lnTo>
                    <a:pt x="1381" y="20"/>
                  </a:lnTo>
                  <a:lnTo>
                    <a:pt x="1265" y="0"/>
                  </a:lnTo>
                  <a:lnTo>
                    <a:pt x="11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5" name="Google Shape;6375;p55"/>
            <p:cNvSpPr/>
            <p:nvPr/>
          </p:nvSpPr>
          <p:spPr>
            <a:xfrm>
              <a:off x="3054015" y="-459137"/>
              <a:ext cx="217231" cy="104402"/>
            </a:xfrm>
            <a:custGeom>
              <a:avLst/>
              <a:gdLst/>
              <a:ahLst/>
              <a:cxnLst/>
              <a:rect l="l" t="t" r="r" b="b"/>
              <a:pathLst>
                <a:path w="6999" h="3364" extrusionOk="0">
                  <a:moveTo>
                    <a:pt x="311" y="0"/>
                  </a:moveTo>
                  <a:lnTo>
                    <a:pt x="214" y="20"/>
                  </a:lnTo>
                  <a:lnTo>
                    <a:pt x="117" y="59"/>
                  </a:lnTo>
                  <a:lnTo>
                    <a:pt x="59" y="117"/>
                  </a:lnTo>
                  <a:lnTo>
                    <a:pt x="20" y="195"/>
                  </a:lnTo>
                  <a:lnTo>
                    <a:pt x="0" y="292"/>
                  </a:lnTo>
                  <a:lnTo>
                    <a:pt x="20" y="389"/>
                  </a:lnTo>
                  <a:lnTo>
                    <a:pt x="59" y="467"/>
                  </a:lnTo>
                  <a:lnTo>
                    <a:pt x="156" y="545"/>
                  </a:lnTo>
                  <a:lnTo>
                    <a:pt x="5171" y="3364"/>
                  </a:lnTo>
                  <a:lnTo>
                    <a:pt x="6999" y="739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6" name="Google Shape;6376;p55"/>
            <p:cNvSpPr/>
            <p:nvPr/>
          </p:nvSpPr>
          <p:spPr>
            <a:xfrm>
              <a:off x="3054015" y="-459137"/>
              <a:ext cx="217231" cy="104402"/>
            </a:xfrm>
            <a:custGeom>
              <a:avLst/>
              <a:gdLst/>
              <a:ahLst/>
              <a:cxnLst/>
              <a:rect l="l" t="t" r="r" b="b"/>
              <a:pathLst>
                <a:path w="6999" h="3364" fill="none" extrusionOk="0">
                  <a:moveTo>
                    <a:pt x="6999" y="739"/>
                  </a:moveTo>
                  <a:lnTo>
                    <a:pt x="311" y="0"/>
                  </a:lnTo>
                  <a:lnTo>
                    <a:pt x="311" y="0"/>
                  </a:lnTo>
                  <a:lnTo>
                    <a:pt x="214" y="20"/>
                  </a:lnTo>
                  <a:lnTo>
                    <a:pt x="117" y="59"/>
                  </a:lnTo>
                  <a:lnTo>
                    <a:pt x="59" y="117"/>
                  </a:lnTo>
                  <a:lnTo>
                    <a:pt x="20" y="195"/>
                  </a:lnTo>
                  <a:lnTo>
                    <a:pt x="0" y="292"/>
                  </a:lnTo>
                  <a:lnTo>
                    <a:pt x="20" y="389"/>
                  </a:lnTo>
                  <a:lnTo>
                    <a:pt x="59" y="467"/>
                  </a:lnTo>
                  <a:lnTo>
                    <a:pt x="156" y="545"/>
                  </a:lnTo>
                  <a:lnTo>
                    <a:pt x="5171" y="3364"/>
                  </a:lnTo>
                  <a:lnTo>
                    <a:pt x="6999" y="73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7" name="Google Shape;6377;p55"/>
            <p:cNvSpPr/>
            <p:nvPr/>
          </p:nvSpPr>
          <p:spPr>
            <a:xfrm>
              <a:off x="3163822" y="-445264"/>
              <a:ext cx="41652" cy="68215"/>
            </a:xfrm>
            <a:custGeom>
              <a:avLst/>
              <a:gdLst/>
              <a:ahLst/>
              <a:cxnLst/>
              <a:rect l="l" t="t" r="r" b="b"/>
              <a:pathLst>
                <a:path w="1342" h="2198" extrusionOk="0">
                  <a:moveTo>
                    <a:pt x="759" y="0"/>
                  </a:moveTo>
                  <a:lnTo>
                    <a:pt x="525" y="467"/>
                  </a:lnTo>
                  <a:lnTo>
                    <a:pt x="311" y="953"/>
                  </a:lnTo>
                  <a:lnTo>
                    <a:pt x="137" y="1458"/>
                  </a:lnTo>
                  <a:lnTo>
                    <a:pt x="0" y="1983"/>
                  </a:lnTo>
                  <a:lnTo>
                    <a:pt x="370" y="2197"/>
                  </a:lnTo>
                  <a:lnTo>
                    <a:pt x="448" y="1906"/>
                  </a:lnTo>
                  <a:lnTo>
                    <a:pt x="545" y="1633"/>
                  </a:lnTo>
                  <a:lnTo>
                    <a:pt x="661" y="1342"/>
                  </a:lnTo>
                  <a:lnTo>
                    <a:pt x="778" y="1070"/>
                  </a:lnTo>
                  <a:lnTo>
                    <a:pt x="895" y="817"/>
                  </a:lnTo>
                  <a:lnTo>
                    <a:pt x="1031" y="564"/>
                  </a:lnTo>
                  <a:lnTo>
                    <a:pt x="1186" y="311"/>
                  </a:lnTo>
                  <a:lnTo>
                    <a:pt x="1342" y="59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8" name="Google Shape;6378;p55"/>
            <p:cNvSpPr/>
            <p:nvPr/>
          </p:nvSpPr>
          <p:spPr>
            <a:xfrm>
              <a:off x="3163822" y="-445264"/>
              <a:ext cx="41652" cy="68215"/>
            </a:xfrm>
            <a:custGeom>
              <a:avLst/>
              <a:gdLst/>
              <a:ahLst/>
              <a:cxnLst/>
              <a:rect l="l" t="t" r="r" b="b"/>
              <a:pathLst>
                <a:path w="1342" h="2198" fill="none" extrusionOk="0">
                  <a:moveTo>
                    <a:pt x="759" y="0"/>
                  </a:moveTo>
                  <a:lnTo>
                    <a:pt x="759" y="0"/>
                  </a:lnTo>
                  <a:lnTo>
                    <a:pt x="525" y="467"/>
                  </a:lnTo>
                  <a:lnTo>
                    <a:pt x="311" y="953"/>
                  </a:lnTo>
                  <a:lnTo>
                    <a:pt x="137" y="1458"/>
                  </a:lnTo>
                  <a:lnTo>
                    <a:pt x="0" y="1983"/>
                  </a:lnTo>
                  <a:lnTo>
                    <a:pt x="370" y="2197"/>
                  </a:lnTo>
                  <a:lnTo>
                    <a:pt x="370" y="2197"/>
                  </a:lnTo>
                  <a:lnTo>
                    <a:pt x="448" y="1906"/>
                  </a:lnTo>
                  <a:lnTo>
                    <a:pt x="545" y="1633"/>
                  </a:lnTo>
                  <a:lnTo>
                    <a:pt x="661" y="1342"/>
                  </a:lnTo>
                  <a:lnTo>
                    <a:pt x="778" y="1070"/>
                  </a:lnTo>
                  <a:lnTo>
                    <a:pt x="895" y="817"/>
                  </a:lnTo>
                  <a:lnTo>
                    <a:pt x="1031" y="564"/>
                  </a:lnTo>
                  <a:lnTo>
                    <a:pt x="1186" y="311"/>
                  </a:lnTo>
                  <a:lnTo>
                    <a:pt x="1342" y="59"/>
                  </a:lnTo>
                  <a:lnTo>
                    <a:pt x="75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9" name="Google Shape;6379;p55"/>
            <p:cNvSpPr/>
            <p:nvPr/>
          </p:nvSpPr>
          <p:spPr>
            <a:xfrm>
              <a:off x="3468506" y="-459137"/>
              <a:ext cx="217263" cy="104402"/>
            </a:xfrm>
            <a:custGeom>
              <a:avLst/>
              <a:gdLst/>
              <a:ahLst/>
              <a:cxnLst/>
              <a:rect l="l" t="t" r="r" b="b"/>
              <a:pathLst>
                <a:path w="7000" h="3364" extrusionOk="0">
                  <a:moveTo>
                    <a:pt x="6669" y="0"/>
                  </a:moveTo>
                  <a:lnTo>
                    <a:pt x="1" y="739"/>
                  </a:lnTo>
                  <a:lnTo>
                    <a:pt x="1809" y="3364"/>
                  </a:lnTo>
                  <a:lnTo>
                    <a:pt x="6844" y="545"/>
                  </a:lnTo>
                  <a:lnTo>
                    <a:pt x="6922" y="467"/>
                  </a:lnTo>
                  <a:lnTo>
                    <a:pt x="6980" y="389"/>
                  </a:lnTo>
                  <a:lnTo>
                    <a:pt x="7000" y="292"/>
                  </a:lnTo>
                  <a:lnTo>
                    <a:pt x="6980" y="195"/>
                  </a:lnTo>
                  <a:lnTo>
                    <a:pt x="6941" y="117"/>
                  </a:lnTo>
                  <a:lnTo>
                    <a:pt x="6863" y="59"/>
                  </a:lnTo>
                  <a:lnTo>
                    <a:pt x="6786" y="20"/>
                  </a:lnTo>
                  <a:lnTo>
                    <a:pt x="66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0" name="Google Shape;6380;p55"/>
            <p:cNvSpPr/>
            <p:nvPr/>
          </p:nvSpPr>
          <p:spPr>
            <a:xfrm>
              <a:off x="3468506" y="-459137"/>
              <a:ext cx="217263" cy="104402"/>
            </a:xfrm>
            <a:custGeom>
              <a:avLst/>
              <a:gdLst/>
              <a:ahLst/>
              <a:cxnLst/>
              <a:rect l="l" t="t" r="r" b="b"/>
              <a:pathLst>
                <a:path w="7000" h="3364" fill="none" extrusionOk="0">
                  <a:moveTo>
                    <a:pt x="1" y="739"/>
                  </a:moveTo>
                  <a:lnTo>
                    <a:pt x="6669" y="0"/>
                  </a:lnTo>
                  <a:lnTo>
                    <a:pt x="6669" y="0"/>
                  </a:lnTo>
                  <a:lnTo>
                    <a:pt x="6786" y="20"/>
                  </a:lnTo>
                  <a:lnTo>
                    <a:pt x="6863" y="59"/>
                  </a:lnTo>
                  <a:lnTo>
                    <a:pt x="6941" y="117"/>
                  </a:lnTo>
                  <a:lnTo>
                    <a:pt x="6980" y="195"/>
                  </a:lnTo>
                  <a:lnTo>
                    <a:pt x="7000" y="292"/>
                  </a:lnTo>
                  <a:lnTo>
                    <a:pt x="6980" y="389"/>
                  </a:lnTo>
                  <a:lnTo>
                    <a:pt x="6922" y="467"/>
                  </a:lnTo>
                  <a:lnTo>
                    <a:pt x="6844" y="545"/>
                  </a:lnTo>
                  <a:lnTo>
                    <a:pt x="1809" y="3364"/>
                  </a:lnTo>
                  <a:lnTo>
                    <a:pt x="1" y="73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1" name="Google Shape;6381;p55"/>
            <p:cNvSpPr/>
            <p:nvPr/>
          </p:nvSpPr>
          <p:spPr>
            <a:xfrm>
              <a:off x="3526451" y="-445264"/>
              <a:ext cx="49505" cy="72436"/>
            </a:xfrm>
            <a:custGeom>
              <a:avLst/>
              <a:gdLst/>
              <a:ahLst/>
              <a:cxnLst/>
              <a:rect l="l" t="t" r="r" b="b"/>
              <a:pathLst>
                <a:path w="1595" h="2334" extrusionOk="0">
                  <a:moveTo>
                    <a:pt x="817" y="0"/>
                  </a:moveTo>
                  <a:lnTo>
                    <a:pt x="0" y="98"/>
                  </a:lnTo>
                  <a:lnTo>
                    <a:pt x="175" y="350"/>
                  </a:lnTo>
                  <a:lnTo>
                    <a:pt x="331" y="603"/>
                  </a:lnTo>
                  <a:lnTo>
                    <a:pt x="467" y="875"/>
                  </a:lnTo>
                  <a:lnTo>
                    <a:pt x="603" y="1147"/>
                  </a:lnTo>
                  <a:lnTo>
                    <a:pt x="720" y="1439"/>
                  </a:lnTo>
                  <a:lnTo>
                    <a:pt x="817" y="1731"/>
                  </a:lnTo>
                  <a:lnTo>
                    <a:pt x="914" y="2022"/>
                  </a:lnTo>
                  <a:lnTo>
                    <a:pt x="992" y="2333"/>
                  </a:lnTo>
                  <a:lnTo>
                    <a:pt x="1594" y="1983"/>
                  </a:lnTo>
                  <a:lnTo>
                    <a:pt x="1458" y="1458"/>
                  </a:lnTo>
                  <a:lnTo>
                    <a:pt x="1283" y="953"/>
                  </a:lnTo>
                  <a:lnTo>
                    <a:pt x="1069" y="467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2" name="Google Shape;6382;p55"/>
            <p:cNvSpPr/>
            <p:nvPr/>
          </p:nvSpPr>
          <p:spPr>
            <a:xfrm>
              <a:off x="3526451" y="-445264"/>
              <a:ext cx="49505" cy="72436"/>
            </a:xfrm>
            <a:custGeom>
              <a:avLst/>
              <a:gdLst/>
              <a:ahLst/>
              <a:cxnLst/>
              <a:rect l="l" t="t" r="r" b="b"/>
              <a:pathLst>
                <a:path w="1595" h="2334" fill="none" extrusionOk="0">
                  <a:moveTo>
                    <a:pt x="817" y="0"/>
                  </a:moveTo>
                  <a:lnTo>
                    <a:pt x="0" y="98"/>
                  </a:lnTo>
                  <a:lnTo>
                    <a:pt x="0" y="98"/>
                  </a:lnTo>
                  <a:lnTo>
                    <a:pt x="175" y="350"/>
                  </a:lnTo>
                  <a:lnTo>
                    <a:pt x="331" y="603"/>
                  </a:lnTo>
                  <a:lnTo>
                    <a:pt x="467" y="875"/>
                  </a:lnTo>
                  <a:lnTo>
                    <a:pt x="603" y="1147"/>
                  </a:lnTo>
                  <a:lnTo>
                    <a:pt x="720" y="1439"/>
                  </a:lnTo>
                  <a:lnTo>
                    <a:pt x="817" y="1731"/>
                  </a:lnTo>
                  <a:lnTo>
                    <a:pt x="914" y="2022"/>
                  </a:lnTo>
                  <a:lnTo>
                    <a:pt x="992" y="2333"/>
                  </a:lnTo>
                  <a:lnTo>
                    <a:pt x="1594" y="1983"/>
                  </a:lnTo>
                  <a:lnTo>
                    <a:pt x="1594" y="1983"/>
                  </a:lnTo>
                  <a:lnTo>
                    <a:pt x="1458" y="1458"/>
                  </a:lnTo>
                  <a:lnTo>
                    <a:pt x="1283" y="953"/>
                  </a:lnTo>
                  <a:lnTo>
                    <a:pt x="1069" y="467"/>
                  </a:lnTo>
                  <a:lnTo>
                    <a:pt x="81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3" name="Google Shape;6383;p55"/>
            <p:cNvSpPr/>
            <p:nvPr/>
          </p:nvSpPr>
          <p:spPr>
            <a:xfrm>
              <a:off x="3168632" y="-529744"/>
              <a:ext cx="394673" cy="432038"/>
            </a:xfrm>
            <a:custGeom>
              <a:avLst/>
              <a:gdLst/>
              <a:ahLst/>
              <a:cxnLst/>
              <a:rect l="l" t="t" r="r" b="b"/>
              <a:pathLst>
                <a:path w="12716" h="13921" extrusionOk="0">
                  <a:moveTo>
                    <a:pt x="6358" y="1"/>
                  </a:moveTo>
                  <a:lnTo>
                    <a:pt x="6028" y="20"/>
                  </a:lnTo>
                  <a:lnTo>
                    <a:pt x="5697" y="40"/>
                  </a:lnTo>
                  <a:lnTo>
                    <a:pt x="5386" y="79"/>
                  </a:lnTo>
                  <a:lnTo>
                    <a:pt x="5075" y="137"/>
                  </a:lnTo>
                  <a:lnTo>
                    <a:pt x="4764" y="215"/>
                  </a:lnTo>
                  <a:lnTo>
                    <a:pt x="4453" y="312"/>
                  </a:lnTo>
                  <a:lnTo>
                    <a:pt x="4161" y="409"/>
                  </a:lnTo>
                  <a:lnTo>
                    <a:pt x="3870" y="526"/>
                  </a:lnTo>
                  <a:lnTo>
                    <a:pt x="3597" y="662"/>
                  </a:lnTo>
                  <a:lnTo>
                    <a:pt x="3325" y="817"/>
                  </a:lnTo>
                  <a:lnTo>
                    <a:pt x="3053" y="973"/>
                  </a:lnTo>
                  <a:lnTo>
                    <a:pt x="2800" y="1148"/>
                  </a:lnTo>
                  <a:lnTo>
                    <a:pt x="2548" y="1323"/>
                  </a:lnTo>
                  <a:lnTo>
                    <a:pt x="2314" y="1537"/>
                  </a:lnTo>
                  <a:lnTo>
                    <a:pt x="2081" y="1731"/>
                  </a:lnTo>
                  <a:lnTo>
                    <a:pt x="1848" y="1964"/>
                  </a:lnTo>
                  <a:lnTo>
                    <a:pt x="1653" y="2198"/>
                  </a:lnTo>
                  <a:lnTo>
                    <a:pt x="1440" y="2431"/>
                  </a:lnTo>
                  <a:lnTo>
                    <a:pt x="1265" y="2684"/>
                  </a:lnTo>
                  <a:lnTo>
                    <a:pt x="1070" y="2956"/>
                  </a:lnTo>
                  <a:lnTo>
                    <a:pt x="915" y="3228"/>
                  </a:lnTo>
                  <a:lnTo>
                    <a:pt x="759" y="3500"/>
                  </a:lnTo>
                  <a:lnTo>
                    <a:pt x="623" y="3792"/>
                  </a:lnTo>
                  <a:lnTo>
                    <a:pt x="487" y="4083"/>
                  </a:lnTo>
                  <a:lnTo>
                    <a:pt x="370" y="4394"/>
                  </a:lnTo>
                  <a:lnTo>
                    <a:pt x="273" y="4705"/>
                  </a:lnTo>
                  <a:lnTo>
                    <a:pt x="195" y="5016"/>
                  </a:lnTo>
                  <a:lnTo>
                    <a:pt x="118" y="5327"/>
                  </a:lnTo>
                  <a:lnTo>
                    <a:pt x="59" y="5658"/>
                  </a:lnTo>
                  <a:lnTo>
                    <a:pt x="20" y="6008"/>
                  </a:lnTo>
                  <a:lnTo>
                    <a:pt x="1" y="6338"/>
                  </a:lnTo>
                  <a:lnTo>
                    <a:pt x="1" y="6688"/>
                  </a:lnTo>
                  <a:lnTo>
                    <a:pt x="1" y="7019"/>
                  </a:lnTo>
                  <a:lnTo>
                    <a:pt x="20" y="7369"/>
                  </a:lnTo>
                  <a:lnTo>
                    <a:pt x="59" y="7719"/>
                  </a:lnTo>
                  <a:lnTo>
                    <a:pt x="118" y="8049"/>
                  </a:lnTo>
                  <a:lnTo>
                    <a:pt x="195" y="8380"/>
                  </a:lnTo>
                  <a:lnTo>
                    <a:pt x="273" y="8710"/>
                  </a:lnTo>
                  <a:lnTo>
                    <a:pt x="370" y="9041"/>
                  </a:lnTo>
                  <a:lnTo>
                    <a:pt x="487" y="9371"/>
                  </a:lnTo>
                  <a:lnTo>
                    <a:pt x="623" y="9682"/>
                  </a:lnTo>
                  <a:lnTo>
                    <a:pt x="759" y="9993"/>
                  </a:lnTo>
                  <a:lnTo>
                    <a:pt x="915" y="10304"/>
                  </a:lnTo>
                  <a:lnTo>
                    <a:pt x="1070" y="10596"/>
                  </a:lnTo>
                  <a:lnTo>
                    <a:pt x="1265" y="10887"/>
                  </a:lnTo>
                  <a:lnTo>
                    <a:pt x="1440" y="11160"/>
                  </a:lnTo>
                  <a:lnTo>
                    <a:pt x="1653" y="11432"/>
                  </a:lnTo>
                  <a:lnTo>
                    <a:pt x="1848" y="11685"/>
                  </a:lnTo>
                  <a:lnTo>
                    <a:pt x="2081" y="11937"/>
                  </a:lnTo>
                  <a:lnTo>
                    <a:pt x="2314" y="12171"/>
                  </a:lnTo>
                  <a:lnTo>
                    <a:pt x="2548" y="12384"/>
                  </a:lnTo>
                  <a:lnTo>
                    <a:pt x="2800" y="12598"/>
                  </a:lnTo>
                  <a:lnTo>
                    <a:pt x="3053" y="12812"/>
                  </a:lnTo>
                  <a:lnTo>
                    <a:pt x="3325" y="12987"/>
                  </a:lnTo>
                  <a:lnTo>
                    <a:pt x="3597" y="13162"/>
                  </a:lnTo>
                  <a:lnTo>
                    <a:pt x="3870" y="13318"/>
                  </a:lnTo>
                  <a:lnTo>
                    <a:pt x="4161" y="13454"/>
                  </a:lnTo>
                  <a:lnTo>
                    <a:pt x="4453" y="13570"/>
                  </a:lnTo>
                  <a:lnTo>
                    <a:pt x="4764" y="13687"/>
                  </a:lnTo>
                  <a:lnTo>
                    <a:pt x="5075" y="13765"/>
                  </a:lnTo>
                  <a:lnTo>
                    <a:pt x="5386" y="13842"/>
                  </a:lnTo>
                  <a:lnTo>
                    <a:pt x="5697" y="13881"/>
                  </a:lnTo>
                  <a:lnTo>
                    <a:pt x="6028" y="13920"/>
                  </a:lnTo>
                  <a:lnTo>
                    <a:pt x="6689" y="13920"/>
                  </a:lnTo>
                  <a:lnTo>
                    <a:pt x="7000" y="13881"/>
                  </a:lnTo>
                  <a:lnTo>
                    <a:pt x="7330" y="13842"/>
                  </a:lnTo>
                  <a:lnTo>
                    <a:pt x="7641" y="13765"/>
                  </a:lnTo>
                  <a:lnTo>
                    <a:pt x="7933" y="13687"/>
                  </a:lnTo>
                  <a:lnTo>
                    <a:pt x="8244" y="13570"/>
                  </a:lnTo>
                  <a:lnTo>
                    <a:pt x="8535" y="13454"/>
                  </a:lnTo>
                  <a:lnTo>
                    <a:pt x="8827" y="13318"/>
                  </a:lnTo>
                  <a:lnTo>
                    <a:pt x="9119" y="13162"/>
                  </a:lnTo>
                  <a:lnTo>
                    <a:pt x="9391" y="12987"/>
                  </a:lnTo>
                  <a:lnTo>
                    <a:pt x="9643" y="12812"/>
                  </a:lnTo>
                  <a:lnTo>
                    <a:pt x="9916" y="12598"/>
                  </a:lnTo>
                  <a:lnTo>
                    <a:pt x="10149" y="12384"/>
                  </a:lnTo>
                  <a:lnTo>
                    <a:pt x="10402" y="12171"/>
                  </a:lnTo>
                  <a:lnTo>
                    <a:pt x="10635" y="11937"/>
                  </a:lnTo>
                  <a:lnTo>
                    <a:pt x="10849" y="11685"/>
                  </a:lnTo>
                  <a:lnTo>
                    <a:pt x="11063" y="11432"/>
                  </a:lnTo>
                  <a:lnTo>
                    <a:pt x="11257" y="11160"/>
                  </a:lnTo>
                  <a:lnTo>
                    <a:pt x="11451" y="10887"/>
                  </a:lnTo>
                  <a:lnTo>
                    <a:pt x="11626" y="10596"/>
                  </a:lnTo>
                  <a:lnTo>
                    <a:pt x="11782" y="10304"/>
                  </a:lnTo>
                  <a:lnTo>
                    <a:pt x="11937" y="9993"/>
                  </a:lnTo>
                  <a:lnTo>
                    <a:pt x="12093" y="9682"/>
                  </a:lnTo>
                  <a:lnTo>
                    <a:pt x="12210" y="9371"/>
                  </a:lnTo>
                  <a:lnTo>
                    <a:pt x="12326" y="9041"/>
                  </a:lnTo>
                  <a:lnTo>
                    <a:pt x="12423" y="8710"/>
                  </a:lnTo>
                  <a:lnTo>
                    <a:pt x="12521" y="8380"/>
                  </a:lnTo>
                  <a:lnTo>
                    <a:pt x="12579" y="8049"/>
                  </a:lnTo>
                  <a:lnTo>
                    <a:pt x="12637" y="7719"/>
                  </a:lnTo>
                  <a:lnTo>
                    <a:pt x="12676" y="7369"/>
                  </a:lnTo>
                  <a:lnTo>
                    <a:pt x="12696" y="7019"/>
                  </a:lnTo>
                  <a:lnTo>
                    <a:pt x="12715" y="6688"/>
                  </a:lnTo>
                  <a:lnTo>
                    <a:pt x="12696" y="6338"/>
                  </a:lnTo>
                  <a:lnTo>
                    <a:pt x="12676" y="6008"/>
                  </a:lnTo>
                  <a:lnTo>
                    <a:pt x="12637" y="5658"/>
                  </a:lnTo>
                  <a:lnTo>
                    <a:pt x="12579" y="5327"/>
                  </a:lnTo>
                  <a:lnTo>
                    <a:pt x="12521" y="5016"/>
                  </a:lnTo>
                  <a:lnTo>
                    <a:pt x="12423" y="4705"/>
                  </a:lnTo>
                  <a:lnTo>
                    <a:pt x="12326" y="4394"/>
                  </a:lnTo>
                  <a:lnTo>
                    <a:pt x="12210" y="4083"/>
                  </a:lnTo>
                  <a:lnTo>
                    <a:pt x="12093" y="3792"/>
                  </a:lnTo>
                  <a:lnTo>
                    <a:pt x="11937" y="3500"/>
                  </a:lnTo>
                  <a:lnTo>
                    <a:pt x="11782" y="3228"/>
                  </a:lnTo>
                  <a:lnTo>
                    <a:pt x="11626" y="2956"/>
                  </a:lnTo>
                  <a:lnTo>
                    <a:pt x="11451" y="2684"/>
                  </a:lnTo>
                  <a:lnTo>
                    <a:pt x="11257" y="2431"/>
                  </a:lnTo>
                  <a:lnTo>
                    <a:pt x="11063" y="2198"/>
                  </a:lnTo>
                  <a:lnTo>
                    <a:pt x="10849" y="1964"/>
                  </a:lnTo>
                  <a:lnTo>
                    <a:pt x="10635" y="1731"/>
                  </a:lnTo>
                  <a:lnTo>
                    <a:pt x="10402" y="1537"/>
                  </a:lnTo>
                  <a:lnTo>
                    <a:pt x="10149" y="1323"/>
                  </a:lnTo>
                  <a:lnTo>
                    <a:pt x="9916" y="1148"/>
                  </a:lnTo>
                  <a:lnTo>
                    <a:pt x="9643" y="973"/>
                  </a:lnTo>
                  <a:lnTo>
                    <a:pt x="9391" y="817"/>
                  </a:lnTo>
                  <a:lnTo>
                    <a:pt x="9119" y="662"/>
                  </a:lnTo>
                  <a:lnTo>
                    <a:pt x="8827" y="526"/>
                  </a:lnTo>
                  <a:lnTo>
                    <a:pt x="8535" y="409"/>
                  </a:lnTo>
                  <a:lnTo>
                    <a:pt x="8244" y="312"/>
                  </a:lnTo>
                  <a:lnTo>
                    <a:pt x="7933" y="215"/>
                  </a:lnTo>
                  <a:lnTo>
                    <a:pt x="7641" y="137"/>
                  </a:lnTo>
                  <a:lnTo>
                    <a:pt x="7330" y="79"/>
                  </a:lnTo>
                  <a:lnTo>
                    <a:pt x="7000" y="40"/>
                  </a:lnTo>
                  <a:lnTo>
                    <a:pt x="6689" y="20"/>
                  </a:lnTo>
                  <a:lnTo>
                    <a:pt x="6358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4" name="Google Shape;6384;p55"/>
            <p:cNvSpPr/>
            <p:nvPr/>
          </p:nvSpPr>
          <p:spPr>
            <a:xfrm>
              <a:off x="3168632" y="-529744"/>
              <a:ext cx="394673" cy="432038"/>
            </a:xfrm>
            <a:custGeom>
              <a:avLst/>
              <a:gdLst/>
              <a:ahLst/>
              <a:cxnLst/>
              <a:rect l="l" t="t" r="r" b="b"/>
              <a:pathLst>
                <a:path w="12716" h="13921" fill="none" extrusionOk="0">
                  <a:moveTo>
                    <a:pt x="12715" y="6688"/>
                  </a:moveTo>
                  <a:lnTo>
                    <a:pt x="12715" y="6688"/>
                  </a:lnTo>
                  <a:lnTo>
                    <a:pt x="12696" y="7019"/>
                  </a:lnTo>
                  <a:lnTo>
                    <a:pt x="12676" y="7369"/>
                  </a:lnTo>
                  <a:lnTo>
                    <a:pt x="12637" y="7719"/>
                  </a:lnTo>
                  <a:lnTo>
                    <a:pt x="12579" y="8049"/>
                  </a:lnTo>
                  <a:lnTo>
                    <a:pt x="12521" y="8380"/>
                  </a:lnTo>
                  <a:lnTo>
                    <a:pt x="12423" y="8710"/>
                  </a:lnTo>
                  <a:lnTo>
                    <a:pt x="12326" y="9041"/>
                  </a:lnTo>
                  <a:lnTo>
                    <a:pt x="12210" y="9371"/>
                  </a:lnTo>
                  <a:lnTo>
                    <a:pt x="12093" y="9682"/>
                  </a:lnTo>
                  <a:lnTo>
                    <a:pt x="11937" y="9993"/>
                  </a:lnTo>
                  <a:lnTo>
                    <a:pt x="11782" y="10304"/>
                  </a:lnTo>
                  <a:lnTo>
                    <a:pt x="11626" y="10596"/>
                  </a:lnTo>
                  <a:lnTo>
                    <a:pt x="11451" y="10887"/>
                  </a:lnTo>
                  <a:lnTo>
                    <a:pt x="11257" y="11160"/>
                  </a:lnTo>
                  <a:lnTo>
                    <a:pt x="11063" y="11432"/>
                  </a:lnTo>
                  <a:lnTo>
                    <a:pt x="10849" y="11685"/>
                  </a:lnTo>
                  <a:lnTo>
                    <a:pt x="10635" y="11937"/>
                  </a:lnTo>
                  <a:lnTo>
                    <a:pt x="10402" y="12171"/>
                  </a:lnTo>
                  <a:lnTo>
                    <a:pt x="10149" y="12384"/>
                  </a:lnTo>
                  <a:lnTo>
                    <a:pt x="9916" y="12598"/>
                  </a:lnTo>
                  <a:lnTo>
                    <a:pt x="9643" y="12812"/>
                  </a:lnTo>
                  <a:lnTo>
                    <a:pt x="9391" y="12987"/>
                  </a:lnTo>
                  <a:lnTo>
                    <a:pt x="9119" y="13162"/>
                  </a:lnTo>
                  <a:lnTo>
                    <a:pt x="8827" y="13318"/>
                  </a:lnTo>
                  <a:lnTo>
                    <a:pt x="8535" y="13454"/>
                  </a:lnTo>
                  <a:lnTo>
                    <a:pt x="8244" y="13570"/>
                  </a:lnTo>
                  <a:lnTo>
                    <a:pt x="7933" y="13687"/>
                  </a:lnTo>
                  <a:lnTo>
                    <a:pt x="7641" y="13765"/>
                  </a:lnTo>
                  <a:lnTo>
                    <a:pt x="7330" y="13842"/>
                  </a:lnTo>
                  <a:lnTo>
                    <a:pt x="7000" y="13881"/>
                  </a:lnTo>
                  <a:lnTo>
                    <a:pt x="6689" y="13920"/>
                  </a:lnTo>
                  <a:lnTo>
                    <a:pt x="6358" y="13920"/>
                  </a:lnTo>
                  <a:lnTo>
                    <a:pt x="6358" y="13920"/>
                  </a:lnTo>
                  <a:lnTo>
                    <a:pt x="6028" y="13920"/>
                  </a:lnTo>
                  <a:lnTo>
                    <a:pt x="5697" y="13881"/>
                  </a:lnTo>
                  <a:lnTo>
                    <a:pt x="5386" y="13842"/>
                  </a:lnTo>
                  <a:lnTo>
                    <a:pt x="5075" y="13765"/>
                  </a:lnTo>
                  <a:lnTo>
                    <a:pt x="4764" y="13687"/>
                  </a:lnTo>
                  <a:lnTo>
                    <a:pt x="4453" y="13570"/>
                  </a:lnTo>
                  <a:lnTo>
                    <a:pt x="4161" y="13454"/>
                  </a:lnTo>
                  <a:lnTo>
                    <a:pt x="3870" y="13318"/>
                  </a:lnTo>
                  <a:lnTo>
                    <a:pt x="3597" y="13162"/>
                  </a:lnTo>
                  <a:lnTo>
                    <a:pt x="3325" y="12987"/>
                  </a:lnTo>
                  <a:lnTo>
                    <a:pt x="3053" y="12812"/>
                  </a:lnTo>
                  <a:lnTo>
                    <a:pt x="2800" y="12598"/>
                  </a:lnTo>
                  <a:lnTo>
                    <a:pt x="2548" y="12384"/>
                  </a:lnTo>
                  <a:lnTo>
                    <a:pt x="2314" y="12171"/>
                  </a:lnTo>
                  <a:lnTo>
                    <a:pt x="2081" y="11937"/>
                  </a:lnTo>
                  <a:lnTo>
                    <a:pt x="1848" y="11685"/>
                  </a:lnTo>
                  <a:lnTo>
                    <a:pt x="1653" y="11432"/>
                  </a:lnTo>
                  <a:lnTo>
                    <a:pt x="1440" y="11160"/>
                  </a:lnTo>
                  <a:lnTo>
                    <a:pt x="1265" y="10887"/>
                  </a:lnTo>
                  <a:lnTo>
                    <a:pt x="1070" y="10596"/>
                  </a:lnTo>
                  <a:lnTo>
                    <a:pt x="915" y="10304"/>
                  </a:lnTo>
                  <a:lnTo>
                    <a:pt x="759" y="9993"/>
                  </a:lnTo>
                  <a:lnTo>
                    <a:pt x="623" y="9682"/>
                  </a:lnTo>
                  <a:lnTo>
                    <a:pt x="487" y="9371"/>
                  </a:lnTo>
                  <a:lnTo>
                    <a:pt x="370" y="9041"/>
                  </a:lnTo>
                  <a:lnTo>
                    <a:pt x="273" y="8710"/>
                  </a:lnTo>
                  <a:lnTo>
                    <a:pt x="195" y="8380"/>
                  </a:lnTo>
                  <a:lnTo>
                    <a:pt x="118" y="8049"/>
                  </a:lnTo>
                  <a:lnTo>
                    <a:pt x="59" y="7719"/>
                  </a:lnTo>
                  <a:lnTo>
                    <a:pt x="20" y="7369"/>
                  </a:lnTo>
                  <a:lnTo>
                    <a:pt x="1" y="7019"/>
                  </a:lnTo>
                  <a:lnTo>
                    <a:pt x="1" y="6688"/>
                  </a:lnTo>
                  <a:lnTo>
                    <a:pt x="1" y="6688"/>
                  </a:lnTo>
                  <a:lnTo>
                    <a:pt x="1" y="6338"/>
                  </a:lnTo>
                  <a:lnTo>
                    <a:pt x="20" y="6008"/>
                  </a:lnTo>
                  <a:lnTo>
                    <a:pt x="59" y="5658"/>
                  </a:lnTo>
                  <a:lnTo>
                    <a:pt x="118" y="5327"/>
                  </a:lnTo>
                  <a:lnTo>
                    <a:pt x="195" y="5016"/>
                  </a:lnTo>
                  <a:lnTo>
                    <a:pt x="273" y="4705"/>
                  </a:lnTo>
                  <a:lnTo>
                    <a:pt x="370" y="4394"/>
                  </a:lnTo>
                  <a:lnTo>
                    <a:pt x="487" y="4083"/>
                  </a:lnTo>
                  <a:lnTo>
                    <a:pt x="623" y="3792"/>
                  </a:lnTo>
                  <a:lnTo>
                    <a:pt x="759" y="3500"/>
                  </a:lnTo>
                  <a:lnTo>
                    <a:pt x="915" y="3228"/>
                  </a:lnTo>
                  <a:lnTo>
                    <a:pt x="1070" y="2956"/>
                  </a:lnTo>
                  <a:lnTo>
                    <a:pt x="1265" y="2684"/>
                  </a:lnTo>
                  <a:lnTo>
                    <a:pt x="1440" y="2431"/>
                  </a:lnTo>
                  <a:lnTo>
                    <a:pt x="1653" y="2198"/>
                  </a:lnTo>
                  <a:lnTo>
                    <a:pt x="1848" y="1964"/>
                  </a:lnTo>
                  <a:lnTo>
                    <a:pt x="2081" y="1731"/>
                  </a:lnTo>
                  <a:lnTo>
                    <a:pt x="2314" y="1537"/>
                  </a:lnTo>
                  <a:lnTo>
                    <a:pt x="2548" y="1323"/>
                  </a:lnTo>
                  <a:lnTo>
                    <a:pt x="2800" y="1148"/>
                  </a:lnTo>
                  <a:lnTo>
                    <a:pt x="3053" y="973"/>
                  </a:lnTo>
                  <a:lnTo>
                    <a:pt x="3325" y="817"/>
                  </a:lnTo>
                  <a:lnTo>
                    <a:pt x="3597" y="662"/>
                  </a:lnTo>
                  <a:lnTo>
                    <a:pt x="3870" y="526"/>
                  </a:lnTo>
                  <a:lnTo>
                    <a:pt x="4161" y="409"/>
                  </a:lnTo>
                  <a:lnTo>
                    <a:pt x="4453" y="312"/>
                  </a:lnTo>
                  <a:lnTo>
                    <a:pt x="4764" y="215"/>
                  </a:lnTo>
                  <a:lnTo>
                    <a:pt x="5075" y="137"/>
                  </a:lnTo>
                  <a:lnTo>
                    <a:pt x="5386" y="79"/>
                  </a:lnTo>
                  <a:lnTo>
                    <a:pt x="5697" y="40"/>
                  </a:lnTo>
                  <a:lnTo>
                    <a:pt x="6028" y="20"/>
                  </a:lnTo>
                  <a:lnTo>
                    <a:pt x="6358" y="1"/>
                  </a:lnTo>
                  <a:lnTo>
                    <a:pt x="6358" y="1"/>
                  </a:lnTo>
                  <a:lnTo>
                    <a:pt x="6689" y="20"/>
                  </a:lnTo>
                  <a:lnTo>
                    <a:pt x="7000" y="40"/>
                  </a:lnTo>
                  <a:lnTo>
                    <a:pt x="7330" y="79"/>
                  </a:lnTo>
                  <a:lnTo>
                    <a:pt x="7641" y="137"/>
                  </a:lnTo>
                  <a:lnTo>
                    <a:pt x="7933" y="215"/>
                  </a:lnTo>
                  <a:lnTo>
                    <a:pt x="8244" y="312"/>
                  </a:lnTo>
                  <a:lnTo>
                    <a:pt x="8535" y="409"/>
                  </a:lnTo>
                  <a:lnTo>
                    <a:pt x="8827" y="526"/>
                  </a:lnTo>
                  <a:lnTo>
                    <a:pt x="9119" y="662"/>
                  </a:lnTo>
                  <a:lnTo>
                    <a:pt x="9391" y="817"/>
                  </a:lnTo>
                  <a:lnTo>
                    <a:pt x="9643" y="973"/>
                  </a:lnTo>
                  <a:lnTo>
                    <a:pt x="9916" y="1148"/>
                  </a:lnTo>
                  <a:lnTo>
                    <a:pt x="10149" y="1323"/>
                  </a:lnTo>
                  <a:lnTo>
                    <a:pt x="10402" y="1537"/>
                  </a:lnTo>
                  <a:lnTo>
                    <a:pt x="10635" y="1731"/>
                  </a:lnTo>
                  <a:lnTo>
                    <a:pt x="10849" y="1964"/>
                  </a:lnTo>
                  <a:lnTo>
                    <a:pt x="11063" y="2198"/>
                  </a:lnTo>
                  <a:lnTo>
                    <a:pt x="11257" y="2431"/>
                  </a:lnTo>
                  <a:lnTo>
                    <a:pt x="11451" y="2684"/>
                  </a:lnTo>
                  <a:lnTo>
                    <a:pt x="11626" y="2956"/>
                  </a:lnTo>
                  <a:lnTo>
                    <a:pt x="11782" y="3228"/>
                  </a:lnTo>
                  <a:lnTo>
                    <a:pt x="11937" y="3500"/>
                  </a:lnTo>
                  <a:lnTo>
                    <a:pt x="12093" y="3792"/>
                  </a:lnTo>
                  <a:lnTo>
                    <a:pt x="12210" y="4083"/>
                  </a:lnTo>
                  <a:lnTo>
                    <a:pt x="12326" y="4394"/>
                  </a:lnTo>
                  <a:lnTo>
                    <a:pt x="12423" y="4705"/>
                  </a:lnTo>
                  <a:lnTo>
                    <a:pt x="12521" y="5016"/>
                  </a:lnTo>
                  <a:lnTo>
                    <a:pt x="12579" y="5327"/>
                  </a:lnTo>
                  <a:lnTo>
                    <a:pt x="12637" y="5658"/>
                  </a:lnTo>
                  <a:lnTo>
                    <a:pt x="12676" y="6008"/>
                  </a:lnTo>
                  <a:lnTo>
                    <a:pt x="12696" y="6338"/>
                  </a:lnTo>
                  <a:lnTo>
                    <a:pt x="12715" y="668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5" name="Google Shape;6385;p55"/>
            <p:cNvSpPr/>
            <p:nvPr/>
          </p:nvSpPr>
          <p:spPr>
            <a:xfrm>
              <a:off x="3168632" y="-529744"/>
              <a:ext cx="394673" cy="432038"/>
            </a:xfrm>
            <a:custGeom>
              <a:avLst/>
              <a:gdLst/>
              <a:ahLst/>
              <a:cxnLst/>
              <a:rect l="l" t="t" r="r" b="b"/>
              <a:pathLst>
                <a:path w="12716" h="13921" extrusionOk="0">
                  <a:moveTo>
                    <a:pt x="6358" y="1"/>
                  </a:moveTo>
                  <a:lnTo>
                    <a:pt x="6028" y="20"/>
                  </a:lnTo>
                  <a:lnTo>
                    <a:pt x="5697" y="40"/>
                  </a:lnTo>
                  <a:lnTo>
                    <a:pt x="5386" y="79"/>
                  </a:lnTo>
                  <a:lnTo>
                    <a:pt x="5075" y="137"/>
                  </a:lnTo>
                  <a:lnTo>
                    <a:pt x="4764" y="215"/>
                  </a:lnTo>
                  <a:lnTo>
                    <a:pt x="4453" y="312"/>
                  </a:lnTo>
                  <a:lnTo>
                    <a:pt x="4161" y="409"/>
                  </a:lnTo>
                  <a:lnTo>
                    <a:pt x="3870" y="526"/>
                  </a:lnTo>
                  <a:lnTo>
                    <a:pt x="3597" y="662"/>
                  </a:lnTo>
                  <a:lnTo>
                    <a:pt x="3325" y="817"/>
                  </a:lnTo>
                  <a:lnTo>
                    <a:pt x="3053" y="973"/>
                  </a:lnTo>
                  <a:lnTo>
                    <a:pt x="2800" y="1148"/>
                  </a:lnTo>
                  <a:lnTo>
                    <a:pt x="2548" y="1323"/>
                  </a:lnTo>
                  <a:lnTo>
                    <a:pt x="2314" y="1537"/>
                  </a:lnTo>
                  <a:lnTo>
                    <a:pt x="2081" y="1731"/>
                  </a:lnTo>
                  <a:lnTo>
                    <a:pt x="1848" y="1964"/>
                  </a:lnTo>
                  <a:lnTo>
                    <a:pt x="1653" y="2198"/>
                  </a:lnTo>
                  <a:lnTo>
                    <a:pt x="1440" y="2431"/>
                  </a:lnTo>
                  <a:lnTo>
                    <a:pt x="1265" y="2684"/>
                  </a:lnTo>
                  <a:lnTo>
                    <a:pt x="1070" y="2956"/>
                  </a:lnTo>
                  <a:lnTo>
                    <a:pt x="915" y="3228"/>
                  </a:lnTo>
                  <a:lnTo>
                    <a:pt x="759" y="3500"/>
                  </a:lnTo>
                  <a:lnTo>
                    <a:pt x="623" y="3792"/>
                  </a:lnTo>
                  <a:lnTo>
                    <a:pt x="487" y="4083"/>
                  </a:lnTo>
                  <a:lnTo>
                    <a:pt x="370" y="4394"/>
                  </a:lnTo>
                  <a:lnTo>
                    <a:pt x="273" y="4705"/>
                  </a:lnTo>
                  <a:lnTo>
                    <a:pt x="195" y="5016"/>
                  </a:lnTo>
                  <a:lnTo>
                    <a:pt x="118" y="5327"/>
                  </a:lnTo>
                  <a:lnTo>
                    <a:pt x="59" y="5658"/>
                  </a:lnTo>
                  <a:lnTo>
                    <a:pt x="20" y="6008"/>
                  </a:lnTo>
                  <a:lnTo>
                    <a:pt x="1" y="6338"/>
                  </a:lnTo>
                  <a:lnTo>
                    <a:pt x="1" y="6688"/>
                  </a:lnTo>
                  <a:lnTo>
                    <a:pt x="1" y="7019"/>
                  </a:lnTo>
                  <a:lnTo>
                    <a:pt x="20" y="7369"/>
                  </a:lnTo>
                  <a:lnTo>
                    <a:pt x="59" y="7719"/>
                  </a:lnTo>
                  <a:lnTo>
                    <a:pt x="118" y="8049"/>
                  </a:lnTo>
                  <a:lnTo>
                    <a:pt x="195" y="8380"/>
                  </a:lnTo>
                  <a:lnTo>
                    <a:pt x="273" y="8710"/>
                  </a:lnTo>
                  <a:lnTo>
                    <a:pt x="370" y="9041"/>
                  </a:lnTo>
                  <a:lnTo>
                    <a:pt x="487" y="9371"/>
                  </a:lnTo>
                  <a:lnTo>
                    <a:pt x="623" y="9682"/>
                  </a:lnTo>
                  <a:lnTo>
                    <a:pt x="759" y="9993"/>
                  </a:lnTo>
                  <a:lnTo>
                    <a:pt x="915" y="10304"/>
                  </a:lnTo>
                  <a:lnTo>
                    <a:pt x="1070" y="10596"/>
                  </a:lnTo>
                  <a:lnTo>
                    <a:pt x="1265" y="10887"/>
                  </a:lnTo>
                  <a:lnTo>
                    <a:pt x="1440" y="11160"/>
                  </a:lnTo>
                  <a:lnTo>
                    <a:pt x="1653" y="11432"/>
                  </a:lnTo>
                  <a:lnTo>
                    <a:pt x="1848" y="11685"/>
                  </a:lnTo>
                  <a:lnTo>
                    <a:pt x="2081" y="11937"/>
                  </a:lnTo>
                  <a:lnTo>
                    <a:pt x="2314" y="12171"/>
                  </a:lnTo>
                  <a:lnTo>
                    <a:pt x="2548" y="12384"/>
                  </a:lnTo>
                  <a:lnTo>
                    <a:pt x="2800" y="12598"/>
                  </a:lnTo>
                  <a:lnTo>
                    <a:pt x="3053" y="12812"/>
                  </a:lnTo>
                  <a:lnTo>
                    <a:pt x="3325" y="12987"/>
                  </a:lnTo>
                  <a:lnTo>
                    <a:pt x="3597" y="13162"/>
                  </a:lnTo>
                  <a:lnTo>
                    <a:pt x="3870" y="13318"/>
                  </a:lnTo>
                  <a:lnTo>
                    <a:pt x="4161" y="13454"/>
                  </a:lnTo>
                  <a:lnTo>
                    <a:pt x="4453" y="13570"/>
                  </a:lnTo>
                  <a:lnTo>
                    <a:pt x="4764" y="13687"/>
                  </a:lnTo>
                  <a:lnTo>
                    <a:pt x="5075" y="13765"/>
                  </a:lnTo>
                  <a:lnTo>
                    <a:pt x="5386" y="13842"/>
                  </a:lnTo>
                  <a:lnTo>
                    <a:pt x="5697" y="13881"/>
                  </a:lnTo>
                  <a:lnTo>
                    <a:pt x="6028" y="13920"/>
                  </a:lnTo>
                  <a:lnTo>
                    <a:pt x="6689" y="13920"/>
                  </a:lnTo>
                  <a:lnTo>
                    <a:pt x="7000" y="13881"/>
                  </a:lnTo>
                  <a:lnTo>
                    <a:pt x="7330" y="13842"/>
                  </a:lnTo>
                  <a:lnTo>
                    <a:pt x="7641" y="13765"/>
                  </a:lnTo>
                  <a:lnTo>
                    <a:pt x="7933" y="13687"/>
                  </a:lnTo>
                  <a:lnTo>
                    <a:pt x="8244" y="13570"/>
                  </a:lnTo>
                  <a:lnTo>
                    <a:pt x="8535" y="13454"/>
                  </a:lnTo>
                  <a:lnTo>
                    <a:pt x="8827" y="13318"/>
                  </a:lnTo>
                  <a:lnTo>
                    <a:pt x="9119" y="13162"/>
                  </a:lnTo>
                  <a:lnTo>
                    <a:pt x="9391" y="12987"/>
                  </a:lnTo>
                  <a:lnTo>
                    <a:pt x="9643" y="12812"/>
                  </a:lnTo>
                  <a:lnTo>
                    <a:pt x="9916" y="12598"/>
                  </a:lnTo>
                  <a:lnTo>
                    <a:pt x="10149" y="12384"/>
                  </a:lnTo>
                  <a:lnTo>
                    <a:pt x="10402" y="12171"/>
                  </a:lnTo>
                  <a:lnTo>
                    <a:pt x="10635" y="11937"/>
                  </a:lnTo>
                  <a:lnTo>
                    <a:pt x="10849" y="11685"/>
                  </a:lnTo>
                  <a:lnTo>
                    <a:pt x="11063" y="11432"/>
                  </a:lnTo>
                  <a:lnTo>
                    <a:pt x="11257" y="11160"/>
                  </a:lnTo>
                  <a:lnTo>
                    <a:pt x="11451" y="10887"/>
                  </a:lnTo>
                  <a:lnTo>
                    <a:pt x="11626" y="10596"/>
                  </a:lnTo>
                  <a:lnTo>
                    <a:pt x="11782" y="10304"/>
                  </a:lnTo>
                  <a:lnTo>
                    <a:pt x="11937" y="9993"/>
                  </a:lnTo>
                  <a:lnTo>
                    <a:pt x="12093" y="9682"/>
                  </a:lnTo>
                  <a:lnTo>
                    <a:pt x="12210" y="9371"/>
                  </a:lnTo>
                  <a:lnTo>
                    <a:pt x="12326" y="9041"/>
                  </a:lnTo>
                  <a:lnTo>
                    <a:pt x="12423" y="8710"/>
                  </a:lnTo>
                  <a:lnTo>
                    <a:pt x="12521" y="8380"/>
                  </a:lnTo>
                  <a:lnTo>
                    <a:pt x="12579" y="8049"/>
                  </a:lnTo>
                  <a:lnTo>
                    <a:pt x="12637" y="7719"/>
                  </a:lnTo>
                  <a:lnTo>
                    <a:pt x="12676" y="7369"/>
                  </a:lnTo>
                  <a:lnTo>
                    <a:pt x="12696" y="7019"/>
                  </a:lnTo>
                  <a:lnTo>
                    <a:pt x="12715" y="6688"/>
                  </a:lnTo>
                  <a:lnTo>
                    <a:pt x="12696" y="6338"/>
                  </a:lnTo>
                  <a:lnTo>
                    <a:pt x="12676" y="6008"/>
                  </a:lnTo>
                  <a:lnTo>
                    <a:pt x="12637" y="5658"/>
                  </a:lnTo>
                  <a:lnTo>
                    <a:pt x="12579" y="5327"/>
                  </a:lnTo>
                  <a:lnTo>
                    <a:pt x="12521" y="5016"/>
                  </a:lnTo>
                  <a:lnTo>
                    <a:pt x="12423" y="4705"/>
                  </a:lnTo>
                  <a:lnTo>
                    <a:pt x="12326" y="4394"/>
                  </a:lnTo>
                  <a:lnTo>
                    <a:pt x="12210" y="4083"/>
                  </a:lnTo>
                  <a:lnTo>
                    <a:pt x="12093" y="3792"/>
                  </a:lnTo>
                  <a:lnTo>
                    <a:pt x="11937" y="3500"/>
                  </a:lnTo>
                  <a:lnTo>
                    <a:pt x="11782" y="3228"/>
                  </a:lnTo>
                  <a:lnTo>
                    <a:pt x="11626" y="2956"/>
                  </a:lnTo>
                  <a:lnTo>
                    <a:pt x="11451" y="2684"/>
                  </a:lnTo>
                  <a:lnTo>
                    <a:pt x="11257" y="2431"/>
                  </a:lnTo>
                  <a:lnTo>
                    <a:pt x="11063" y="2198"/>
                  </a:lnTo>
                  <a:lnTo>
                    <a:pt x="10849" y="1964"/>
                  </a:lnTo>
                  <a:lnTo>
                    <a:pt x="10635" y="1731"/>
                  </a:lnTo>
                  <a:lnTo>
                    <a:pt x="10402" y="1537"/>
                  </a:lnTo>
                  <a:lnTo>
                    <a:pt x="10149" y="1323"/>
                  </a:lnTo>
                  <a:lnTo>
                    <a:pt x="9916" y="1148"/>
                  </a:lnTo>
                  <a:lnTo>
                    <a:pt x="9643" y="973"/>
                  </a:lnTo>
                  <a:lnTo>
                    <a:pt x="9391" y="817"/>
                  </a:lnTo>
                  <a:lnTo>
                    <a:pt x="9119" y="662"/>
                  </a:lnTo>
                  <a:lnTo>
                    <a:pt x="8827" y="526"/>
                  </a:lnTo>
                  <a:lnTo>
                    <a:pt x="8535" y="409"/>
                  </a:lnTo>
                  <a:lnTo>
                    <a:pt x="8244" y="312"/>
                  </a:lnTo>
                  <a:lnTo>
                    <a:pt x="7933" y="215"/>
                  </a:lnTo>
                  <a:lnTo>
                    <a:pt x="7641" y="137"/>
                  </a:lnTo>
                  <a:lnTo>
                    <a:pt x="7330" y="79"/>
                  </a:lnTo>
                  <a:lnTo>
                    <a:pt x="7000" y="40"/>
                  </a:lnTo>
                  <a:lnTo>
                    <a:pt x="6689" y="20"/>
                  </a:lnTo>
                  <a:lnTo>
                    <a:pt x="63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6" name="Google Shape;6386;p55"/>
            <p:cNvSpPr/>
            <p:nvPr/>
          </p:nvSpPr>
          <p:spPr>
            <a:xfrm>
              <a:off x="3168632" y="-529744"/>
              <a:ext cx="394673" cy="432038"/>
            </a:xfrm>
            <a:custGeom>
              <a:avLst/>
              <a:gdLst/>
              <a:ahLst/>
              <a:cxnLst/>
              <a:rect l="l" t="t" r="r" b="b"/>
              <a:pathLst>
                <a:path w="12716" h="13921" fill="none" extrusionOk="0">
                  <a:moveTo>
                    <a:pt x="12715" y="6688"/>
                  </a:moveTo>
                  <a:lnTo>
                    <a:pt x="12715" y="6688"/>
                  </a:lnTo>
                  <a:lnTo>
                    <a:pt x="12696" y="7019"/>
                  </a:lnTo>
                  <a:lnTo>
                    <a:pt x="12676" y="7369"/>
                  </a:lnTo>
                  <a:lnTo>
                    <a:pt x="12637" y="7719"/>
                  </a:lnTo>
                  <a:lnTo>
                    <a:pt x="12579" y="8049"/>
                  </a:lnTo>
                  <a:lnTo>
                    <a:pt x="12521" y="8380"/>
                  </a:lnTo>
                  <a:lnTo>
                    <a:pt x="12423" y="8710"/>
                  </a:lnTo>
                  <a:lnTo>
                    <a:pt x="12326" y="9041"/>
                  </a:lnTo>
                  <a:lnTo>
                    <a:pt x="12210" y="9371"/>
                  </a:lnTo>
                  <a:lnTo>
                    <a:pt x="12093" y="9682"/>
                  </a:lnTo>
                  <a:lnTo>
                    <a:pt x="11937" y="9993"/>
                  </a:lnTo>
                  <a:lnTo>
                    <a:pt x="11782" y="10304"/>
                  </a:lnTo>
                  <a:lnTo>
                    <a:pt x="11626" y="10596"/>
                  </a:lnTo>
                  <a:lnTo>
                    <a:pt x="11451" y="10887"/>
                  </a:lnTo>
                  <a:lnTo>
                    <a:pt x="11257" y="11160"/>
                  </a:lnTo>
                  <a:lnTo>
                    <a:pt x="11063" y="11432"/>
                  </a:lnTo>
                  <a:lnTo>
                    <a:pt x="10849" y="11685"/>
                  </a:lnTo>
                  <a:lnTo>
                    <a:pt x="10635" y="11937"/>
                  </a:lnTo>
                  <a:lnTo>
                    <a:pt x="10402" y="12171"/>
                  </a:lnTo>
                  <a:lnTo>
                    <a:pt x="10149" y="12384"/>
                  </a:lnTo>
                  <a:lnTo>
                    <a:pt x="9916" y="12598"/>
                  </a:lnTo>
                  <a:lnTo>
                    <a:pt x="9643" y="12812"/>
                  </a:lnTo>
                  <a:lnTo>
                    <a:pt x="9391" y="12987"/>
                  </a:lnTo>
                  <a:lnTo>
                    <a:pt x="9119" y="13162"/>
                  </a:lnTo>
                  <a:lnTo>
                    <a:pt x="8827" y="13318"/>
                  </a:lnTo>
                  <a:lnTo>
                    <a:pt x="8535" y="13454"/>
                  </a:lnTo>
                  <a:lnTo>
                    <a:pt x="8244" y="13570"/>
                  </a:lnTo>
                  <a:lnTo>
                    <a:pt x="7933" y="13687"/>
                  </a:lnTo>
                  <a:lnTo>
                    <a:pt x="7641" y="13765"/>
                  </a:lnTo>
                  <a:lnTo>
                    <a:pt x="7330" y="13842"/>
                  </a:lnTo>
                  <a:lnTo>
                    <a:pt x="7000" y="13881"/>
                  </a:lnTo>
                  <a:lnTo>
                    <a:pt x="6689" y="13920"/>
                  </a:lnTo>
                  <a:lnTo>
                    <a:pt x="6358" y="13920"/>
                  </a:lnTo>
                  <a:lnTo>
                    <a:pt x="6358" y="13920"/>
                  </a:lnTo>
                  <a:lnTo>
                    <a:pt x="6028" y="13920"/>
                  </a:lnTo>
                  <a:lnTo>
                    <a:pt x="5697" y="13881"/>
                  </a:lnTo>
                  <a:lnTo>
                    <a:pt x="5386" y="13842"/>
                  </a:lnTo>
                  <a:lnTo>
                    <a:pt x="5075" y="13765"/>
                  </a:lnTo>
                  <a:lnTo>
                    <a:pt x="4764" y="13687"/>
                  </a:lnTo>
                  <a:lnTo>
                    <a:pt x="4453" y="13570"/>
                  </a:lnTo>
                  <a:lnTo>
                    <a:pt x="4161" y="13454"/>
                  </a:lnTo>
                  <a:lnTo>
                    <a:pt x="3870" y="13318"/>
                  </a:lnTo>
                  <a:lnTo>
                    <a:pt x="3597" y="13162"/>
                  </a:lnTo>
                  <a:lnTo>
                    <a:pt x="3325" y="12987"/>
                  </a:lnTo>
                  <a:lnTo>
                    <a:pt x="3053" y="12812"/>
                  </a:lnTo>
                  <a:lnTo>
                    <a:pt x="2800" y="12598"/>
                  </a:lnTo>
                  <a:lnTo>
                    <a:pt x="2548" y="12384"/>
                  </a:lnTo>
                  <a:lnTo>
                    <a:pt x="2314" y="12171"/>
                  </a:lnTo>
                  <a:lnTo>
                    <a:pt x="2081" y="11937"/>
                  </a:lnTo>
                  <a:lnTo>
                    <a:pt x="1848" y="11685"/>
                  </a:lnTo>
                  <a:lnTo>
                    <a:pt x="1653" y="11432"/>
                  </a:lnTo>
                  <a:lnTo>
                    <a:pt x="1440" y="11160"/>
                  </a:lnTo>
                  <a:lnTo>
                    <a:pt x="1265" y="10887"/>
                  </a:lnTo>
                  <a:lnTo>
                    <a:pt x="1070" y="10596"/>
                  </a:lnTo>
                  <a:lnTo>
                    <a:pt x="915" y="10304"/>
                  </a:lnTo>
                  <a:lnTo>
                    <a:pt x="759" y="9993"/>
                  </a:lnTo>
                  <a:lnTo>
                    <a:pt x="623" y="9682"/>
                  </a:lnTo>
                  <a:lnTo>
                    <a:pt x="487" y="9371"/>
                  </a:lnTo>
                  <a:lnTo>
                    <a:pt x="370" y="9041"/>
                  </a:lnTo>
                  <a:lnTo>
                    <a:pt x="273" y="8710"/>
                  </a:lnTo>
                  <a:lnTo>
                    <a:pt x="195" y="8380"/>
                  </a:lnTo>
                  <a:lnTo>
                    <a:pt x="118" y="8049"/>
                  </a:lnTo>
                  <a:lnTo>
                    <a:pt x="59" y="7719"/>
                  </a:lnTo>
                  <a:lnTo>
                    <a:pt x="20" y="7369"/>
                  </a:lnTo>
                  <a:lnTo>
                    <a:pt x="1" y="7019"/>
                  </a:lnTo>
                  <a:lnTo>
                    <a:pt x="1" y="6688"/>
                  </a:lnTo>
                  <a:lnTo>
                    <a:pt x="1" y="6688"/>
                  </a:lnTo>
                  <a:lnTo>
                    <a:pt x="1" y="6338"/>
                  </a:lnTo>
                  <a:lnTo>
                    <a:pt x="20" y="6008"/>
                  </a:lnTo>
                  <a:lnTo>
                    <a:pt x="59" y="5658"/>
                  </a:lnTo>
                  <a:lnTo>
                    <a:pt x="118" y="5327"/>
                  </a:lnTo>
                  <a:lnTo>
                    <a:pt x="195" y="5016"/>
                  </a:lnTo>
                  <a:lnTo>
                    <a:pt x="273" y="4705"/>
                  </a:lnTo>
                  <a:lnTo>
                    <a:pt x="370" y="4394"/>
                  </a:lnTo>
                  <a:lnTo>
                    <a:pt x="487" y="4083"/>
                  </a:lnTo>
                  <a:lnTo>
                    <a:pt x="623" y="3792"/>
                  </a:lnTo>
                  <a:lnTo>
                    <a:pt x="759" y="3500"/>
                  </a:lnTo>
                  <a:lnTo>
                    <a:pt x="915" y="3228"/>
                  </a:lnTo>
                  <a:lnTo>
                    <a:pt x="1070" y="2956"/>
                  </a:lnTo>
                  <a:lnTo>
                    <a:pt x="1265" y="2684"/>
                  </a:lnTo>
                  <a:lnTo>
                    <a:pt x="1440" y="2431"/>
                  </a:lnTo>
                  <a:lnTo>
                    <a:pt x="1653" y="2198"/>
                  </a:lnTo>
                  <a:lnTo>
                    <a:pt x="1848" y="1964"/>
                  </a:lnTo>
                  <a:lnTo>
                    <a:pt x="2081" y="1731"/>
                  </a:lnTo>
                  <a:lnTo>
                    <a:pt x="2314" y="1537"/>
                  </a:lnTo>
                  <a:lnTo>
                    <a:pt x="2548" y="1323"/>
                  </a:lnTo>
                  <a:lnTo>
                    <a:pt x="2800" y="1148"/>
                  </a:lnTo>
                  <a:lnTo>
                    <a:pt x="3053" y="973"/>
                  </a:lnTo>
                  <a:lnTo>
                    <a:pt x="3325" y="817"/>
                  </a:lnTo>
                  <a:lnTo>
                    <a:pt x="3597" y="662"/>
                  </a:lnTo>
                  <a:lnTo>
                    <a:pt x="3870" y="526"/>
                  </a:lnTo>
                  <a:lnTo>
                    <a:pt x="4161" y="409"/>
                  </a:lnTo>
                  <a:lnTo>
                    <a:pt x="4453" y="312"/>
                  </a:lnTo>
                  <a:lnTo>
                    <a:pt x="4764" y="215"/>
                  </a:lnTo>
                  <a:lnTo>
                    <a:pt x="5075" y="137"/>
                  </a:lnTo>
                  <a:lnTo>
                    <a:pt x="5386" y="79"/>
                  </a:lnTo>
                  <a:lnTo>
                    <a:pt x="5697" y="40"/>
                  </a:lnTo>
                  <a:lnTo>
                    <a:pt x="6028" y="20"/>
                  </a:lnTo>
                  <a:lnTo>
                    <a:pt x="6358" y="1"/>
                  </a:lnTo>
                  <a:lnTo>
                    <a:pt x="6358" y="1"/>
                  </a:lnTo>
                  <a:lnTo>
                    <a:pt x="6689" y="20"/>
                  </a:lnTo>
                  <a:lnTo>
                    <a:pt x="7000" y="40"/>
                  </a:lnTo>
                  <a:lnTo>
                    <a:pt x="7330" y="79"/>
                  </a:lnTo>
                  <a:lnTo>
                    <a:pt x="7641" y="137"/>
                  </a:lnTo>
                  <a:lnTo>
                    <a:pt x="7933" y="215"/>
                  </a:lnTo>
                  <a:lnTo>
                    <a:pt x="8244" y="312"/>
                  </a:lnTo>
                  <a:lnTo>
                    <a:pt x="8535" y="409"/>
                  </a:lnTo>
                  <a:lnTo>
                    <a:pt x="8827" y="526"/>
                  </a:lnTo>
                  <a:lnTo>
                    <a:pt x="9119" y="662"/>
                  </a:lnTo>
                  <a:lnTo>
                    <a:pt x="9391" y="817"/>
                  </a:lnTo>
                  <a:lnTo>
                    <a:pt x="9643" y="973"/>
                  </a:lnTo>
                  <a:lnTo>
                    <a:pt x="9916" y="1148"/>
                  </a:lnTo>
                  <a:lnTo>
                    <a:pt x="10149" y="1323"/>
                  </a:lnTo>
                  <a:lnTo>
                    <a:pt x="10402" y="1537"/>
                  </a:lnTo>
                  <a:lnTo>
                    <a:pt x="10635" y="1731"/>
                  </a:lnTo>
                  <a:lnTo>
                    <a:pt x="10849" y="1964"/>
                  </a:lnTo>
                  <a:lnTo>
                    <a:pt x="11063" y="2198"/>
                  </a:lnTo>
                  <a:lnTo>
                    <a:pt x="11257" y="2431"/>
                  </a:lnTo>
                  <a:lnTo>
                    <a:pt x="11451" y="2684"/>
                  </a:lnTo>
                  <a:lnTo>
                    <a:pt x="11626" y="2956"/>
                  </a:lnTo>
                  <a:lnTo>
                    <a:pt x="11782" y="3228"/>
                  </a:lnTo>
                  <a:lnTo>
                    <a:pt x="11937" y="3500"/>
                  </a:lnTo>
                  <a:lnTo>
                    <a:pt x="12093" y="3792"/>
                  </a:lnTo>
                  <a:lnTo>
                    <a:pt x="12210" y="4083"/>
                  </a:lnTo>
                  <a:lnTo>
                    <a:pt x="12326" y="4394"/>
                  </a:lnTo>
                  <a:lnTo>
                    <a:pt x="12423" y="4705"/>
                  </a:lnTo>
                  <a:lnTo>
                    <a:pt x="12521" y="5016"/>
                  </a:lnTo>
                  <a:lnTo>
                    <a:pt x="12579" y="5327"/>
                  </a:lnTo>
                  <a:lnTo>
                    <a:pt x="12637" y="5658"/>
                  </a:lnTo>
                  <a:lnTo>
                    <a:pt x="12676" y="6008"/>
                  </a:lnTo>
                  <a:lnTo>
                    <a:pt x="12696" y="6338"/>
                  </a:lnTo>
                  <a:lnTo>
                    <a:pt x="12715" y="668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7" name="Google Shape;6387;p55"/>
            <p:cNvSpPr/>
            <p:nvPr/>
          </p:nvSpPr>
          <p:spPr>
            <a:xfrm>
              <a:off x="3215094" y="-400603"/>
              <a:ext cx="301747" cy="71815"/>
            </a:xfrm>
            <a:custGeom>
              <a:avLst/>
              <a:gdLst/>
              <a:ahLst/>
              <a:cxnLst/>
              <a:rect l="l" t="t" r="r" b="b"/>
              <a:pathLst>
                <a:path w="9722" h="2314" extrusionOk="0">
                  <a:moveTo>
                    <a:pt x="1206" y="0"/>
                  </a:moveTo>
                  <a:lnTo>
                    <a:pt x="1090" y="19"/>
                  </a:lnTo>
                  <a:lnTo>
                    <a:pt x="1012" y="78"/>
                  </a:lnTo>
                  <a:lnTo>
                    <a:pt x="934" y="156"/>
                  </a:lnTo>
                  <a:lnTo>
                    <a:pt x="40" y="1555"/>
                  </a:lnTo>
                  <a:lnTo>
                    <a:pt x="20" y="1633"/>
                  </a:lnTo>
                  <a:lnTo>
                    <a:pt x="1" y="1711"/>
                  </a:lnTo>
                  <a:lnTo>
                    <a:pt x="1" y="1789"/>
                  </a:lnTo>
                  <a:lnTo>
                    <a:pt x="20" y="1866"/>
                  </a:lnTo>
                  <a:lnTo>
                    <a:pt x="59" y="1944"/>
                  </a:lnTo>
                  <a:lnTo>
                    <a:pt x="118" y="2002"/>
                  </a:lnTo>
                  <a:lnTo>
                    <a:pt x="195" y="2041"/>
                  </a:lnTo>
                  <a:lnTo>
                    <a:pt x="273" y="2061"/>
                  </a:lnTo>
                  <a:lnTo>
                    <a:pt x="1673" y="2313"/>
                  </a:lnTo>
                  <a:lnTo>
                    <a:pt x="8030" y="2313"/>
                  </a:lnTo>
                  <a:lnTo>
                    <a:pt x="9449" y="2061"/>
                  </a:lnTo>
                  <a:lnTo>
                    <a:pt x="9527" y="2041"/>
                  </a:lnTo>
                  <a:lnTo>
                    <a:pt x="9585" y="2002"/>
                  </a:lnTo>
                  <a:lnTo>
                    <a:pt x="9643" y="1944"/>
                  </a:lnTo>
                  <a:lnTo>
                    <a:pt x="9682" y="1866"/>
                  </a:lnTo>
                  <a:lnTo>
                    <a:pt x="9702" y="1789"/>
                  </a:lnTo>
                  <a:lnTo>
                    <a:pt x="9721" y="1711"/>
                  </a:lnTo>
                  <a:lnTo>
                    <a:pt x="9702" y="1633"/>
                  </a:lnTo>
                  <a:lnTo>
                    <a:pt x="9663" y="1555"/>
                  </a:lnTo>
                  <a:lnTo>
                    <a:pt x="8769" y="156"/>
                  </a:lnTo>
                  <a:lnTo>
                    <a:pt x="8710" y="78"/>
                  </a:lnTo>
                  <a:lnTo>
                    <a:pt x="8613" y="19"/>
                  </a:lnTo>
                  <a:lnTo>
                    <a:pt x="8516" y="0"/>
                  </a:lnTo>
                  <a:lnTo>
                    <a:pt x="8419" y="19"/>
                  </a:lnTo>
                  <a:lnTo>
                    <a:pt x="7174" y="311"/>
                  </a:lnTo>
                  <a:lnTo>
                    <a:pt x="2548" y="311"/>
                  </a:lnTo>
                  <a:lnTo>
                    <a:pt x="1303" y="19"/>
                  </a:lnTo>
                  <a:lnTo>
                    <a:pt x="1206" y="0"/>
                  </a:lnTo>
                  <a:close/>
                </a:path>
              </a:pathLst>
            </a:custGeom>
            <a:solidFill>
              <a:srgbClr val="4B94D8"/>
            </a:solidFill>
            <a:ln>
              <a:solidFill>
                <a:srgbClr val="4B94D8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8" name="Google Shape;6388;p55"/>
            <p:cNvSpPr/>
            <p:nvPr/>
          </p:nvSpPr>
          <p:spPr>
            <a:xfrm>
              <a:off x="3215094" y="-400603"/>
              <a:ext cx="301747" cy="71815"/>
            </a:xfrm>
            <a:custGeom>
              <a:avLst/>
              <a:gdLst/>
              <a:ahLst/>
              <a:cxnLst/>
              <a:rect l="l" t="t" r="r" b="b"/>
              <a:pathLst>
                <a:path w="9722" h="2314" fill="none" extrusionOk="0">
                  <a:moveTo>
                    <a:pt x="9663" y="1555"/>
                  </a:moveTo>
                  <a:lnTo>
                    <a:pt x="8769" y="156"/>
                  </a:lnTo>
                  <a:lnTo>
                    <a:pt x="8769" y="156"/>
                  </a:lnTo>
                  <a:lnTo>
                    <a:pt x="8710" y="78"/>
                  </a:lnTo>
                  <a:lnTo>
                    <a:pt x="8613" y="19"/>
                  </a:lnTo>
                  <a:lnTo>
                    <a:pt x="8516" y="0"/>
                  </a:lnTo>
                  <a:lnTo>
                    <a:pt x="8419" y="19"/>
                  </a:lnTo>
                  <a:lnTo>
                    <a:pt x="7174" y="311"/>
                  </a:lnTo>
                  <a:lnTo>
                    <a:pt x="5055" y="311"/>
                  </a:lnTo>
                  <a:lnTo>
                    <a:pt x="4647" y="311"/>
                  </a:lnTo>
                  <a:lnTo>
                    <a:pt x="2548" y="311"/>
                  </a:lnTo>
                  <a:lnTo>
                    <a:pt x="1303" y="19"/>
                  </a:lnTo>
                  <a:lnTo>
                    <a:pt x="1303" y="19"/>
                  </a:lnTo>
                  <a:lnTo>
                    <a:pt x="1206" y="0"/>
                  </a:lnTo>
                  <a:lnTo>
                    <a:pt x="1090" y="19"/>
                  </a:lnTo>
                  <a:lnTo>
                    <a:pt x="1012" y="78"/>
                  </a:lnTo>
                  <a:lnTo>
                    <a:pt x="934" y="156"/>
                  </a:lnTo>
                  <a:lnTo>
                    <a:pt x="40" y="1555"/>
                  </a:lnTo>
                  <a:lnTo>
                    <a:pt x="40" y="1555"/>
                  </a:lnTo>
                  <a:lnTo>
                    <a:pt x="20" y="1633"/>
                  </a:lnTo>
                  <a:lnTo>
                    <a:pt x="1" y="1711"/>
                  </a:lnTo>
                  <a:lnTo>
                    <a:pt x="1" y="1789"/>
                  </a:lnTo>
                  <a:lnTo>
                    <a:pt x="20" y="1866"/>
                  </a:lnTo>
                  <a:lnTo>
                    <a:pt x="59" y="1944"/>
                  </a:lnTo>
                  <a:lnTo>
                    <a:pt x="118" y="2002"/>
                  </a:lnTo>
                  <a:lnTo>
                    <a:pt x="195" y="2041"/>
                  </a:lnTo>
                  <a:lnTo>
                    <a:pt x="273" y="2061"/>
                  </a:lnTo>
                  <a:lnTo>
                    <a:pt x="1673" y="2313"/>
                  </a:lnTo>
                  <a:lnTo>
                    <a:pt x="4647" y="2313"/>
                  </a:lnTo>
                  <a:lnTo>
                    <a:pt x="5055" y="2313"/>
                  </a:lnTo>
                  <a:lnTo>
                    <a:pt x="8030" y="2313"/>
                  </a:lnTo>
                  <a:lnTo>
                    <a:pt x="9449" y="2061"/>
                  </a:lnTo>
                  <a:lnTo>
                    <a:pt x="9449" y="2061"/>
                  </a:lnTo>
                  <a:lnTo>
                    <a:pt x="9527" y="2041"/>
                  </a:lnTo>
                  <a:lnTo>
                    <a:pt x="9585" y="2002"/>
                  </a:lnTo>
                  <a:lnTo>
                    <a:pt x="9643" y="1944"/>
                  </a:lnTo>
                  <a:lnTo>
                    <a:pt x="9682" y="1866"/>
                  </a:lnTo>
                  <a:lnTo>
                    <a:pt x="9702" y="1789"/>
                  </a:lnTo>
                  <a:lnTo>
                    <a:pt x="9721" y="1711"/>
                  </a:lnTo>
                  <a:lnTo>
                    <a:pt x="9702" y="1633"/>
                  </a:lnTo>
                  <a:lnTo>
                    <a:pt x="9663" y="155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9" name="Google Shape;6389;p55"/>
            <p:cNvSpPr/>
            <p:nvPr/>
          </p:nvSpPr>
          <p:spPr>
            <a:xfrm>
              <a:off x="3168632" y="-348121"/>
              <a:ext cx="394673" cy="250421"/>
            </a:xfrm>
            <a:custGeom>
              <a:avLst/>
              <a:gdLst/>
              <a:ahLst/>
              <a:cxnLst/>
              <a:rect l="l" t="t" r="r" b="b"/>
              <a:pathLst>
                <a:path w="12716" h="8069" extrusionOk="0">
                  <a:moveTo>
                    <a:pt x="40" y="0"/>
                  </a:moveTo>
                  <a:lnTo>
                    <a:pt x="1" y="409"/>
                  </a:lnTo>
                  <a:lnTo>
                    <a:pt x="1" y="836"/>
                  </a:lnTo>
                  <a:lnTo>
                    <a:pt x="1" y="1167"/>
                  </a:lnTo>
                  <a:lnTo>
                    <a:pt x="20" y="1517"/>
                  </a:lnTo>
                  <a:lnTo>
                    <a:pt x="59" y="1867"/>
                  </a:lnTo>
                  <a:lnTo>
                    <a:pt x="118" y="2197"/>
                  </a:lnTo>
                  <a:lnTo>
                    <a:pt x="195" y="2528"/>
                  </a:lnTo>
                  <a:lnTo>
                    <a:pt x="273" y="2858"/>
                  </a:lnTo>
                  <a:lnTo>
                    <a:pt x="370" y="3189"/>
                  </a:lnTo>
                  <a:lnTo>
                    <a:pt x="487" y="3519"/>
                  </a:lnTo>
                  <a:lnTo>
                    <a:pt x="623" y="3830"/>
                  </a:lnTo>
                  <a:lnTo>
                    <a:pt x="759" y="4141"/>
                  </a:lnTo>
                  <a:lnTo>
                    <a:pt x="915" y="4452"/>
                  </a:lnTo>
                  <a:lnTo>
                    <a:pt x="1070" y="4744"/>
                  </a:lnTo>
                  <a:lnTo>
                    <a:pt x="1265" y="5035"/>
                  </a:lnTo>
                  <a:lnTo>
                    <a:pt x="1440" y="5308"/>
                  </a:lnTo>
                  <a:lnTo>
                    <a:pt x="1653" y="5580"/>
                  </a:lnTo>
                  <a:lnTo>
                    <a:pt x="1848" y="5833"/>
                  </a:lnTo>
                  <a:lnTo>
                    <a:pt x="2081" y="6085"/>
                  </a:lnTo>
                  <a:lnTo>
                    <a:pt x="2314" y="6319"/>
                  </a:lnTo>
                  <a:lnTo>
                    <a:pt x="2548" y="6532"/>
                  </a:lnTo>
                  <a:lnTo>
                    <a:pt x="2800" y="6746"/>
                  </a:lnTo>
                  <a:lnTo>
                    <a:pt x="3053" y="6960"/>
                  </a:lnTo>
                  <a:lnTo>
                    <a:pt x="3325" y="7135"/>
                  </a:lnTo>
                  <a:lnTo>
                    <a:pt x="3597" y="7310"/>
                  </a:lnTo>
                  <a:lnTo>
                    <a:pt x="3870" y="7466"/>
                  </a:lnTo>
                  <a:lnTo>
                    <a:pt x="4161" y="7602"/>
                  </a:lnTo>
                  <a:lnTo>
                    <a:pt x="4453" y="7718"/>
                  </a:lnTo>
                  <a:lnTo>
                    <a:pt x="4764" y="7835"/>
                  </a:lnTo>
                  <a:lnTo>
                    <a:pt x="5075" y="7913"/>
                  </a:lnTo>
                  <a:lnTo>
                    <a:pt x="5386" y="7990"/>
                  </a:lnTo>
                  <a:lnTo>
                    <a:pt x="5697" y="8029"/>
                  </a:lnTo>
                  <a:lnTo>
                    <a:pt x="6028" y="8068"/>
                  </a:lnTo>
                  <a:lnTo>
                    <a:pt x="6689" y="8068"/>
                  </a:lnTo>
                  <a:lnTo>
                    <a:pt x="7000" y="8029"/>
                  </a:lnTo>
                  <a:lnTo>
                    <a:pt x="7330" y="7990"/>
                  </a:lnTo>
                  <a:lnTo>
                    <a:pt x="7641" y="7913"/>
                  </a:lnTo>
                  <a:lnTo>
                    <a:pt x="7933" y="7835"/>
                  </a:lnTo>
                  <a:lnTo>
                    <a:pt x="8244" y="7718"/>
                  </a:lnTo>
                  <a:lnTo>
                    <a:pt x="8535" y="7602"/>
                  </a:lnTo>
                  <a:lnTo>
                    <a:pt x="8827" y="7466"/>
                  </a:lnTo>
                  <a:lnTo>
                    <a:pt x="9119" y="7310"/>
                  </a:lnTo>
                  <a:lnTo>
                    <a:pt x="9391" y="7135"/>
                  </a:lnTo>
                  <a:lnTo>
                    <a:pt x="9643" y="6960"/>
                  </a:lnTo>
                  <a:lnTo>
                    <a:pt x="9916" y="6746"/>
                  </a:lnTo>
                  <a:lnTo>
                    <a:pt x="10149" y="6532"/>
                  </a:lnTo>
                  <a:lnTo>
                    <a:pt x="10402" y="6319"/>
                  </a:lnTo>
                  <a:lnTo>
                    <a:pt x="10635" y="6085"/>
                  </a:lnTo>
                  <a:lnTo>
                    <a:pt x="10849" y="5833"/>
                  </a:lnTo>
                  <a:lnTo>
                    <a:pt x="11063" y="5580"/>
                  </a:lnTo>
                  <a:lnTo>
                    <a:pt x="11257" y="5308"/>
                  </a:lnTo>
                  <a:lnTo>
                    <a:pt x="11451" y="5035"/>
                  </a:lnTo>
                  <a:lnTo>
                    <a:pt x="11626" y="4744"/>
                  </a:lnTo>
                  <a:lnTo>
                    <a:pt x="11782" y="4452"/>
                  </a:lnTo>
                  <a:lnTo>
                    <a:pt x="11937" y="4141"/>
                  </a:lnTo>
                  <a:lnTo>
                    <a:pt x="12093" y="3830"/>
                  </a:lnTo>
                  <a:lnTo>
                    <a:pt x="12210" y="3519"/>
                  </a:lnTo>
                  <a:lnTo>
                    <a:pt x="12326" y="3189"/>
                  </a:lnTo>
                  <a:lnTo>
                    <a:pt x="12423" y="2858"/>
                  </a:lnTo>
                  <a:lnTo>
                    <a:pt x="12521" y="2528"/>
                  </a:lnTo>
                  <a:lnTo>
                    <a:pt x="12579" y="2197"/>
                  </a:lnTo>
                  <a:lnTo>
                    <a:pt x="12637" y="1867"/>
                  </a:lnTo>
                  <a:lnTo>
                    <a:pt x="12676" y="1517"/>
                  </a:lnTo>
                  <a:lnTo>
                    <a:pt x="12696" y="1167"/>
                  </a:lnTo>
                  <a:lnTo>
                    <a:pt x="12715" y="836"/>
                  </a:lnTo>
                  <a:lnTo>
                    <a:pt x="12696" y="409"/>
                  </a:lnTo>
                  <a:lnTo>
                    <a:pt x="12657" y="0"/>
                  </a:lnTo>
                  <a:lnTo>
                    <a:pt x="12618" y="311"/>
                  </a:lnTo>
                  <a:lnTo>
                    <a:pt x="12560" y="622"/>
                  </a:lnTo>
                  <a:lnTo>
                    <a:pt x="12501" y="934"/>
                  </a:lnTo>
                  <a:lnTo>
                    <a:pt x="12404" y="1245"/>
                  </a:lnTo>
                  <a:lnTo>
                    <a:pt x="12326" y="1556"/>
                  </a:lnTo>
                  <a:lnTo>
                    <a:pt x="12210" y="1847"/>
                  </a:lnTo>
                  <a:lnTo>
                    <a:pt x="12093" y="2139"/>
                  </a:lnTo>
                  <a:lnTo>
                    <a:pt x="11976" y="2430"/>
                  </a:lnTo>
                  <a:lnTo>
                    <a:pt x="11821" y="2703"/>
                  </a:lnTo>
                  <a:lnTo>
                    <a:pt x="11685" y="2975"/>
                  </a:lnTo>
                  <a:lnTo>
                    <a:pt x="11529" y="3247"/>
                  </a:lnTo>
                  <a:lnTo>
                    <a:pt x="11354" y="3500"/>
                  </a:lnTo>
                  <a:lnTo>
                    <a:pt x="11179" y="3752"/>
                  </a:lnTo>
                  <a:lnTo>
                    <a:pt x="10985" y="4005"/>
                  </a:lnTo>
                  <a:lnTo>
                    <a:pt x="10790" y="4238"/>
                  </a:lnTo>
                  <a:lnTo>
                    <a:pt x="10577" y="4472"/>
                  </a:lnTo>
                  <a:lnTo>
                    <a:pt x="10363" y="4686"/>
                  </a:lnTo>
                  <a:lnTo>
                    <a:pt x="10149" y="4880"/>
                  </a:lnTo>
                  <a:lnTo>
                    <a:pt x="9916" y="5094"/>
                  </a:lnTo>
                  <a:lnTo>
                    <a:pt x="9663" y="5269"/>
                  </a:lnTo>
                  <a:lnTo>
                    <a:pt x="9430" y="5444"/>
                  </a:lnTo>
                  <a:lnTo>
                    <a:pt x="9177" y="5599"/>
                  </a:lnTo>
                  <a:lnTo>
                    <a:pt x="8924" y="5755"/>
                  </a:lnTo>
                  <a:lnTo>
                    <a:pt x="8652" y="5871"/>
                  </a:lnTo>
                  <a:lnTo>
                    <a:pt x="8380" y="6007"/>
                  </a:lnTo>
                  <a:lnTo>
                    <a:pt x="8108" y="6105"/>
                  </a:lnTo>
                  <a:lnTo>
                    <a:pt x="7816" y="6202"/>
                  </a:lnTo>
                  <a:lnTo>
                    <a:pt x="7544" y="6260"/>
                  </a:lnTo>
                  <a:lnTo>
                    <a:pt x="7252" y="6338"/>
                  </a:lnTo>
                  <a:lnTo>
                    <a:pt x="6961" y="6377"/>
                  </a:lnTo>
                  <a:lnTo>
                    <a:pt x="6650" y="6396"/>
                  </a:lnTo>
                  <a:lnTo>
                    <a:pt x="6358" y="6416"/>
                  </a:lnTo>
                  <a:lnTo>
                    <a:pt x="6047" y="6396"/>
                  </a:lnTo>
                  <a:lnTo>
                    <a:pt x="5755" y="6377"/>
                  </a:lnTo>
                  <a:lnTo>
                    <a:pt x="5464" y="6338"/>
                  </a:lnTo>
                  <a:lnTo>
                    <a:pt x="5172" y="6260"/>
                  </a:lnTo>
                  <a:lnTo>
                    <a:pt x="4881" y="6202"/>
                  </a:lnTo>
                  <a:lnTo>
                    <a:pt x="4589" y="6105"/>
                  </a:lnTo>
                  <a:lnTo>
                    <a:pt x="4317" y="6007"/>
                  </a:lnTo>
                  <a:lnTo>
                    <a:pt x="4045" y="5871"/>
                  </a:lnTo>
                  <a:lnTo>
                    <a:pt x="3792" y="5755"/>
                  </a:lnTo>
                  <a:lnTo>
                    <a:pt x="3539" y="5599"/>
                  </a:lnTo>
                  <a:lnTo>
                    <a:pt x="3286" y="5444"/>
                  </a:lnTo>
                  <a:lnTo>
                    <a:pt x="3034" y="5269"/>
                  </a:lnTo>
                  <a:lnTo>
                    <a:pt x="2800" y="5094"/>
                  </a:lnTo>
                  <a:lnTo>
                    <a:pt x="2567" y="4880"/>
                  </a:lnTo>
                  <a:lnTo>
                    <a:pt x="2334" y="4686"/>
                  </a:lnTo>
                  <a:lnTo>
                    <a:pt x="2120" y="4472"/>
                  </a:lnTo>
                  <a:lnTo>
                    <a:pt x="1926" y="4238"/>
                  </a:lnTo>
                  <a:lnTo>
                    <a:pt x="1731" y="4005"/>
                  </a:lnTo>
                  <a:lnTo>
                    <a:pt x="1537" y="3752"/>
                  </a:lnTo>
                  <a:lnTo>
                    <a:pt x="1362" y="3500"/>
                  </a:lnTo>
                  <a:lnTo>
                    <a:pt x="1187" y="3247"/>
                  </a:lnTo>
                  <a:lnTo>
                    <a:pt x="1031" y="2975"/>
                  </a:lnTo>
                  <a:lnTo>
                    <a:pt x="876" y="2703"/>
                  </a:lnTo>
                  <a:lnTo>
                    <a:pt x="740" y="2430"/>
                  </a:lnTo>
                  <a:lnTo>
                    <a:pt x="604" y="2139"/>
                  </a:lnTo>
                  <a:lnTo>
                    <a:pt x="487" y="1847"/>
                  </a:lnTo>
                  <a:lnTo>
                    <a:pt x="390" y="1556"/>
                  </a:lnTo>
                  <a:lnTo>
                    <a:pt x="293" y="1245"/>
                  </a:lnTo>
                  <a:lnTo>
                    <a:pt x="215" y="934"/>
                  </a:lnTo>
                  <a:lnTo>
                    <a:pt x="137" y="622"/>
                  </a:lnTo>
                  <a:lnTo>
                    <a:pt x="79" y="31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0" name="Google Shape;6390;p55"/>
            <p:cNvSpPr/>
            <p:nvPr/>
          </p:nvSpPr>
          <p:spPr>
            <a:xfrm>
              <a:off x="3168632" y="-348121"/>
              <a:ext cx="394673" cy="250421"/>
            </a:xfrm>
            <a:custGeom>
              <a:avLst/>
              <a:gdLst/>
              <a:ahLst/>
              <a:cxnLst/>
              <a:rect l="l" t="t" r="r" b="b"/>
              <a:pathLst>
                <a:path w="12716" h="8069" fill="none" extrusionOk="0">
                  <a:moveTo>
                    <a:pt x="6358" y="6416"/>
                  </a:moveTo>
                  <a:lnTo>
                    <a:pt x="6358" y="6416"/>
                  </a:lnTo>
                  <a:lnTo>
                    <a:pt x="6047" y="6396"/>
                  </a:lnTo>
                  <a:lnTo>
                    <a:pt x="5755" y="6377"/>
                  </a:lnTo>
                  <a:lnTo>
                    <a:pt x="5464" y="6338"/>
                  </a:lnTo>
                  <a:lnTo>
                    <a:pt x="5172" y="6260"/>
                  </a:lnTo>
                  <a:lnTo>
                    <a:pt x="4881" y="6202"/>
                  </a:lnTo>
                  <a:lnTo>
                    <a:pt x="4589" y="6105"/>
                  </a:lnTo>
                  <a:lnTo>
                    <a:pt x="4317" y="6007"/>
                  </a:lnTo>
                  <a:lnTo>
                    <a:pt x="4045" y="5871"/>
                  </a:lnTo>
                  <a:lnTo>
                    <a:pt x="3792" y="5755"/>
                  </a:lnTo>
                  <a:lnTo>
                    <a:pt x="3539" y="5599"/>
                  </a:lnTo>
                  <a:lnTo>
                    <a:pt x="3286" y="5444"/>
                  </a:lnTo>
                  <a:lnTo>
                    <a:pt x="3034" y="5269"/>
                  </a:lnTo>
                  <a:lnTo>
                    <a:pt x="2800" y="5094"/>
                  </a:lnTo>
                  <a:lnTo>
                    <a:pt x="2567" y="4880"/>
                  </a:lnTo>
                  <a:lnTo>
                    <a:pt x="2334" y="4686"/>
                  </a:lnTo>
                  <a:lnTo>
                    <a:pt x="2120" y="4472"/>
                  </a:lnTo>
                  <a:lnTo>
                    <a:pt x="1926" y="4238"/>
                  </a:lnTo>
                  <a:lnTo>
                    <a:pt x="1731" y="4005"/>
                  </a:lnTo>
                  <a:lnTo>
                    <a:pt x="1537" y="3752"/>
                  </a:lnTo>
                  <a:lnTo>
                    <a:pt x="1362" y="3500"/>
                  </a:lnTo>
                  <a:lnTo>
                    <a:pt x="1187" y="3247"/>
                  </a:lnTo>
                  <a:lnTo>
                    <a:pt x="1031" y="2975"/>
                  </a:lnTo>
                  <a:lnTo>
                    <a:pt x="876" y="2703"/>
                  </a:lnTo>
                  <a:lnTo>
                    <a:pt x="740" y="2430"/>
                  </a:lnTo>
                  <a:lnTo>
                    <a:pt x="604" y="2139"/>
                  </a:lnTo>
                  <a:lnTo>
                    <a:pt x="487" y="1847"/>
                  </a:lnTo>
                  <a:lnTo>
                    <a:pt x="390" y="1556"/>
                  </a:lnTo>
                  <a:lnTo>
                    <a:pt x="293" y="1245"/>
                  </a:lnTo>
                  <a:lnTo>
                    <a:pt x="215" y="934"/>
                  </a:lnTo>
                  <a:lnTo>
                    <a:pt x="137" y="622"/>
                  </a:lnTo>
                  <a:lnTo>
                    <a:pt x="79" y="311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1" y="409"/>
                  </a:lnTo>
                  <a:lnTo>
                    <a:pt x="1" y="836"/>
                  </a:lnTo>
                  <a:lnTo>
                    <a:pt x="1" y="836"/>
                  </a:lnTo>
                  <a:lnTo>
                    <a:pt x="1" y="1167"/>
                  </a:lnTo>
                  <a:lnTo>
                    <a:pt x="20" y="1517"/>
                  </a:lnTo>
                  <a:lnTo>
                    <a:pt x="59" y="1867"/>
                  </a:lnTo>
                  <a:lnTo>
                    <a:pt x="118" y="2197"/>
                  </a:lnTo>
                  <a:lnTo>
                    <a:pt x="195" y="2528"/>
                  </a:lnTo>
                  <a:lnTo>
                    <a:pt x="273" y="2858"/>
                  </a:lnTo>
                  <a:lnTo>
                    <a:pt x="370" y="3189"/>
                  </a:lnTo>
                  <a:lnTo>
                    <a:pt x="487" y="3519"/>
                  </a:lnTo>
                  <a:lnTo>
                    <a:pt x="623" y="3830"/>
                  </a:lnTo>
                  <a:lnTo>
                    <a:pt x="759" y="4141"/>
                  </a:lnTo>
                  <a:lnTo>
                    <a:pt x="915" y="4452"/>
                  </a:lnTo>
                  <a:lnTo>
                    <a:pt x="1070" y="4744"/>
                  </a:lnTo>
                  <a:lnTo>
                    <a:pt x="1265" y="5035"/>
                  </a:lnTo>
                  <a:lnTo>
                    <a:pt x="1440" y="5308"/>
                  </a:lnTo>
                  <a:lnTo>
                    <a:pt x="1653" y="5580"/>
                  </a:lnTo>
                  <a:lnTo>
                    <a:pt x="1848" y="5833"/>
                  </a:lnTo>
                  <a:lnTo>
                    <a:pt x="2081" y="6085"/>
                  </a:lnTo>
                  <a:lnTo>
                    <a:pt x="2314" y="6319"/>
                  </a:lnTo>
                  <a:lnTo>
                    <a:pt x="2548" y="6532"/>
                  </a:lnTo>
                  <a:lnTo>
                    <a:pt x="2800" y="6746"/>
                  </a:lnTo>
                  <a:lnTo>
                    <a:pt x="3053" y="6960"/>
                  </a:lnTo>
                  <a:lnTo>
                    <a:pt x="3325" y="7135"/>
                  </a:lnTo>
                  <a:lnTo>
                    <a:pt x="3597" y="7310"/>
                  </a:lnTo>
                  <a:lnTo>
                    <a:pt x="3870" y="7466"/>
                  </a:lnTo>
                  <a:lnTo>
                    <a:pt x="4161" y="7602"/>
                  </a:lnTo>
                  <a:lnTo>
                    <a:pt x="4453" y="7718"/>
                  </a:lnTo>
                  <a:lnTo>
                    <a:pt x="4764" y="7835"/>
                  </a:lnTo>
                  <a:lnTo>
                    <a:pt x="5075" y="7913"/>
                  </a:lnTo>
                  <a:lnTo>
                    <a:pt x="5386" y="7990"/>
                  </a:lnTo>
                  <a:lnTo>
                    <a:pt x="5697" y="8029"/>
                  </a:lnTo>
                  <a:lnTo>
                    <a:pt x="6028" y="8068"/>
                  </a:lnTo>
                  <a:lnTo>
                    <a:pt x="6358" y="8068"/>
                  </a:lnTo>
                  <a:lnTo>
                    <a:pt x="6358" y="8068"/>
                  </a:lnTo>
                  <a:lnTo>
                    <a:pt x="6689" y="8068"/>
                  </a:lnTo>
                  <a:lnTo>
                    <a:pt x="7000" y="8029"/>
                  </a:lnTo>
                  <a:lnTo>
                    <a:pt x="7330" y="7990"/>
                  </a:lnTo>
                  <a:lnTo>
                    <a:pt x="7641" y="7913"/>
                  </a:lnTo>
                  <a:lnTo>
                    <a:pt x="7933" y="7835"/>
                  </a:lnTo>
                  <a:lnTo>
                    <a:pt x="8244" y="7718"/>
                  </a:lnTo>
                  <a:lnTo>
                    <a:pt x="8535" y="7602"/>
                  </a:lnTo>
                  <a:lnTo>
                    <a:pt x="8827" y="7466"/>
                  </a:lnTo>
                  <a:lnTo>
                    <a:pt x="9119" y="7310"/>
                  </a:lnTo>
                  <a:lnTo>
                    <a:pt x="9391" y="7135"/>
                  </a:lnTo>
                  <a:lnTo>
                    <a:pt x="9643" y="6960"/>
                  </a:lnTo>
                  <a:lnTo>
                    <a:pt x="9916" y="6746"/>
                  </a:lnTo>
                  <a:lnTo>
                    <a:pt x="10149" y="6532"/>
                  </a:lnTo>
                  <a:lnTo>
                    <a:pt x="10402" y="6319"/>
                  </a:lnTo>
                  <a:lnTo>
                    <a:pt x="10635" y="6085"/>
                  </a:lnTo>
                  <a:lnTo>
                    <a:pt x="10849" y="5833"/>
                  </a:lnTo>
                  <a:lnTo>
                    <a:pt x="11063" y="5580"/>
                  </a:lnTo>
                  <a:lnTo>
                    <a:pt x="11257" y="5308"/>
                  </a:lnTo>
                  <a:lnTo>
                    <a:pt x="11451" y="5035"/>
                  </a:lnTo>
                  <a:lnTo>
                    <a:pt x="11626" y="4744"/>
                  </a:lnTo>
                  <a:lnTo>
                    <a:pt x="11782" y="4452"/>
                  </a:lnTo>
                  <a:lnTo>
                    <a:pt x="11937" y="4141"/>
                  </a:lnTo>
                  <a:lnTo>
                    <a:pt x="12093" y="3830"/>
                  </a:lnTo>
                  <a:lnTo>
                    <a:pt x="12210" y="3519"/>
                  </a:lnTo>
                  <a:lnTo>
                    <a:pt x="12326" y="3189"/>
                  </a:lnTo>
                  <a:lnTo>
                    <a:pt x="12423" y="2858"/>
                  </a:lnTo>
                  <a:lnTo>
                    <a:pt x="12521" y="2528"/>
                  </a:lnTo>
                  <a:lnTo>
                    <a:pt x="12579" y="2197"/>
                  </a:lnTo>
                  <a:lnTo>
                    <a:pt x="12637" y="1867"/>
                  </a:lnTo>
                  <a:lnTo>
                    <a:pt x="12676" y="1517"/>
                  </a:lnTo>
                  <a:lnTo>
                    <a:pt x="12696" y="1167"/>
                  </a:lnTo>
                  <a:lnTo>
                    <a:pt x="12715" y="836"/>
                  </a:lnTo>
                  <a:lnTo>
                    <a:pt x="12715" y="836"/>
                  </a:lnTo>
                  <a:lnTo>
                    <a:pt x="12696" y="409"/>
                  </a:lnTo>
                  <a:lnTo>
                    <a:pt x="12657" y="0"/>
                  </a:lnTo>
                  <a:lnTo>
                    <a:pt x="12657" y="0"/>
                  </a:lnTo>
                  <a:lnTo>
                    <a:pt x="12618" y="311"/>
                  </a:lnTo>
                  <a:lnTo>
                    <a:pt x="12560" y="622"/>
                  </a:lnTo>
                  <a:lnTo>
                    <a:pt x="12501" y="934"/>
                  </a:lnTo>
                  <a:lnTo>
                    <a:pt x="12404" y="1245"/>
                  </a:lnTo>
                  <a:lnTo>
                    <a:pt x="12326" y="1556"/>
                  </a:lnTo>
                  <a:lnTo>
                    <a:pt x="12210" y="1847"/>
                  </a:lnTo>
                  <a:lnTo>
                    <a:pt x="12093" y="2139"/>
                  </a:lnTo>
                  <a:lnTo>
                    <a:pt x="11976" y="2430"/>
                  </a:lnTo>
                  <a:lnTo>
                    <a:pt x="11821" y="2703"/>
                  </a:lnTo>
                  <a:lnTo>
                    <a:pt x="11685" y="2975"/>
                  </a:lnTo>
                  <a:lnTo>
                    <a:pt x="11529" y="3247"/>
                  </a:lnTo>
                  <a:lnTo>
                    <a:pt x="11354" y="3500"/>
                  </a:lnTo>
                  <a:lnTo>
                    <a:pt x="11179" y="3752"/>
                  </a:lnTo>
                  <a:lnTo>
                    <a:pt x="10985" y="4005"/>
                  </a:lnTo>
                  <a:lnTo>
                    <a:pt x="10790" y="4238"/>
                  </a:lnTo>
                  <a:lnTo>
                    <a:pt x="10577" y="4472"/>
                  </a:lnTo>
                  <a:lnTo>
                    <a:pt x="10363" y="4686"/>
                  </a:lnTo>
                  <a:lnTo>
                    <a:pt x="10149" y="4880"/>
                  </a:lnTo>
                  <a:lnTo>
                    <a:pt x="9916" y="5094"/>
                  </a:lnTo>
                  <a:lnTo>
                    <a:pt x="9663" y="5269"/>
                  </a:lnTo>
                  <a:lnTo>
                    <a:pt x="9430" y="5444"/>
                  </a:lnTo>
                  <a:lnTo>
                    <a:pt x="9177" y="5599"/>
                  </a:lnTo>
                  <a:lnTo>
                    <a:pt x="8924" y="5755"/>
                  </a:lnTo>
                  <a:lnTo>
                    <a:pt x="8652" y="5871"/>
                  </a:lnTo>
                  <a:lnTo>
                    <a:pt x="8380" y="6007"/>
                  </a:lnTo>
                  <a:lnTo>
                    <a:pt x="8108" y="6105"/>
                  </a:lnTo>
                  <a:lnTo>
                    <a:pt x="7816" y="6202"/>
                  </a:lnTo>
                  <a:lnTo>
                    <a:pt x="7544" y="6260"/>
                  </a:lnTo>
                  <a:lnTo>
                    <a:pt x="7252" y="6338"/>
                  </a:lnTo>
                  <a:lnTo>
                    <a:pt x="6961" y="6377"/>
                  </a:lnTo>
                  <a:lnTo>
                    <a:pt x="6650" y="6396"/>
                  </a:lnTo>
                  <a:lnTo>
                    <a:pt x="6358" y="641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1" name="Google Shape;6391;p55"/>
            <p:cNvSpPr/>
            <p:nvPr/>
          </p:nvSpPr>
          <p:spPr>
            <a:xfrm>
              <a:off x="3359320" y="-437412"/>
              <a:ext cx="13284" cy="143009"/>
            </a:xfrm>
            <a:custGeom>
              <a:avLst/>
              <a:gdLst/>
              <a:ahLst/>
              <a:cxnLst/>
              <a:rect l="l" t="t" r="r" b="b"/>
              <a:pathLst>
                <a:path w="428" h="4608" extrusionOk="0">
                  <a:moveTo>
                    <a:pt x="0" y="0"/>
                  </a:moveTo>
                  <a:lnTo>
                    <a:pt x="0" y="4608"/>
                  </a:lnTo>
                  <a:lnTo>
                    <a:pt x="428" y="4608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2" name="Google Shape;6392;p55"/>
            <p:cNvSpPr/>
            <p:nvPr/>
          </p:nvSpPr>
          <p:spPr>
            <a:xfrm>
              <a:off x="3359320" y="-437412"/>
              <a:ext cx="13284" cy="143009"/>
            </a:xfrm>
            <a:custGeom>
              <a:avLst/>
              <a:gdLst/>
              <a:ahLst/>
              <a:cxnLst/>
              <a:rect l="l" t="t" r="r" b="b"/>
              <a:pathLst>
                <a:path w="428" h="4608" fill="none" extrusionOk="0">
                  <a:moveTo>
                    <a:pt x="428" y="4608"/>
                  </a:moveTo>
                  <a:lnTo>
                    <a:pt x="0" y="4608"/>
                  </a:lnTo>
                  <a:lnTo>
                    <a:pt x="0" y="0"/>
                  </a:lnTo>
                  <a:lnTo>
                    <a:pt x="428" y="0"/>
                  </a:lnTo>
                  <a:lnTo>
                    <a:pt x="428" y="460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3" name="Google Shape;6393;p55"/>
            <p:cNvSpPr/>
            <p:nvPr/>
          </p:nvSpPr>
          <p:spPr>
            <a:xfrm>
              <a:off x="3264597" y="-435612"/>
              <a:ext cx="49505" cy="141830"/>
            </a:xfrm>
            <a:custGeom>
              <a:avLst/>
              <a:gdLst/>
              <a:ahLst/>
              <a:cxnLst/>
              <a:rect l="l" t="t" r="r" b="b"/>
              <a:pathLst>
                <a:path w="1595" h="4570" extrusionOk="0">
                  <a:moveTo>
                    <a:pt x="1186" y="0"/>
                  </a:moveTo>
                  <a:lnTo>
                    <a:pt x="0" y="4472"/>
                  </a:lnTo>
                  <a:lnTo>
                    <a:pt x="408" y="4569"/>
                  </a:lnTo>
                  <a:lnTo>
                    <a:pt x="1594" y="117"/>
                  </a:lnTo>
                  <a:lnTo>
                    <a:pt x="118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4" name="Google Shape;6394;p55"/>
            <p:cNvSpPr/>
            <p:nvPr/>
          </p:nvSpPr>
          <p:spPr>
            <a:xfrm>
              <a:off x="3264597" y="-435612"/>
              <a:ext cx="49505" cy="141830"/>
            </a:xfrm>
            <a:custGeom>
              <a:avLst/>
              <a:gdLst/>
              <a:ahLst/>
              <a:cxnLst/>
              <a:rect l="l" t="t" r="r" b="b"/>
              <a:pathLst>
                <a:path w="1595" h="4570" fill="none" extrusionOk="0">
                  <a:moveTo>
                    <a:pt x="408" y="4569"/>
                  </a:moveTo>
                  <a:lnTo>
                    <a:pt x="0" y="4472"/>
                  </a:lnTo>
                  <a:lnTo>
                    <a:pt x="1186" y="0"/>
                  </a:lnTo>
                  <a:lnTo>
                    <a:pt x="1594" y="117"/>
                  </a:lnTo>
                  <a:lnTo>
                    <a:pt x="408" y="4569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5" name="Google Shape;6395;p55"/>
            <p:cNvSpPr/>
            <p:nvPr/>
          </p:nvSpPr>
          <p:spPr>
            <a:xfrm>
              <a:off x="3419034" y="-435612"/>
              <a:ext cx="49505" cy="141830"/>
            </a:xfrm>
            <a:custGeom>
              <a:avLst/>
              <a:gdLst/>
              <a:ahLst/>
              <a:cxnLst/>
              <a:rect l="l" t="t" r="r" b="b"/>
              <a:pathLst>
                <a:path w="1595" h="4570" extrusionOk="0">
                  <a:moveTo>
                    <a:pt x="409" y="0"/>
                  </a:moveTo>
                  <a:lnTo>
                    <a:pt x="1" y="117"/>
                  </a:lnTo>
                  <a:lnTo>
                    <a:pt x="1187" y="4569"/>
                  </a:lnTo>
                  <a:lnTo>
                    <a:pt x="1595" y="4472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6" name="Google Shape;6396;p55"/>
            <p:cNvSpPr/>
            <p:nvPr/>
          </p:nvSpPr>
          <p:spPr>
            <a:xfrm>
              <a:off x="3419034" y="-435612"/>
              <a:ext cx="49505" cy="141830"/>
            </a:xfrm>
            <a:custGeom>
              <a:avLst/>
              <a:gdLst/>
              <a:ahLst/>
              <a:cxnLst/>
              <a:rect l="l" t="t" r="r" b="b"/>
              <a:pathLst>
                <a:path w="1595" h="4570" fill="none" extrusionOk="0">
                  <a:moveTo>
                    <a:pt x="1187" y="4569"/>
                  </a:moveTo>
                  <a:lnTo>
                    <a:pt x="1" y="117"/>
                  </a:lnTo>
                  <a:lnTo>
                    <a:pt x="409" y="0"/>
                  </a:lnTo>
                  <a:lnTo>
                    <a:pt x="1595" y="4472"/>
                  </a:lnTo>
                  <a:lnTo>
                    <a:pt x="1187" y="45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7" name="Google Shape;6397;p55"/>
            <p:cNvSpPr/>
            <p:nvPr/>
          </p:nvSpPr>
          <p:spPr>
            <a:xfrm>
              <a:off x="3443180" y="-400603"/>
              <a:ext cx="73652" cy="59153"/>
            </a:xfrm>
            <a:custGeom>
              <a:avLst/>
              <a:gdLst/>
              <a:ahLst/>
              <a:cxnLst/>
              <a:rect l="l" t="t" r="r" b="b"/>
              <a:pathLst>
                <a:path w="2373" h="1906" extrusionOk="0">
                  <a:moveTo>
                    <a:pt x="1147" y="0"/>
                  </a:moveTo>
                  <a:lnTo>
                    <a:pt x="1070" y="19"/>
                  </a:lnTo>
                  <a:lnTo>
                    <a:pt x="0" y="272"/>
                  </a:lnTo>
                  <a:lnTo>
                    <a:pt x="78" y="564"/>
                  </a:lnTo>
                  <a:lnTo>
                    <a:pt x="1070" y="331"/>
                  </a:lnTo>
                  <a:lnTo>
                    <a:pt x="1147" y="311"/>
                  </a:lnTo>
                  <a:lnTo>
                    <a:pt x="1225" y="331"/>
                  </a:lnTo>
                  <a:lnTo>
                    <a:pt x="1303" y="350"/>
                  </a:lnTo>
                  <a:lnTo>
                    <a:pt x="1361" y="408"/>
                  </a:lnTo>
                  <a:lnTo>
                    <a:pt x="1420" y="467"/>
                  </a:lnTo>
                  <a:lnTo>
                    <a:pt x="2314" y="1866"/>
                  </a:lnTo>
                  <a:lnTo>
                    <a:pt x="2314" y="1905"/>
                  </a:lnTo>
                  <a:lnTo>
                    <a:pt x="2353" y="1808"/>
                  </a:lnTo>
                  <a:lnTo>
                    <a:pt x="2372" y="1730"/>
                  </a:lnTo>
                  <a:lnTo>
                    <a:pt x="2353" y="1652"/>
                  </a:lnTo>
                  <a:lnTo>
                    <a:pt x="2314" y="1555"/>
                  </a:lnTo>
                  <a:lnTo>
                    <a:pt x="1420" y="156"/>
                  </a:lnTo>
                  <a:lnTo>
                    <a:pt x="1361" y="97"/>
                  </a:lnTo>
                  <a:lnTo>
                    <a:pt x="1303" y="39"/>
                  </a:lnTo>
                  <a:lnTo>
                    <a:pt x="1225" y="19"/>
                  </a:lnTo>
                  <a:lnTo>
                    <a:pt x="11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8" name="Google Shape;6398;p55"/>
            <p:cNvSpPr/>
            <p:nvPr/>
          </p:nvSpPr>
          <p:spPr>
            <a:xfrm>
              <a:off x="3216304" y="-352342"/>
              <a:ext cx="31" cy="621"/>
            </a:xfrm>
            <a:custGeom>
              <a:avLst/>
              <a:gdLst/>
              <a:ahLst/>
              <a:cxnLst/>
              <a:rect l="l" t="t" r="r" b="b"/>
              <a:pathLst>
                <a:path w="1" h="20" extrusionOk="0">
                  <a:moveTo>
                    <a:pt x="1" y="20"/>
                  </a:moveTo>
                  <a:lnTo>
                    <a:pt x="1" y="20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1" y="2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C72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9" name="Google Shape;6399;p55"/>
            <p:cNvSpPr/>
            <p:nvPr/>
          </p:nvSpPr>
          <p:spPr>
            <a:xfrm>
              <a:off x="3216304" y="-351753"/>
              <a:ext cx="31" cy="3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0" name="Google Shape;6400;p55"/>
            <p:cNvSpPr/>
            <p:nvPr/>
          </p:nvSpPr>
          <p:spPr>
            <a:xfrm>
              <a:off x="3216304" y="-352342"/>
              <a:ext cx="31" cy="3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1" name="Google Shape;6401;p55"/>
            <p:cNvSpPr/>
            <p:nvPr/>
          </p:nvSpPr>
          <p:spPr>
            <a:xfrm>
              <a:off x="3215094" y="-400603"/>
              <a:ext cx="74862" cy="59153"/>
            </a:xfrm>
            <a:custGeom>
              <a:avLst/>
              <a:gdLst/>
              <a:ahLst/>
              <a:cxnLst/>
              <a:rect l="l" t="t" r="r" b="b"/>
              <a:pathLst>
                <a:path w="2412" h="1906" extrusionOk="0">
                  <a:moveTo>
                    <a:pt x="1226" y="0"/>
                  </a:moveTo>
                  <a:lnTo>
                    <a:pt x="1148" y="19"/>
                  </a:lnTo>
                  <a:lnTo>
                    <a:pt x="1070" y="39"/>
                  </a:lnTo>
                  <a:lnTo>
                    <a:pt x="992" y="97"/>
                  </a:lnTo>
                  <a:lnTo>
                    <a:pt x="934" y="156"/>
                  </a:lnTo>
                  <a:lnTo>
                    <a:pt x="40" y="1555"/>
                  </a:lnTo>
                  <a:lnTo>
                    <a:pt x="40" y="1575"/>
                  </a:lnTo>
                  <a:lnTo>
                    <a:pt x="1" y="1652"/>
                  </a:lnTo>
                  <a:lnTo>
                    <a:pt x="1" y="1730"/>
                  </a:lnTo>
                  <a:lnTo>
                    <a:pt x="1" y="1808"/>
                  </a:lnTo>
                  <a:lnTo>
                    <a:pt x="40" y="1905"/>
                  </a:lnTo>
                  <a:lnTo>
                    <a:pt x="40" y="1866"/>
                  </a:lnTo>
                  <a:lnTo>
                    <a:pt x="934" y="467"/>
                  </a:lnTo>
                  <a:lnTo>
                    <a:pt x="992" y="408"/>
                  </a:lnTo>
                  <a:lnTo>
                    <a:pt x="1070" y="350"/>
                  </a:lnTo>
                  <a:lnTo>
                    <a:pt x="1148" y="331"/>
                  </a:lnTo>
                  <a:lnTo>
                    <a:pt x="1226" y="311"/>
                  </a:lnTo>
                  <a:lnTo>
                    <a:pt x="1303" y="331"/>
                  </a:lnTo>
                  <a:lnTo>
                    <a:pt x="2334" y="583"/>
                  </a:lnTo>
                  <a:lnTo>
                    <a:pt x="2412" y="292"/>
                  </a:lnTo>
                  <a:lnTo>
                    <a:pt x="1303" y="19"/>
                  </a:lnTo>
                  <a:lnTo>
                    <a:pt x="12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2" name="Google Shape;6402;p55"/>
            <p:cNvSpPr/>
            <p:nvPr/>
          </p:nvSpPr>
          <p:spPr>
            <a:xfrm>
              <a:off x="3372572" y="-390951"/>
              <a:ext cx="60368" cy="9683"/>
            </a:xfrm>
            <a:custGeom>
              <a:avLst/>
              <a:gdLst/>
              <a:ahLst/>
              <a:cxnLst/>
              <a:rect l="l" t="t" r="r" b="b"/>
              <a:pathLst>
                <a:path w="1945" h="312" extrusionOk="0">
                  <a:moveTo>
                    <a:pt x="1" y="0"/>
                  </a:moveTo>
                  <a:lnTo>
                    <a:pt x="1" y="311"/>
                  </a:lnTo>
                  <a:lnTo>
                    <a:pt x="1945" y="311"/>
                  </a:lnTo>
                  <a:lnTo>
                    <a:pt x="1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3" name="Google Shape;6403;p55"/>
            <p:cNvSpPr/>
            <p:nvPr/>
          </p:nvSpPr>
          <p:spPr>
            <a:xfrm>
              <a:off x="3300785" y="-390951"/>
              <a:ext cx="58568" cy="9683"/>
            </a:xfrm>
            <a:custGeom>
              <a:avLst/>
              <a:gdLst/>
              <a:ahLst/>
              <a:cxnLst/>
              <a:rect l="l" t="t" r="r" b="b"/>
              <a:pathLst>
                <a:path w="1887" h="312" extrusionOk="0">
                  <a:moveTo>
                    <a:pt x="78" y="0"/>
                  </a:moveTo>
                  <a:lnTo>
                    <a:pt x="0" y="311"/>
                  </a:lnTo>
                  <a:lnTo>
                    <a:pt x="1886" y="311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4" name="Google Shape;6404;p55"/>
            <p:cNvSpPr/>
            <p:nvPr/>
          </p:nvSpPr>
          <p:spPr>
            <a:xfrm>
              <a:off x="3359320" y="-390951"/>
              <a:ext cx="13284" cy="9683"/>
            </a:xfrm>
            <a:custGeom>
              <a:avLst/>
              <a:gdLst/>
              <a:ahLst/>
              <a:cxnLst/>
              <a:rect l="l" t="t" r="r" b="b"/>
              <a:pathLst>
                <a:path w="428" h="312" extrusionOk="0">
                  <a:moveTo>
                    <a:pt x="0" y="0"/>
                  </a:moveTo>
                  <a:lnTo>
                    <a:pt x="0" y="311"/>
                  </a:lnTo>
                  <a:lnTo>
                    <a:pt x="428" y="311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5" name="Google Shape;6405;p55"/>
            <p:cNvSpPr/>
            <p:nvPr/>
          </p:nvSpPr>
          <p:spPr>
            <a:xfrm>
              <a:off x="3287502" y="-391572"/>
              <a:ext cx="15736" cy="10304"/>
            </a:xfrm>
            <a:custGeom>
              <a:avLst/>
              <a:gdLst/>
              <a:ahLst/>
              <a:cxnLst/>
              <a:rect l="l" t="t" r="r" b="b"/>
              <a:pathLst>
                <a:path w="507" h="332" extrusionOk="0">
                  <a:moveTo>
                    <a:pt x="79" y="1"/>
                  </a:moveTo>
                  <a:lnTo>
                    <a:pt x="1" y="292"/>
                  </a:lnTo>
                  <a:lnTo>
                    <a:pt x="215" y="331"/>
                  </a:lnTo>
                  <a:lnTo>
                    <a:pt x="428" y="331"/>
                  </a:lnTo>
                  <a:lnTo>
                    <a:pt x="506" y="20"/>
                  </a:lnTo>
                  <a:lnTo>
                    <a:pt x="215" y="20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6" name="Google Shape;6406;p55"/>
            <p:cNvSpPr/>
            <p:nvPr/>
          </p:nvSpPr>
          <p:spPr>
            <a:xfrm>
              <a:off x="3429896" y="-392161"/>
              <a:ext cx="15736" cy="10893"/>
            </a:xfrm>
            <a:custGeom>
              <a:avLst/>
              <a:gdLst/>
              <a:ahLst/>
              <a:cxnLst/>
              <a:rect l="l" t="t" r="r" b="b"/>
              <a:pathLst>
                <a:path w="507" h="351" extrusionOk="0">
                  <a:moveTo>
                    <a:pt x="428" y="0"/>
                  </a:moveTo>
                  <a:lnTo>
                    <a:pt x="253" y="39"/>
                  </a:lnTo>
                  <a:lnTo>
                    <a:pt x="1" y="39"/>
                  </a:lnTo>
                  <a:lnTo>
                    <a:pt x="98" y="350"/>
                  </a:lnTo>
                  <a:lnTo>
                    <a:pt x="253" y="350"/>
                  </a:lnTo>
                  <a:lnTo>
                    <a:pt x="506" y="292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3543;p39">
            <a:extLst>
              <a:ext uri="{FF2B5EF4-FFF2-40B4-BE49-F238E27FC236}">
                <a16:creationId xmlns:a16="http://schemas.microsoft.com/office/drawing/2014/main" id="{8C75CEAF-1F1B-5CC4-810D-DEA4BE0AAEC0}"/>
              </a:ext>
            </a:extLst>
          </p:cNvPr>
          <p:cNvSpPr txBox="1">
            <a:spLocks/>
          </p:cNvSpPr>
          <p:nvPr/>
        </p:nvSpPr>
        <p:spPr>
          <a:xfrm>
            <a:off x="141079" y="185665"/>
            <a:ext cx="8861842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 sz="5000" b="0" i="1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US" sz="3000" i="0" dirty="0">
                <a:solidFill>
                  <a:srgbClr val="4B94D8"/>
                </a:solidFill>
              </a:rPr>
              <a:t>Physical and Logical Architecture Models</a:t>
            </a:r>
            <a:endParaRPr lang="pl-PL" sz="3000" i="0" dirty="0">
              <a:solidFill>
                <a:srgbClr val="4B94D8"/>
              </a:solidFill>
            </a:endParaRPr>
          </a:p>
        </p:txBody>
      </p:sp>
      <p:sp>
        <p:nvSpPr>
          <p:cNvPr id="5" name="Google Shape;3546;p39">
            <a:extLst>
              <a:ext uri="{FF2B5EF4-FFF2-40B4-BE49-F238E27FC236}">
                <a16:creationId xmlns:a16="http://schemas.microsoft.com/office/drawing/2014/main" id="{4FC36C45-8405-05A5-CD06-682B1912F2FB}"/>
              </a:ext>
            </a:extLst>
          </p:cNvPr>
          <p:cNvSpPr txBox="1">
            <a:spLocks/>
          </p:cNvSpPr>
          <p:nvPr/>
        </p:nvSpPr>
        <p:spPr>
          <a:xfrm>
            <a:off x="1760220" y="728146"/>
            <a:ext cx="5623560" cy="30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Arial Rounded MT Bold" panose="020F0704030504030204" pitchFamily="34" charset="0"/>
              </a:rPr>
              <a:t>How We Structured the System</a:t>
            </a:r>
            <a:endParaRPr lang="en-IE" b="1" dirty="0">
              <a:latin typeface="Arial Rounded MT Bold" panose="020F0704030504030204" pitchFamily="34" charset="0"/>
            </a:endParaRPr>
          </a:p>
        </p:txBody>
      </p:sp>
      <p:sp>
        <p:nvSpPr>
          <p:cNvPr id="13" name="Google Shape;3546;p39">
            <a:extLst>
              <a:ext uri="{FF2B5EF4-FFF2-40B4-BE49-F238E27FC236}">
                <a16:creationId xmlns:a16="http://schemas.microsoft.com/office/drawing/2014/main" id="{ACE3401E-137B-728A-C64D-C73FA4BD8BEC}"/>
              </a:ext>
            </a:extLst>
          </p:cNvPr>
          <p:cNvSpPr txBox="1">
            <a:spLocks/>
          </p:cNvSpPr>
          <p:nvPr/>
        </p:nvSpPr>
        <p:spPr>
          <a:xfrm>
            <a:off x="2076471" y="2405334"/>
            <a:ext cx="1450302" cy="382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bg2"/>
                </a:solidFill>
                <a:latin typeface="Arial Rounded MT Bold" panose="020F0704030504030204" pitchFamily="34" charset="0"/>
              </a:rPr>
              <a:t>Presentation</a:t>
            </a:r>
          </a:p>
        </p:txBody>
      </p:sp>
      <p:sp>
        <p:nvSpPr>
          <p:cNvPr id="14" name="Google Shape;3546;p39">
            <a:extLst>
              <a:ext uri="{FF2B5EF4-FFF2-40B4-BE49-F238E27FC236}">
                <a16:creationId xmlns:a16="http://schemas.microsoft.com/office/drawing/2014/main" id="{75766A87-FB38-4555-2045-A31DF32236BA}"/>
              </a:ext>
            </a:extLst>
          </p:cNvPr>
          <p:cNvSpPr txBox="1">
            <a:spLocks/>
          </p:cNvSpPr>
          <p:nvPr/>
        </p:nvSpPr>
        <p:spPr>
          <a:xfrm>
            <a:off x="2076471" y="3279524"/>
            <a:ext cx="1450302" cy="382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bg2"/>
                </a:solidFill>
                <a:latin typeface="Arial Rounded MT Bold" panose="020F0704030504030204" pitchFamily="34" charset="0"/>
              </a:rPr>
              <a:t>Microservices</a:t>
            </a:r>
          </a:p>
        </p:txBody>
      </p:sp>
      <p:sp>
        <p:nvSpPr>
          <p:cNvPr id="15" name="Google Shape;3546;p39">
            <a:extLst>
              <a:ext uri="{FF2B5EF4-FFF2-40B4-BE49-F238E27FC236}">
                <a16:creationId xmlns:a16="http://schemas.microsoft.com/office/drawing/2014/main" id="{7B35CA7B-B9EE-D081-0228-0A63B971AEE7}"/>
              </a:ext>
            </a:extLst>
          </p:cNvPr>
          <p:cNvSpPr txBox="1">
            <a:spLocks/>
          </p:cNvSpPr>
          <p:nvPr/>
        </p:nvSpPr>
        <p:spPr>
          <a:xfrm>
            <a:off x="2076471" y="2842429"/>
            <a:ext cx="1450302" cy="382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bg2"/>
                </a:solidFill>
                <a:latin typeface="Arial Rounded MT Bold" panose="020F0704030504030204" pitchFamily="34" charset="0"/>
              </a:rPr>
              <a:t>API Gateway</a:t>
            </a:r>
          </a:p>
        </p:txBody>
      </p:sp>
      <p:sp>
        <p:nvSpPr>
          <p:cNvPr id="17" name="Google Shape;3546;p39">
            <a:extLst>
              <a:ext uri="{FF2B5EF4-FFF2-40B4-BE49-F238E27FC236}">
                <a16:creationId xmlns:a16="http://schemas.microsoft.com/office/drawing/2014/main" id="{CA3D35F1-282F-B3D8-4575-0A4531393C36}"/>
              </a:ext>
            </a:extLst>
          </p:cNvPr>
          <p:cNvSpPr txBox="1">
            <a:spLocks/>
          </p:cNvSpPr>
          <p:nvPr/>
        </p:nvSpPr>
        <p:spPr>
          <a:xfrm>
            <a:off x="2076471" y="3716618"/>
            <a:ext cx="1450302" cy="382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bg2"/>
                </a:solidFill>
                <a:latin typeface="Arial Rounded MT Bold" panose="020F0704030504030204" pitchFamily="34" charset="0"/>
              </a:rPr>
              <a:t>Datastores</a:t>
            </a:r>
          </a:p>
        </p:txBody>
      </p:sp>
      <p:pic>
        <p:nvPicPr>
          <p:cNvPr id="19" name="Graphic 18" descr="Line arrow: Straight with solid fill">
            <a:extLst>
              <a:ext uri="{FF2B5EF4-FFF2-40B4-BE49-F238E27FC236}">
                <a16:creationId xmlns:a16="http://schemas.microsoft.com/office/drawing/2014/main" id="{A2B3B65D-DD3A-E02E-46A0-77CFAD6840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2693289" y="2734095"/>
            <a:ext cx="216666" cy="216666"/>
          </a:xfrm>
          <a:prstGeom prst="rect">
            <a:avLst/>
          </a:prstGeom>
        </p:spPr>
      </p:pic>
      <p:pic>
        <p:nvPicPr>
          <p:cNvPr id="20" name="Graphic 19" descr="Line arrow: Straight with solid fill">
            <a:extLst>
              <a:ext uri="{FF2B5EF4-FFF2-40B4-BE49-F238E27FC236}">
                <a16:creationId xmlns:a16="http://schemas.microsoft.com/office/drawing/2014/main" id="{CE113E92-17DE-377C-1CE3-D539930A5D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2693289" y="3170952"/>
            <a:ext cx="216666" cy="216666"/>
          </a:xfrm>
          <a:prstGeom prst="rect">
            <a:avLst/>
          </a:prstGeom>
        </p:spPr>
      </p:pic>
      <p:pic>
        <p:nvPicPr>
          <p:cNvPr id="21" name="Graphic 20" descr="Line arrow: Straight with solid fill">
            <a:extLst>
              <a:ext uri="{FF2B5EF4-FFF2-40B4-BE49-F238E27FC236}">
                <a16:creationId xmlns:a16="http://schemas.microsoft.com/office/drawing/2014/main" id="{E9CA0FB1-9BD7-A400-5EE5-948FCB74F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2693289" y="3607809"/>
            <a:ext cx="216666" cy="216666"/>
          </a:xfrm>
          <a:prstGeom prst="rect">
            <a:avLst/>
          </a:prstGeom>
        </p:spPr>
      </p:pic>
      <p:sp>
        <p:nvSpPr>
          <p:cNvPr id="38" name="Google Shape;3546;p39">
            <a:extLst>
              <a:ext uri="{FF2B5EF4-FFF2-40B4-BE49-F238E27FC236}">
                <a16:creationId xmlns:a16="http://schemas.microsoft.com/office/drawing/2014/main" id="{2F363242-9A87-4453-BD65-049E9CB50E77}"/>
              </a:ext>
            </a:extLst>
          </p:cNvPr>
          <p:cNvSpPr txBox="1">
            <a:spLocks/>
          </p:cNvSpPr>
          <p:nvPr/>
        </p:nvSpPr>
        <p:spPr>
          <a:xfrm>
            <a:off x="5185966" y="2444223"/>
            <a:ext cx="3362964" cy="382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bg2"/>
                </a:solidFill>
                <a:latin typeface="Arial Rounded MT Bold" panose="020F0704030504030204" pitchFamily="34" charset="0"/>
              </a:rPr>
              <a:t>Edge nodes for telemetry</a:t>
            </a:r>
          </a:p>
        </p:txBody>
      </p:sp>
      <p:sp>
        <p:nvSpPr>
          <p:cNvPr id="40" name="Google Shape;3546;p39">
            <a:extLst>
              <a:ext uri="{FF2B5EF4-FFF2-40B4-BE49-F238E27FC236}">
                <a16:creationId xmlns:a16="http://schemas.microsoft.com/office/drawing/2014/main" id="{3F290A10-8AB8-FF3A-0A22-D86C5FB809B4}"/>
              </a:ext>
            </a:extLst>
          </p:cNvPr>
          <p:cNvSpPr txBox="1">
            <a:spLocks/>
          </p:cNvSpPr>
          <p:nvPr/>
        </p:nvSpPr>
        <p:spPr>
          <a:xfrm>
            <a:off x="5185966" y="2826683"/>
            <a:ext cx="3362964" cy="61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bg2"/>
                </a:solidFill>
                <a:latin typeface="Arial Rounded MT Bold" panose="020F0704030504030204" pitchFamily="34" charset="0"/>
              </a:rPr>
              <a:t>Cloud region for scaling reservations &amp; analytics</a:t>
            </a:r>
          </a:p>
        </p:txBody>
      </p:sp>
      <p:sp>
        <p:nvSpPr>
          <p:cNvPr id="41" name="Google Shape;3546;p39">
            <a:extLst>
              <a:ext uri="{FF2B5EF4-FFF2-40B4-BE49-F238E27FC236}">
                <a16:creationId xmlns:a16="http://schemas.microsoft.com/office/drawing/2014/main" id="{0210AE60-259C-1A42-0590-5141A02F0380}"/>
              </a:ext>
            </a:extLst>
          </p:cNvPr>
          <p:cNvSpPr txBox="1">
            <a:spLocks/>
          </p:cNvSpPr>
          <p:nvPr/>
        </p:nvSpPr>
        <p:spPr>
          <a:xfrm>
            <a:off x="5185966" y="3441028"/>
            <a:ext cx="3362964" cy="382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bg2"/>
                </a:solidFill>
                <a:latin typeface="Arial Rounded MT Bold" panose="020F0704030504030204" pitchFamily="34" charset="0"/>
              </a:rPr>
              <a:t>On-prem for sensitive systems</a:t>
            </a:r>
          </a:p>
        </p:txBody>
      </p:sp>
      <p:pic>
        <p:nvPicPr>
          <p:cNvPr id="42" name="Graphic 41" descr="Line arrow: Straight with solid fill">
            <a:extLst>
              <a:ext uri="{FF2B5EF4-FFF2-40B4-BE49-F238E27FC236}">
                <a16:creationId xmlns:a16="http://schemas.microsoft.com/office/drawing/2014/main" id="{1E1AA79E-128D-4C6F-9651-12176AE11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907841" y="3054715"/>
            <a:ext cx="216666" cy="216666"/>
          </a:xfrm>
          <a:prstGeom prst="rect">
            <a:avLst/>
          </a:prstGeom>
        </p:spPr>
      </p:pic>
      <p:pic>
        <p:nvPicPr>
          <p:cNvPr id="45" name="Graphic 44" descr="Line arrow: Straight with solid fill">
            <a:extLst>
              <a:ext uri="{FF2B5EF4-FFF2-40B4-BE49-F238E27FC236}">
                <a16:creationId xmlns:a16="http://schemas.microsoft.com/office/drawing/2014/main" id="{FFB5DEE8-7D6E-35B4-8A8B-6AAEB4ED3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907840" y="2556081"/>
            <a:ext cx="216666" cy="216666"/>
          </a:xfrm>
          <a:prstGeom prst="rect">
            <a:avLst/>
          </a:prstGeom>
        </p:spPr>
      </p:pic>
      <p:pic>
        <p:nvPicPr>
          <p:cNvPr id="46" name="Graphic 45" descr="Line arrow: Straight with solid fill">
            <a:extLst>
              <a:ext uri="{FF2B5EF4-FFF2-40B4-BE49-F238E27FC236}">
                <a16:creationId xmlns:a16="http://schemas.microsoft.com/office/drawing/2014/main" id="{95F420E9-6524-02C3-025B-965601BEA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907841" y="3553349"/>
            <a:ext cx="216666" cy="216666"/>
          </a:xfrm>
          <a:prstGeom prst="rect">
            <a:avLst/>
          </a:prstGeom>
        </p:spPr>
      </p:pic>
      <p:sp>
        <p:nvSpPr>
          <p:cNvPr id="47" name="Google Shape;3546;p39">
            <a:extLst>
              <a:ext uri="{FF2B5EF4-FFF2-40B4-BE49-F238E27FC236}">
                <a16:creationId xmlns:a16="http://schemas.microsoft.com/office/drawing/2014/main" id="{913E8815-8D63-C3EF-2049-E77165D0B9C0}"/>
              </a:ext>
            </a:extLst>
          </p:cNvPr>
          <p:cNvSpPr txBox="1">
            <a:spLocks/>
          </p:cNvSpPr>
          <p:nvPr/>
        </p:nvSpPr>
        <p:spPr>
          <a:xfrm>
            <a:off x="1421271" y="4243501"/>
            <a:ext cx="6296232" cy="38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D14000"/>
                </a:solidFill>
                <a:latin typeface="Arial Rounded MT Bold" panose="020F0704030504030204" pitchFamily="34" charset="0"/>
              </a:rPr>
              <a:t>Designed for global scale + low latency + strict regulatory compliance.</a:t>
            </a:r>
          </a:p>
        </p:txBody>
      </p:sp>
      <p:grpSp>
        <p:nvGrpSpPr>
          <p:cNvPr id="48" name="Google Shape;4339;p43">
            <a:extLst>
              <a:ext uri="{FF2B5EF4-FFF2-40B4-BE49-F238E27FC236}">
                <a16:creationId xmlns:a16="http://schemas.microsoft.com/office/drawing/2014/main" id="{B8740CDD-384E-B41F-337F-3E3B635F9AB5}"/>
              </a:ext>
            </a:extLst>
          </p:cNvPr>
          <p:cNvGrpSpPr/>
          <p:nvPr/>
        </p:nvGrpSpPr>
        <p:grpSpPr>
          <a:xfrm>
            <a:off x="9524544" y="3553349"/>
            <a:ext cx="1143167" cy="451268"/>
            <a:chOff x="5454775" y="-1447800"/>
            <a:chExt cx="3232025" cy="1275850"/>
          </a:xfrm>
        </p:grpSpPr>
        <p:sp>
          <p:nvSpPr>
            <p:cNvPr id="49" name="Google Shape;4340;p43">
              <a:extLst>
                <a:ext uri="{FF2B5EF4-FFF2-40B4-BE49-F238E27FC236}">
                  <a16:creationId xmlns:a16="http://schemas.microsoft.com/office/drawing/2014/main" id="{714F7602-9FC1-F58E-D6AB-9F0C256B7620}"/>
                </a:ext>
              </a:extLst>
            </p:cNvPr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341;p43">
              <a:extLst>
                <a:ext uri="{FF2B5EF4-FFF2-40B4-BE49-F238E27FC236}">
                  <a16:creationId xmlns:a16="http://schemas.microsoft.com/office/drawing/2014/main" id="{D4D97EFB-907E-825C-0571-23C7E5FE4A1C}"/>
                </a:ext>
              </a:extLst>
            </p:cNvPr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342;p43">
              <a:extLst>
                <a:ext uri="{FF2B5EF4-FFF2-40B4-BE49-F238E27FC236}">
                  <a16:creationId xmlns:a16="http://schemas.microsoft.com/office/drawing/2014/main" id="{BDA96FA2-29E7-28CE-17AA-83BE6164E005}"/>
                </a:ext>
              </a:extLst>
            </p:cNvPr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343;p43">
              <a:extLst>
                <a:ext uri="{FF2B5EF4-FFF2-40B4-BE49-F238E27FC236}">
                  <a16:creationId xmlns:a16="http://schemas.microsoft.com/office/drawing/2014/main" id="{1FE8DC2C-46CB-7C84-6844-7FFC95077CF8}"/>
                </a:ext>
              </a:extLst>
            </p:cNvPr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344;p43">
              <a:extLst>
                <a:ext uri="{FF2B5EF4-FFF2-40B4-BE49-F238E27FC236}">
                  <a16:creationId xmlns:a16="http://schemas.microsoft.com/office/drawing/2014/main" id="{2D738200-F06A-5236-CC1C-272B36C5329A}"/>
                </a:ext>
              </a:extLst>
            </p:cNvPr>
            <p:cNvSpPr/>
            <p:nvPr/>
          </p:nvSpPr>
          <p:spPr>
            <a:xfrm>
              <a:off x="7169125" y="-1359675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345;p43">
              <a:extLst>
                <a:ext uri="{FF2B5EF4-FFF2-40B4-BE49-F238E27FC236}">
                  <a16:creationId xmlns:a16="http://schemas.microsoft.com/office/drawing/2014/main" id="{7541CF25-2E33-A541-3D98-B001821A7D07}"/>
                </a:ext>
              </a:extLst>
            </p:cNvPr>
            <p:cNvSpPr/>
            <p:nvPr/>
          </p:nvSpPr>
          <p:spPr>
            <a:xfrm>
              <a:off x="6634925" y="-1230150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346;p43">
              <a:extLst>
                <a:ext uri="{FF2B5EF4-FFF2-40B4-BE49-F238E27FC236}">
                  <a16:creationId xmlns:a16="http://schemas.microsoft.com/office/drawing/2014/main" id="{E1CC7A21-43D6-94FD-AEED-B7569DAE0950}"/>
                </a:ext>
              </a:extLst>
            </p:cNvPr>
            <p:cNvSpPr/>
            <p:nvPr/>
          </p:nvSpPr>
          <p:spPr>
            <a:xfrm>
              <a:off x="7169125" y="-1317750"/>
              <a:ext cx="489075" cy="106425"/>
            </a:xfrm>
            <a:custGeom>
              <a:avLst/>
              <a:gdLst/>
              <a:ahLst/>
              <a:cxnLst/>
              <a:rect l="l" t="t" r="r" b="b"/>
              <a:pathLst>
                <a:path w="19563" h="4257" extrusionOk="0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347;p43">
              <a:extLst>
                <a:ext uri="{FF2B5EF4-FFF2-40B4-BE49-F238E27FC236}">
                  <a16:creationId xmlns:a16="http://schemas.microsoft.com/office/drawing/2014/main" id="{A9583289-DEBE-4F11-3A2B-B780A4697FF5}"/>
                </a:ext>
              </a:extLst>
            </p:cNvPr>
            <p:cNvSpPr/>
            <p:nvPr/>
          </p:nvSpPr>
          <p:spPr>
            <a:xfrm>
              <a:off x="6637075" y="-1200600"/>
              <a:ext cx="486925" cy="98375"/>
            </a:xfrm>
            <a:custGeom>
              <a:avLst/>
              <a:gdLst/>
              <a:ahLst/>
              <a:cxnLst/>
              <a:rect l="l" t="t" r="r" b="b"/>
              <a:pathLst>
                <a:path w="19477" h="3935" extrusionOk="0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348;p43">
              <a:extLst>
                <a:ext uri="{FF2B5EF4-FFF2-40B4-BE49-F238E27FC236}">
                  <a16:creationId xmlns:a16="http://schemas.microsoft.com/office/drawing/2014/main" id="{DEDB6FC7-65FC-6EDC-FC5B-958810A29630}"/>
                </a:ext>
              </a:extLst>
            </p:cNvPr>
            <p:cNvSpPr/>
            <p:nvPr/>
          </p:nvSpPr>
          <p:spPr>
            <a:xfrm>
              <a:off x="6059900" y="-765300"/>
              <a:ext cx="419750" cy="224125"/>
            </a:xfrm>
            <a:custGeom>
              <a:avLst/>
              <a:gdLst/>
              <a:ahLst/>
              <a:cxnLst/>
              <a:rect l="l" t="t" r="r" b="b"/>
              <a:pathLst>
                <a:path w="16790" h="8965" extrusionOk="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349;p43">
              <a:extLst>
                <a:ext uri="{FF2B5EF4-FFF2-40B4-BE49-F238E27FC236}">
                  <a16:creationId xmlns:a16="http://schemas.microsoft.com/office/drawing/2014/main" id="{69158085-3D8F-E25F-6888-00E8A90573C8}"/>
                </a:ext>
              </a:extLst>
            </p:cNvPr>
            <p:cNvSpPr/>
            <p:nvPr/>
          </p:nvSpPr>
          <p:spPr>
            <a:xfrm>
              <a:off x="6124925" y="-528300"/>
              <a:ext cx="420275" cy="223600"/>
            </a:xfrm>
            <a:custGeom>
              <a:avLst/>
              <a:gdLst/>
              <a:ahLst/>
              <a:cxnLst/>
              <a:rect l="l" t="t" r="r" b="b"/>
              <a:pathLst>
                <a:path w="16811" h="8944" extrusionOk="0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350;p43">
              <a:extLst>
                <a:ext uri="{FF2B5EF4-FFF2-40B4-BE49-F238E27FC236}">
                  <a16:creationId xmlns:a16="http://schemas.microsoft.com/office/drawing/2014/main" id="{F86F82DC-86DA-8022-4F2B-3FB1B457A070}"/>
                </a:ext>
              </a:extLst>
            </p:cNvPr>
            <p:cNvSpPr/>
            <p:nvPr/>
          </p:nvSpPr>
          <p:spPr>
            <a:xfrm>
              <a:off x="6188875" y="-758850"/>
              <a:ext cx="290775" cy="217675"/>
            </a:xfrm>
            <a:custGeom>
              <a:avLst/>
              <a:gdLst/>
              <a:ahLst/>
              <a:cxnLst/>
              <a:rect l="l" t="t" r="r" b="b"/>
              <a:pathLst>
                <a:path w="11631" h="8707" extrusionOk="0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351;p43">
              <a:extLst>
                <a:ext uri="{FF2B5EF4-FFF2-40B4-BE49-F238E27FC236}">
                  <a16:creationId xmlns:a16="http://schemas.microsoft.com/office/drawing/2014/main" id="{8172822B-6146-E6B3-DD2E-B82A50056CEA}"/>
                </a:ext>
              </a:extLst>
            </p:cNvPr>
            <p:cNvSpPr/>
            <p:nvPr/>
          </p:nvSpPr>
          <p:spPr>
            <a:xfrm>
              <a:off x="6298500" y="-511625"/>
              <a:ext cx="246700" cy="206925"/>
            </a:xfrm>
            <a:custGeom>
              <a:avLst/>
              <a:gdLst/>
              <a:ahLst/>
              <a:cxnLst/>
              <a:rect l="l" t="t" r="r" b="b"/>
              <a:pathLst>
                <a:path w="9868" h="8277" extrusionOk="0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352;p43">
              <a:extLst>
                <a:ext uri="{FF2B5EF4-FFF2-40B4-BE49-F238E27FC236}">
                  <a16:creationId xmlns:a16="http://schemas.microsoft.com/office/drawing/2014/main" id="{9865AB50-4C9F-3890-C5C7-43039C590F74}"/>
                </a:ext>
              </a:extLst>
            </p:cNvPr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extrusionOk="0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353;p43">
              <a:extLst>
                <a:ext uri="{FF2B5EF4-FFF2-40B4-BE49-F238E27FC236}">
                  <a16:creationId xmlns:a16="http://schemas.microsoft.com/office/drawing/2014/main" id="{CC892D22-C0CF-106E-1885-060B3CD8E686}"/>
                </a:ext>
              </a:extLst>
            </p:cNvPr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fill="none" extrusionOk="0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354;p43">
              <a:extLst>
                <a:ext uri="{FF2B5EF4-FFF2-40B4-BE49-F238E27FC236}">
                  <a16:creationId xmlns:a16="http://schemas.microsoft.com/office/drawing/2014/main" id="{F41F498B-EE55-0CBA-AD7C-58C55740861A}"/>
                </a:ext>
              </a:extLst>
            </p:cNvPr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extrusionOk="0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4355;p43">
              <a:extLst>
                <a:ext uri="{FF2B5EF4-FFF2-40B4-BE49-F238E27FC236}">
                  <a16:creationId xmlns:a16="http://schemas.microsoft.com/office/drawing/2014/main" id="{C70AFD1B-DA94-DE1A-6C17-17F6DBB6FFDE}"/>
                </a:ext>
              </a:extLst>
            </p:cNvPr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fill="none" extrusionOk="0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4356;p43">
              <a:extLst>
                <a:ext uri="{FF2B5EF4-FFF2-40B4-BE49-F238E27FC236}">
                  <a16:creationId xmlns:a16="http://schemas.microsoft.com/office/drawing/2014/main" id="{ADB17E95-C845-47D6-0F70-CF0FAF4CB6CD}"/>
                </a:ext>
              </a:extLst>
            </p:cNvPr>
            <p:cNvSpPr/>
            <p:nvPr/>
          </p:nvSpPr>
          <p:spPr>
            <a:xfrm>
              <a:off x="7617325" y="-1163525"/>
              <a:ext cx="835175" cy="557325"/>
            </a:xfrm>
            <a:custGeom>
              <a:avLst/>
              <a:gdLst/>
              <a:ahLst/>
              <a:cxnLst/>
              <a:rect l="l" t="t" r="r" b="b"/>
              <a:pathLst>
                <a:path w="33407" h="22293" extrusionOk="0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4357;p43">
              <a:extLst>
                <a:ext uri="{FF2B5EF4-FFF2-40B4-BE49-F238E27FC236}">
                  <a16:creationId xmlns:a16="http://schemas.microsoft.com/office/drawing/2014/main" id="{C92CC909-B9BE-EFB4-7634-F122EA77FA4D}"/>
                </a:ext>
              </a:extLst>
            </p:cNvPr>
            <p:cNvSpPr/>
            <p:nvPr/>
          </p:nvSpPr>
          <p:spPr>
            <a:xfrm>
              <a:off x="6672000" y="-14478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4358;p43">
              <a:extLst>
                <a:ext uri="{FF2B5EF4-FFF2-40B4-BE49-F238E27FC236}">
                  <a16:creationId xmlns:a16="http://schemas.microsoft.com/office/drawing/2014/main" id="{5B781AB0-8917-DE0E-B0B1-CC04A42E9ACC}"/>
                </a:ext>
              </a:extLst>
            </p:cNvPr>
            <p:cNvSpPr/>
            <p:nvPr/>
          </p:nvSpPr>
          <p:spPr>
            <a:xfrm>
              <a:off x="5536975" y="-1344100"/>
              <a:ext cx="50550" cy="59700"/>
            </a:xfrm>
            <a:custGeom>
              <a:avLst/>
              <a:gdLst/>
              <a:ahLst/>
              <a:cxnLst/>
              <a:rect l="l" t="t" r="r" b="b"/>
              <a:pathLst>
                <a:path w="2022" h="2388" extrusionOk="0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4359;p43">
              <a:extLst>
                <a:ext uri="{FF2B5EF4-FFF2-40B4-BE49-F238E27FC236}">
                  <a16:creationId xmlns:a16="http://schemas.microsoft.com/office/drawing/2014/main" id="{48068075-ED5C-DFC5-5930-E57D21724799}"/>
                </a:ext>
              </a:extLst>
            </p:cNvPr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4360;p43">
              <a:extLst>
                <a:ext uri="{FF2B5EF4-FFF2-40B4-BE49-F238E27FC236}">
                  <a16:creationId xmlns:a16="http://schemas.microsoft.com/office/drawing/2014/main" id="{495CB0CB-DEA1-E610-D920-0ACAD250B409}"/>
                </a:ext>
              </a:extLst>
            </p:cNvPr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4361;p43">
              <a:extLst>
                <a:ext uri="{FF2B5EF4-FFF2-40B4-BE49-F238E27FC236}">
                  <a16:creationId xmlns:a16="http://schemas.microsoft.com/office/drawing/2014/main" id="{066EE1B6-7C17-E09D-7A9B-2C8FFC9AD5B8}"/>
                </a:ext>
              </a:extLst>
            </p:cNvPr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4362;p43">
              <a:extLst>
                <a:ext uri="{FF2B5EF4-FFF2-40B4-BE49-F238E27FC236}">
                  <a16:creationId xmlns:a16="http://schemas.microsoft.com/office/drawing/2014/main" id="{094D295F-2951-6CC3-7C3C-FD725F7E444F}"/>
                </a:ext>
              </a:extLst>
            </p:cNvPr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4363;p43">
              <a:extLst>
                <a:ext uri="{FF2B5EF4-FFF2-40B4-BE49-F238E27FC236}">
                  <a16:creationId xmlns:a16="http://schemas.microsoft.com/office/drawing/2014/main" id="{62D06B1B-D931-BAB8-4082-97A984FC5B11}"/>
                </a:ext>
              </a:extLst>
            </p:cNvPr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4364;p43">
              <a:extLst>
                <a:ext uri="{FF2B5EF4-FFF2-40B4-BE49-F238E27FC236}">
                  <a16:creationId xmlns:a16="http://schemas.microsoft.com/office/drawing/2014/main" id="{24A40EB6-F203-2969-5448-E37AD45B84E6}"/>
                </a:ext>
              </a:extLst>
            </p:cNvPr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4365;p43">
              <a:extLst>
                <a:ext uri="{FF2B5EF4-FFF2-40B4-BE49-F238E27FC236}">
                  <a16:creationId xmlns:a16="http://schemas.microsoft.com/office/drawing/2014/main" id="{263B33B9-9358-60DF-AF92-1644343216FA}"/>
                </a:ext>
              </a:extLst>
            </p:cNvPr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4366;p43">
              <a:extLst>
                <a:ext uri="{FF2B5EF4-FFF2-40B4-BE49-F238E27FC236}">
                  <a16:creationId xmlns:a16="http://schemas.microsoft.com/office/drawing/2014/main" id="{70607960-0A17-01EA-84D6-81827904DDB8}"/>
                </a:ext>
              </a:extLst>
            </p:cNvPr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4367;p43">
              <a:extLst>
                <a:ext uri="{FF2B5EF4-FFF2-40B4-BE49-F238E27FC236}">
                  <a16:creationId xmlns:a16="http://schemas.microsoft.com/office/drawing/2014/main" id="{B3ED9A1B-D628-A58F-1F63-B3FE93056F69}"/>
                </a:ext>
              </a:extLst>
            </p:cNvPr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4368;p43">
              <a:extLst>
                <a:ext uri="{FF2B5EF4-FFF2-40B4-BE49-F238E27FC236}">
                  <a16:creationId xmlns:a16="http://schemas.microsoft.com/office/drawing/2014/main" id="{D9CE2471-4719-4FDE-16BF-999DACC975EA}"/>
                </a:ext>
              </a:extLst>
            </p:cNvPr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4369;p43">
              <a:extLst>
                <a:ext uri="{FF2B5EF4-FFF2-40B4-BE49-F238E27FC236}">
                  <a16:creationId xmlns:a16="http://schemas.microsoft.com/office/drawing/2014/main" id="{43937C89-90FA-1131-2D30-B664D759C0A0}"/>
                </a:ext>
              </a:extLst>
            </p:cNvPr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7" name="Google Shape;4370;p43">
              <a:extLst>
                <a:ext uri="{FF2B5EF4-FFF2-40B4-BE49-F238E27FC236}">
                  <a16:creationId xmlns:a16="http://schemas.microsoft.com/office/drawing/2014/main" id="{78761391-98D7-33B2-448F-65839E110D74}"/>
                </a:ext>
              </a:extLst>
            </p:cNvPr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8" name="Google Shape;4371;p43">
              <a:extLst>
                <a:ext uri="{FF2B5EF4-FFF2-40B4-BE49-F238E27FC236}">
                  <a16:creationId xmlns:a16="http://schemas.microsoft.com/office/drawing/2014/main" id="{E2E91354-29DE-9ACE-10C1-92B281B321AC}"/>
                </a:ext>
              </a:extLst>
            </p:cNvPr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9" name="Google Shape;4372;p43">
              <a:extLst>
                <a:ext uri="{FF2B5EF4-FFF2-40B4-BE49-F238E27FC236}">
                  <a16:creationId xmlns:a16="http://schemas.microsoft.com/office/drawing/2014/main" id="{5681E39A-870B-A211-6185-A07991ABB763}"/>
                </a:ext>
              </a:extLst>
            </p:cNvPr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0" name="Google Shape;4373;p43">
              <a:extLst>
                <a:ext uri="{FF2B5EF4-FFF2-40B4-BE49-F238E27FC236}">
                  <a16:creationId xmlns:a16="http://schemas.microsoft.com/office/drawing/2014/main" id="{39861999-D9A8-C9E3-307E-D4BD7649C1EA}"/>
                </a:ext>
              </a:extLst>
            </p:cNvPr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1" name="Google Shape;4374;p43">
              <a:extLst>
                <a:ext uri="{FF2B5EF4-FFF2-40B4-BE49-F238E27FC236}">
                  <a16:creationId xmlns:a16="http://schemas.microsoft.com/office/drawing/2014/main" id="{85FF9B7D-4E7F-0F45-D30E-0F8D03E0B8B9}"/>
                </a:ext>
              </a:extLst>
            </p:cNvPr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2" name="Google Shape;4375;p43">
              <a:extLst>
                <a:ext uri="{FF2B5EF4-FFF2-40B4-BE49-F238E27FC236}">
                  <a16:creationId xmlns:a16="http://schemas.microsoft.com/office/drawing/2014/main" id="{2E273AE2-7B49-8737-E1A9-7E76E912CFCB}"/>
                </a:ext>
              </a:extLst>
            </p:cNvPr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3" name="Google Shape;4376;p43">
              <a:extLst>
                <a:ext uri="{FF2B5EF4-FFF2-40B4-BE49-F238E27FC236}">
                  <a16:creationId xmlns:a16="http://schemas.microsoft.com/office/drawing/2014/main" id="{53E697E3-E765-3D09-127E-D5D0EB13368F}"/>
                </a:ext>
              </a:extLst>
            </p:cNvPr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4" name="Google Shape;4377;p43">
              <a:extLst>
                <a:ext uri="{FF2B5EF4-FFF2-40B4-BE49-F238E27FC236}">
                  <a16:creationId xmlns:a16="http://schemas.microsoft.com/office/drawing/2014/main" id="{6090F67B-5E0C-C485-5AEB-231A12A0F282}"/>
                </a:ext>
              </a:extLst>
            </p:cNvPr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5" name="Google Shape;4378;p43">
              <a:extLst>
                <a:ext uri="{FF2B5EF4-FFF2-40B4-BE49-F238E27FC236}">
                  <a16:creationId xmlns:a16="http://schemas.microsoft.com/office/drawing/2014/main" id="{9EE61F9F-C9D2-2868-5CE2-482D5E3A6E3C}"/>
                </a:ext>
              </a:extLst>
            </p:cNvPr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6" name="Google Shape;4379;p43">
              <a:extLst>
                <a:ext uri="{FF2B5EF4-FFF2-40B4-BE49-F238E27FC236}">
                  <a16:creationId xmlns:a16="http://schemas.microsoft.com/office/drawing/2014/main" id="{6E43E258-6E40-D846-DB7B-8BFCDA1CB755}"/>
                </a:ext>
              </a:extLst>
            </p:cNvPr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extrusionOk="0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7" name="Google Shape;4380;p43">
              <a:extLst>
                <a:ext uri="{FF2B5EF4-FFF2-40B4-BE49-F238E27FC236}">
                  <a16:creationId xmlns:a16="http://schemas.microsoft.com/office/drawing/2014/main" id="{12744B6B-7FA2-FAF7-2493-23C0927CB37E}"/>
                </a:ext>
              </a:extLst>
            </p:cNvPr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8" name="Google Shape;4381;p43">
              <a:extLst>
                <a:ext uri="{FF2B5EF4-FFF2-40B4-BE49-F238E27FC236}">
                  <a16:creationId xmlns:a16="http://schemas.microsoft.com/office/drawing/2014/main" id="{F751B388-89EF-84E2-5D91-566BEF3DC1B0}"/>
                </a:ext>
              </a:extLst>
            </p:cNvPr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9" name="Google Shape;4382;p43">
              <a:extLst>
                <a:ext uri="{FF2B5EF4-FFF2-40B4-BE49-F238E27FC236}">
                  <a16:creationId xmlns:a16="http://schemas.microsoft.com/office/drawing/2014/main" id="{1EEFA105-4B1C-060F-612D-E00F43193CC1}"/>
                </a:ext>
              </a:extLst>
            </p:cNvPr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0" name="Google Shape;4383;p43">
              <a:extLst>
                <a:ext uri="{FF2B5EF4-FFF2-40B4-BE49-F238E27FC236}">
                  <a16:creationId xmlns:a16="http://schemas.microsoft.com/office/drawing/2014/main" id="{FC9DCBAE-B51C-F9A2-7223-8A881B3AA043}"/>
                </a:ext>
              </a:extLst>
            </p:cNvPr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1" name="Google Shape;4384;p43">
              <a:extLst>
                <a:ext uri="{FF2B5EF4-FFF2-40B4-BE49-F238E27FC236}">
                  <a16:creationId xmlns:a16="http://schemas.microsoft.com/office/drawing/2014/main" id="{558D29CC-394B-7AD5-FBCD-873A0597D4D8}"/>
                </a:ext>
              </a:extLst>
            </p:cNvPr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2" name="Google Shape;4385;p43">
              <a:extLst>
                <a:ext uri="{FF2B5EF4-FFF2-40B4-BE49-F238E27FC236}">
                  <a16:creationId xmlns:a16="http://schemas.microsoft.com/office/drawing/2014/main" id="{82FCCD58-D38D-B50D-4BDF-D31D651EA385}"/>
                </a:ext>
              </a:extLst>
            </p:cNvPr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3" name="Google Shape;4386;p43">
              <a:extLst>
                <a:ext uri="{FF2B5EF4-FFF2-40B4-BE49-F238E27FC236}">
                  <a16:creationId xmlns:a16="http://schemas.microsoft.com/office/drawing/2014/main" id="{18064CC8-3864-2A16-28F4-8265DB0E943F}"/>
                </a:ext>
              </a:extLst>
            </p:cNvPr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7" name="Google Shape;4387;p43">
              <a:extLst>
                <a:ext uri="{FF2B5EF4-FFF2-40B4-BE49-F238E27FC236}">
                  <a16:creationId xmlns:a16="http://schemas.microsoft.com/office/drawing/2014/main" id="{6554BF92-2078-50EE-D108-22566B8395A6}"/>
                </a:ext>
              </a:extLst>
            </p:cNvPr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8" name="Google Shape;4388;p43">
              <a:extLst>
                <a:ext uri="{FF2B5EF4-FFF2-40B4-BE49-F238E27FC236}">
                  <a16:creationId xmlns:a16="http://schemas.microsoft.com/office/drawing/2014/main" id="{680ADF3D-8EF7-AC4B-E2D0-8DD2881C7384}"/>
                </a:ext>
              </a:extLst>
            </p:cNvPr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9" name="Google Shape;4389;p43">
              <a:extLst>
                <a:ext uri="{FF2B5EF4-FFF2-40B4-BE49-F238E27FC236}">
                  <a16:creationId xmlns:a16="http://schemas.microsoft.com/office/drawing/2014/main" id="{135ED204-9C30-D29C-5809-47A5C9EC353F}"/>
                </a:ext>
              </a:extLst>
            </p:cNvPr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0" name="Google Shape;4390;p43">
              <a:extLst>
                <a:ext uri="{FF2B5EF4-FFF2-40B4-BE49-F238E27FC236}">
                  <a16:creationId xmlns:a16="http://schemas.microsoft.com/office/drawing/2014/main" id="{962D4275-FB0D-22E1-4D2F-4D0A93944BD3}"/>
                </a:ext>
              </a:extLst>
            </p:cNvPr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1" name="Google Shape;4391;p43">
              <a:extLst>
                <a:ext uri="{FF2B5EF4-FFF2-40B4-BE49-F238E27FC236}">
                  <a16:creationId xmlns:a16="http://schemas.microsoft.com/office/drawing/2014/main" id="{46FB4123-4815-1F69-76FA-1A15FA061154}"/>
                </a:ext>
              </a:extLst>
            </p:cNvPr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2" name="Google Shape;4392;p43">
              <a:extLst>
                <a:ext uri="{FF2B5EF4-FFF2-40B4-BE49-F238E27FC236}">
                  <a16:creationId xmlns:a16="http://schemas.microsoft.com/office/drawing/2014/main" id="{9DB856EF-E2EA-BAAF-7191-45071C1CD185}"/>
                </a:ext>
              </a:extLst>
            </p:cNvPr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3" name="Google Shape;4393;p43">
              <a:extLst>
                <a:ext uri="{FF2B5EF4-FFF2-40B4-BE49-F238E27FC236}">
                  <a16:creationId xmlns:a16="http://schemas.microsoft.com/office/drawing/2014/main" id="{23895DCE-C2F3-4B29-17AB-69BB73DB483F}"/>
                </a:ext>
              </a:extLst>
            </p:cNvPr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4" name="Google Shape;4394;p43">
              <a:extLst>
                <a:ext uri="{FF2B5EF4-FFF2-40B4-BE49-F238E27FC236}">
                  <a16:creationId xmlns:a16="http://schemas.microsoft.com/office/drawing/2014/main" id="{4EA551F5-3960-C31E-F5C5-BA9F3FC91A1F}"/>
                </a:ext>
              </a:extLst>
            </p:cNvPr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5" name="Google Shape;4395;p43">
              <a:extLst>
                <a:ext uri="{FF2B5EF4-FFF2-40B4-BE49-F238E27FC236}">
                  <a16:creationId xmlns:a16="http://schemas.microsoft.com/office/drawing/2014/main" id="{B4620E38-B5FC-10AE-E702-7F43FF4C892D}"/>
                </a:ext>
              </a:extLst>
            </p:cNvPr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extrusionOk="0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6" name="Google Shape;4396;p43">
              <a:extLst>
                <a:ext uri="{FF2B5EF4-FFF2-40B4-BE49-F238E27FC236}">
                  <a16:creationId xmlns:a16="http://schemas.microsoft.com/office/drawing/2014/main" id="{256FBA0E-06A2-DC74-9365-04EEAFC7352D}"/>
                </a:ext>
              </a:extLst>
            </p:cNvPr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7" name="Google Shape;4397;p43">
              <a:extLst>
                <a:ext uri="{FF2B5EF4-FFF2-40B4-BE49-F238E27FC236}">
                  <a16:creationId xmlns:a16="http://schemas.microsoft.com/office/drawing/2014/main" id="{BE2764B1-3831-ED83-5C71-BD36A1AA8C84}"/>
                </a:ext>
              </a:extLst>
            </p:cNvPr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8" name="Google Shape;4398;p43">
              <a:extLst>
                <a:ext uri="{FF2B5EF4-FFF2-40B4-BE49-F238E27FC236}">
                  <a16:creationId xmlns:a16="http://schemas.microsoft.com/office/drawing/2014/main" id="{B3F27DFD-32C6-7A40-62FB-54FA6826DD11}"/>
                </a:ext>
              </a:extLst>
            </p:cNvPr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9" name="Google Shape;4399;p43">
              <a:extLst>
                <a:ext uri="{FF2B5EF4-FFF2-40B4-BE49-F238E27FC236}">
                  <a16:creationId xmlns:a16="http://schemas.microsoft.com/office/drawing/2014/main" id="{B201F309-91C5-DF2B-EDCC-905396F98D57}"/>
                </a:ext>
              </a:extLst>
            </p:cNvPr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0" name="Google Shape;4400;p43">
              <a:extLst>
                <a:ext uri="{FF2B5EF4-FFF2-40B4-BE49-F238E27FC236}">
                  <a16:creationId xmlns:a16="http://schemas.microsoft.com/office/drawing/2014/main" id="{0A1C086F-8C6E-6FF2-F7FE-9E4835BCF191}"/>
                </a:ext>
              </a:extLst>
            </p:cNvPr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1" name="Google Shape;4401;p43">
              <a:extLst>
                <a:ext uri="{FF2B5EF4-FFF2-40B4-BE49-F238E27FC236}">
                  <a16:creationId xmlns:a16="http://schemas.microsoft.com/office/drawing/2014/main" id="{84528D09-736B-F0BB-B3FE-B42074737651}"/>
                </a:ext>
              </a:extLst>
            </p:cNvPr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2" name="Google Shape;4402;p43">
              <a:extLst>
                <a:ext uri="{FF2B5EF4-FFF2-40B4-BE49-F238E27FC236}">
                  <a16:creationId xmlns:a16="http://schemas.microsoft.com/office/drawing/2014/main" id="{E61F86D9-860E-185D-DC8D-AC0A4A87B73E}"/>
                </a:ext>
              </a:extLst>
            </p:cNvPr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3" name="Google Shape;4403;p43">
              <a:extLst>
                <a:ext uri="{FF2B5EF4-FFF2-40B4-BE49-F238E27FC236}">
                  <a16:creationId xmlns:a16="http://schemas.microsoft.com/office/drawing/2014/main" id="{87907869-8256-26F4-114F-84C9EAA9EC9D}"/>
                </a:ext>
              </a:extLst>
            </p:cNvPr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4" name="Google Shape;4404;p43">
              <a:extLst>
                <a:ext uri="{FF2B5EF4-FFF2-40B4-BE49-F238E27FC236}">
                  <a16:creationId xmlns:a16="http://schemas.microsoft.com/office/drawing/2014/main" id="{6C95D7D0-98D4-3FBD-82E8-D4CEA43A55EE}"/>
                </a:ext>
              </a:extLst>
            </p:cNvPr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5" name="Google Shape;4405;p43">
              <a:extLst>
                <a:ext uri="{FF2B5EF4-FFF2-40B4-BE49-F238E27FC236}">
                  <a16:creationId xmlns:a16="http://schemas.microsoft.com/office/drawing/2014/main" id="{59716AFA-DC21-EBF0-7C7A-A961789AC0FC}"/>
                </a:ext>
              </a:extLst>
            </p:cNvPr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6" name="Google Shape;4406;p43">
              <a:extLst>
                <a:ext uri="{FF2B5EF4-FFF2-40B4-BE49-F238E27FC236}">
                  <a16:creationId xmlns:a16="http://schemas.microsoft.com/office/drawing/2014/main" id="{43BEEC3A-B0AA-1439-51FB-C4EC9A560420}"/>
                </a:ext>
              </a:extLst>
            </p:cNvPr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7" name="Google Shape;4407;p43">
              <a:extLst>
                <a:ext uri="{FF2B5EF4-FFF2-40B4-BE49-F238E27FC236}">
                  <a16:creationId xmlns:a16="http://schemas.microsoft.com/office/drawing/2014/main" id="{1286C4B5-728A-F447-DF65-1B7B02CDCA5B}"/>
                </a:ext>
              </a:extLst>
            </p:cNvPr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8" name="Google Shape;4408;p43">
              <a:extLst>
                <a:ext uri="{FF2B5EF4-FFF2-40B4-BE49-F238E27FC236}">
                  <a16:creationId xmlns:a16="http://schemas.microsoft.com/office/drawing/2014/main" id="{C76ADC81-9E65-1585-5CA6-52571564860D}"/>
                </a:ext>
              </a:extLst>
            </p:cNvPr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9" name="Google Shape;4409;p43">
              <a:extLst>
                <a:ext uri="{FF2B5EF4-FFF2-40B4-BE49-F238E27FC236}">
                  <a16:creationId xmlns:a16="http://schemas.microsoft.com/office/drawing/2014/main" id="{A33A11E8-F12B-B7E5-8930-3E5758558EE1}"/>
                </a:ext>
              </a:extLst>
            </p:cNvPr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0" name="Google Shape;4410;p43">
              <a:extLst>
                <a:ext uri="{FF2B5EF4-FFF2-40B4-BE49-F238E27FC236}">
                  <a16:creationId xmlns:a16="http://schemas.microsoft.com/office/drawing/2014/main" id="{9A2E9CC9-ABB8-1C72-98FF-2830F79135AD}"/>
                </a:ext>
              </a:extLst>
            </p:cNvPr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1" name="Google Shape;4411;p43">
              <a:extLst>
                <a:ext uri="{FF2B5EF4-FFF2-40B4-BE49-F238E27FC236}">
                  <a16:creationId xmlns:a16="http://schemas.microsoft.com/office/drawing/2014/main" id="{E4918234-CF10-57E8-F3C9-572E389B6D42}"/>
                </a:ext>
              </a:extLst>
            </p:cNvPr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2" name="Google Shape;4412;p43">
              <a:extLst>
                <a:ext uri="{FF2B5EF4-FFF2-40B4-BE49-F238E27FC236}">
                  <a16:creationId xmlns:a16="http://schemas.microsoft.com/office/drawing/2014/main" id="{5692D2F0-C5BC-43FA-1DCE-AE05C09EFD2E}"/>
                </a:ext>
              </a:extLst>
            </p:cNvPr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3" name="Google Shape;4413;p43">
              <a:extLst>
                <a:ext uri="{FF2B5EF4-FFF2-40B4-BE49-F238E27FC236}">
                  <a16:creationId xmlns:a16="http://schemas.microsoft.com/office/drawing/2014/main" id="{6E52C5AF-B1BD-981D-7E49-836359D1097B}"/>
                </a:ext>
              </a:extLst>
            </p:cNvPr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4" name="Google Shape;4414;p43">
              <a:extLst>
                <a:ext uri="{FF2B5EF4-FFF2-40B4-BE49-F238E27FC236}">
                  <a16:creationId xmlns:a16="http://schemas.microsoft.com/office/drawing/2014/main" id="{D7080225-AA0C-A8C6-A000-319ABF193162}"/>
                </a:ext>
              </a:extLst>
            </p:cNvPr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5" name="Google Shape;4415;p43">
              <a:extLst>
                <a:ext uri="{FF2B5EF4-FFF2-40B4-BE49-F238E27FC236}">
                  <a16:creationId xmlns:a16="http://schemas.microsoft.com/office/drawing/2014/main" id="{68F43AF7-D44B-EBF6-3A4E-4BAF11094121}"/>
                </a:ext>
              </a:extLst>
            </p:cNvPr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6" name="Google Shape;4416;p43">
              <a:extLst>
                <a:ext uri="{FF2B5EF4-FFF2-40B4-BE49-F238E27FC236}">
                  <a16:creationId xmlns:a16="http://schemas.microsoft.com/office/drawing/2014/main" id="{C5A8600A-3401-303F-06E2-6AFA82826DDA}"/>
                </a:ext>
              </a:extLst>
            </p:cNvPr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7" name="Google Shape;4417;p43">
              <a:extLst>
                <a:ext uri="{FF2B5EF4-FFF2-40B4-BE49-F238E27FC236}">
                  <a16:creationId xmlns:a16="http://schemas.microsoft.com/office/drawing/2014/main" id="{EBD5C377-3F0C-5965-E218-F212564DC255}"/>
                </a:ext>
              </a:extLst>
            </p:cNvPr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8" name="Google Shape;4418;p43">
              <a:extLst>
                <a:ext uri="{FF2B5EF4-FFF2-40B4-BE49-F238E27FC236}">
                  <a16:creationId xmlns:a16="http://schemas.microsoft.com/office/drawing/2014/main" id="{E4CCCB52-0B02-9513-1CD5-18884281C18C}"/>
                </a:ext>
              </a:extLst>
            </p:cNvPr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9" name="Google Shape;4419;p43">
              <a:extLst>
                <a:ext uri="{FF2B5EF4-FFF2-40B4-BE49-F238E27FC236}">
                  <a16:creationId xmlns:a16="http://schemas.microsoft.com/office/drawing/2014/main" id="{3D5FF570-110D-DCDC-E659-18F5E95BB014}"/>
                </a:ext>
              </a:extLst>
            </p:cNvPr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0" name="Google Shape;4420;p43">
              <a:extLst>
                <a:ext uri="{FF2B5EF4-FFF2-40B4-BE49-F238E27FC236}">
                  <a16:creationId xmlns:a16="http://schemas.microsoft.com/office/drawing/2014/main" id="{E372A508-1277-FF17-6147-F2944CC765C9}"/>
                </a:ext>
              </a:extLst>
            </p:cNvPr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1" name="Google Shape;4421;p43">
              <a:extLst>
                <a:ext uri="{FF2B5EF4-FFF2-40B4-BE49-F238E27FC236}">
                  <a16:creationId xmlns:a16="http://schemas.microsoft.com/office/drawing/2014/main" id="{929757EA-12D4-E40E-0833-BBE6F1C3AB88}"/>
                </a:ext>
              </a:extLst>
            </p:cNvPr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2" name="Google Shape;4422;p43">
              <a:extLst>
                <a:ext uri="{FF2B5EF4-FFF2-40B4-BE49-F238E27FC236}">
                  <a16:creationId xmlns:a16="http://schemas.microsoft.com/office/drawing/2014/main" id="{9743AF7D-FB5B-FF23-EBD5-8D1EB3EEC9C8}"/>
                </a:ext>
              </a:extLst>
            </p:cNvPr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3" name="Google Shape;4423;p43">
              <a:extLst>
                <a:ext uri="{FF2B5EF4-FFF2-40B4-BE49-F238E27FC236}">
                  <a16:creationId xmlns:a16="http://schemas.microsoft.com/office/drawing/2014/main" id="{ED770FDE-42CA-2DA8-1DF2-212487A65BA9}"/>
                </a:ext>
              </a:extLst>
            </p:cNvPr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4" name="Google Shape;4424;p43">
              <a:extLst>
                <a:ext uri="{FF2B5EF4-FFF2-40B4-BE49-F238E27FC236}">
                  <a16:creationId xmlns:a16="http://schemas.microsoft.com/office/drawing/2014/main" id="{3AD142EB-3C9A-00F0-F991-75466DD9CF89}"/>
                </a:ext>
              </a:extLst>
            </p:cNvPr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5" name="Google Shape;4425;p43">
              <a:extLst>
                <a:ext uri="{FF2B5EF4-FFF2-40B4-BE49-F238E27FC236}">
                  <a16:creationId xmlns:a16="http://schemas.microsoft.com/office/drawing/2014/main" id="{D4382F17-8A45-88EF-4741-A96B995ACCEB}"/>
                </a:ext>
              </a:extLst>
            </p:cNvPr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6" name="Google Shape;4426;p43">
              <a:extLst>
                <a:ext uri="{FF2B5EF4-FFF2-40B4-BE49-F238E27FC236}">
                  <a16:creationId xmlns:a16="http://schemas.microsoft.com/office/drawing/2014/main" id="{A662E817-4273-4AC4-F331-8DDAE26AD60D}"/>
                </a:ext>
              </a:extLst>
            </p:cNvPr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7" name="Google Shape;4427;p43">
              <a:extLst>
                <a:ext uri="{FF2B5EF4-FFF2-40B4-BE49-F238E27FC236}">
                  <a16:creationId xmlns:a16="http://schemas.microsoft.com/office/drawing/2014/main" id="{AA185BE3-D9E0-AA05-BE03-A87A1FB5AE22}"/>
                </a:ext>
              </a:extLst>
            </p:cNvPr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8" name="Google Shape;4428;p43">
              <a:extLst>
                <a:ext uri="{FF2B5EF4-FFF2-40B4-BE49-F238E27FC236}">
                  <a16:creationId xmlns:a16="http://schemas.microsoft.com/office/drawing/2014/main" id="{E6D9D9CA-A855-DAF3-B075-88E951BAE18F}"/>
                </a:ext>
              </a:extLst>
            </p:cNvPr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9" name="Google Shape;4429;p43">
              <a:extLst>
                <a:ext uri="{FF2B5EF4-FFF2-40B4-BE49-F238E27FC236}">
                  <a16:creationId xmlns:a16="http://schemas.microsoft.com/office/drawing/2014/main" id="{987E60FD-0112-A3F7-6AFA-B8330A5897CB}"/>
                </a:ext>
              </a:extLst>
            </p:cNvPr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0" name="Google Shape;4430;p43">
              <a:extLst>
                <a:ext uri="{FF2B5EF4-FFF2-40B4-BE49-F238E27FC236}">
                  <a16:creationId xmlns:a16="http://schemas.microsoft.com/office/drawing/2014/main" id="{04BE5F8D-F47D-D785-7A1C-B42A1BB44678}"/>
                </a:ext>
              </a:extLst>
            </p:cNvPr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1" name="Google Shape;4431;p43">
              <a:extLst>
                <a:ext uri="{FF2B5EF4-FFF2-40B4-BE49-F238E27FC236}">
                  <a16:creationId xmlns:a16="http://schemas.microsoft.com/office/drawing/2014/main" id="{94F37275-A7CE-19AA-8BF1-B8C0231DD012}"/>
                </a:ext>
              </a:extLst>
            </p:cNvPr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2" name="Google Shape;4432;p43">
              <a:extLst>
                <a:ext uri="{FF2B5EF4-FFF2-40B4-BE49-F238E27FC236}">
                  <a16:creationId xmlns:a16="http://schemas.microsoft.com/office/drawing/2014/main" id="{AC400B41-322D-5831-BD0A-C5D2A3D3CCBF}"/>
                </a:ext>
              </a:extLst>
            </p:cNvPr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3" name="Google Shape;4433;p43">
              <a:extLst>
                <a:ext uri="{FF2B5EF4-FFF2-40B4-BE49-F238E27FC236}">
                  <a16:creationId xmlns:a16="http://schemas.microsoft.com/office/drawing/2014/main" id="{A31F091E-3989-4CE8-5D33-AAFF1B458E2C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4" name="Google Shape;4434;p43">
              <a:extLst>
                <a:ext uri="{FF2B5EF4-FFF2-40B4-BE49-F238E27FC236}">
                  <a16:creationId xmlns:a16="http://schemas.microsoft.com/office/drawing/2014/main" id="{476E2C5F-C821-A6ED-B531-2FD301EE4FD0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5" name="Google Shape;4435;p43">
              <a:extLst>
                <a:ext uri="{FF2B5EF4-FFF2-40B4-BE49-F238E27FC236}">
                  <a16:creationId xmlns:a16="http://schemas.microsoft.com/office/drawing/2014/main" id="{B5D7856A-BF78-6945-A2B7-BD36A920B681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6" name="Google Shape;4436;p43">
              <a:extLst>
                <a:ext uri="{FF2B5EF4-FFF2-40B4-BE49-F238E27FC236}">
                  <a16:creationId xmlns:a16="http://schemas.microsoft.com/office/drawing/2014/main" id="{24007E80-824A-44B3-4A66-EEAC6D8E0561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7" name="Google Shape;4437;p43">
              <a:extLst>
                <a:ext uri="{FF2B5EF4-FFF2-40B4-BE49-F238E27FC236}">
                  <a16:creationId xmlns:a16="http://schemas.microsoft.com/office/drawing/2014/main" id="{9C92D83B-02CC-44C8-1ADF-C1F1C93F808D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8" name="Google Shape;4438;p43">
              <a:extLst>
                <a:ext uri="{FF2B5EF4-FFF2-40B4-BE49-F238E27FC236}">
                  <a16:creationId xmlns:a16="http://schemas.microsoft.com/office/drawing/2014/main" id="{2325BFB3-C333-5FDD-ABA5-B6C9B125A427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9" name="Google Shape;4439;p43">
              <a:extLst>
                <a:ext uri="{FF2B5EF4-FFF2-40B4-BE49-F238E27FC236}">
                  <a16:creationId xmlns:a16="http://schemas.microsoft.com/office/drawing/2014/main" id="{3E05C30E-E732-18DE-8F33-804936E16CA5}"/>
                </a:ext>
              </a:extLst>
            </p:cNvPr>
            <p:cNvSpPr/>
            <p:nvPr/>
          </p:nvSpPr>
          <p:spPr>
            <a:xfrm>
              <a:off x="6103425" y="-1128050"/>
              <a:ext cx="51075" cy="93000"/>
            </a:xfrm>
            <a:custGeom>
              <a:avLst/>
              <a:gdLst/>
              <a:ahLst/>
              <a:cxnLst/>
              <a:rect l="l" t="t" r="r" b="b"/>
              <a:pathLst>
                <a:path w="2043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0" name="Google Shape;4440;p43">
              <a:extLst>
                <a:ext uri="{FF2B5EF4-FFF2-40B4-BE49-F238E27FC236}">
                  <a16:creationId xmlns:a16="http://schemas.microsoft.com/office/drawing/2014/main" id="{1CF7DCA7-2CBC-A55B-5E06-DC18A54ECE4D}"/>
                </a:ext>
              </a:extLst>
            </p:cNvPr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1" name="Google Shape;4441;p43">
              <a:extLst>
                <a:ext uri="{FF2B5EF4-FFF2-40B4-BE49-F238E27FC236}">
                  <a16:creationId xmlns:a16="http://schemas.microsoft.com/office/drawing/2014/main" id="{16D58870-73B5-8E0A-8B7F-154CB3CB1A85}"/>
                </a:ext>
              </a:extLst>
            </p:cNvPr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2" name="Google Shape;4442;p43">
              <a:extLst>
                <a:ext uri="{FF2B5EF4-FFF2-40B4-BE49-F238E27FC236}">
                  <a16:creationId xmlns:a16="http://schemas.microsoft.com/office/drawing/2014/main" id="{F13D1CC3-4DBF-02F8-D544-85975339763C}"/>
                </a:ext>
              </a:extLst>
            </p:cNvPr>
            <p:cNvSpPr/>
            <p:nvPr/>
          </p:nvSpPr>
          <p:spPr>
            <a:xfrm>
              <a:off x="7394850" y="-1138800"/>
              <a:ext cx="1057650" cy="643850"/>
            </a:xfrm>
            <a:custGeom>
              <a:avLst/>
              <a:gdLst/>
              <a:ahLst/>
              <a:cxnLst/>
              <a:rect l="l" t="t" r="r" b="b"/>
              <a:pathLst>
                <a:path w="42306" h="25754" fill="none" extrusionOk="0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3" name="Google Shape;4443;p43">
              <a:extLst>
                <a:ext uri="{FF2B5EF4-FFF2-40B4-BE49-F238E27FC236}">
                  <a16:creationId xmlns:a16="http://schemas.microsoft.com/office/drawing/2014/main" id="{DFB7DB5F-96AE-6DAB-575F-56A874BA8819}"/>
                </a:ext>
              </a:extLst>
            </p:cNvPr>
            <p:cNvSpPr/>
            <p:nvPr/>
          </p:nvSpPr>
          <p:spPr>
            <a:xfrm>
              <a:off x="5455300" y="-1260800"/>
              <a:ext cx="550" cy="3800"/>
            </a:xfrm>
            <a:custGeom>
              <a:avLst/>
              <a:gdLst/>
              <a:ahLst/>
              <a:cxnLst/>
              <a:rect l="l" t="t" r="r" b="b"/>
              <a:pathLst>
                <a:path w="22" h="152" extrusionOk="0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4" name="Google Shape;4444;p43">
              <a:extLst>
                <a:ext uri="{FF2B5EF4-FFF2-40B4-BE49-F238E27FC236}">
                  <a16:creationId xmlns:a16="http://schemas.microsoft.com/office/drawing/2014/main" id="{546C2232-00DF-F3DE-AF0E-2802F6F5E116}"/>
                </a:ext>
              </a:extLst>
            </p:cNvPr>
            <p:cNvSpPr/>
            <p:nvPr/>
          </p:nvSpPr>
          <p:spPr>
            <a:xfrm>
              <a:off x="5455300" y="-125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5" name="Google Shape;4445;p43">
              <a:extLst>
                <a:ext uri="{FF2B5EF4-FFF2-40B4-BE49-F238E27FC236}">
                  <a16:creationId xmlns:a16="http://schemas.microsoft.com/office/drawing/2014/main" id="{7203BE61-2E52-27E8-5426-39D218F23CEC}"/>
                </a:ext>
              </a:extLst>
            </p:cNvPr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6" name="Google Shape;4446;p43">
              <a:extLst>
                <a:ext uri="{FF2B5EF4-FFF2-40B4-BE49-F238E27FC236}">
                  <a16:creationId xmlns:a16="http://schemas.microsoft.com/office/drawing/2014/main" id="{659B0C55-7F30-3BC8-3968-B74162D03AEF}"/>
                </a:ext>
              </a:extLst>
            </p:cNvPr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7" name="Google Shape;4447;p43">
              <a:extLst>
                <a:ext uri="{FF2B5EF4-FFF2-40B4-BE49-F238E27FC236}">
                  <a16:creationId xmlns:a16="http://schemas.microsoft.com/office/drawing/2014/main" id="{93CE56E4-47BE-1EDD-2818-64CF2062C585}"/>
                </a:ext>
              </a:extLst>
            </p:cNvPr>
            <p:cNvSpPr/>
            <p:nvPr/>
          </p:nvSpPr>
          <p:spPr>
            <a:xfrm>
              <a:off x="5455300" y="-1258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8" name="Google Shape;4448;p43">
              <a:extLst>
                <a:ext uri="{FF2B5EF4-FFF2-40B4-BE49-F238E27FC236}">
                  <a16:creationId xmlns:a16="http://schemas.microsoft.com/office/drawing/2014/main" id="{24B0FD59-6490-A4F6-CF76-7B68FF9C9E6E}"/>
                </a:ext>
              </a:extLst>
            </p:cNvPr>
            <p:cNvSpPr/>
            <p:nvPr/>
          </p:nvSpPr>
          <p:spPr>
            <a:xfrm>
              <a:off x="5455300" y="-1258650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9" name="Google Shape;4449;p43">
              <a:extLst>
                <a:ext uri="{FF2B5EF4-FFF2-40B4-BE49-F238E27FC236}">
                  <a16:creationId xmlns:a16="http://schemas.microsoft.com/office/drawing/2014/main" id="{BB6A8212-C948-58FC-5ADB-0D7AA96C9F44}"/>
                </a:ext>
              </a:extLst>
            </p:cNvPr>
            <p:cNvSpPr/>
            <p:nvPr/>
          </p:nvSpPr>
          <p:spPr>
            <a:xfrm>
              <a:off x="5455300" y="-1258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0" name="Google Shape;4450;p43">
              <a:extLst>
                <a:ext uri="{FF2B5EF4-FFF2-40B4-BE49-F238E27FC236}">
                  <a16:creationId xmlns:a16="http://schemas.microsoft.com/office/drawing/2014/main" id="{2DE64E36-9DF2-CE08-FD4F-1F801D1C50B4}"/>
                </a:ext>
              </a:extLst>
            </p:cNvPr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1" name="Google Shape;4451;p43">
              <a:extLst>
                <a:ext uri="{FF2B5EF4-FFF2-40B4-BE49-F238E27FC236}">
                  <a16:creationId xmlns:a16="http://schemas.microsoft.com/office/drawing/2014/main" id="{6B1720E4-313D-D471-86E9-2D47C6D99213}"/>
                </a:ext>
              </a:extLst>
            </p:cNvPr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2" name="Google Shape;4452;p43">
              <a:extLst>
                <a:ext uri="{FF2B5EF4-FFF2-40B4-BE49-F238E27FC236}">
                  <a16:creationId xmlns:a16="http://schemas.microsoft.com/office/drawing/2014/main" id="{5AA139E3-EFFD-4A51-3D64-FEB4170CC75E}"/>
                </a:ext>
              </a:extLst>
            </p:cNvPr>
            <p:cNvSpPr/>
            <p:nvPr/>
          </p:nvSpPr>
          <p:spPr>
            <a:xfrm>
              <a:off x="5455300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3" name="Google Shape;4453;p43">
              <a:extLst>
                <a:ext uri="{FF2B5EF4-FFF2-40B4-BE49-F238E27FC236}">
                  <a16:creationId xmlns:a16="http://schemas.microsoft.com/office/drawing/2014/main" id="{A54A5DF2-FB4E-FED4-445D-9E58D2C41CC4}"/>
                </a:ext>
              </a:extLst>
            </p:cNvPr>
            <p:cNvSpPr/>
            <p:nvPr/>
          </p:nvSpPr>
          <p:spPr>
            <a:xfrm>
              <a:off x="5455825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4" name="Google Shape;4454;p43">
              <a:extLst>
                <a:ext uri="{FF2B5EF4-FFF2-40B4-BE49-F238E27FC236}">
                  <a16:creationId xmlns:a16="http://schemas.microsoft.com/office/drawing/2014/main" id="{5AC39B5F-9586-DF53-57F7-74542787DBE1}"/>
                </a:ext>
              </a:extLst>
            </p:cNvPr>
            <p:cNvSpPr/>
            <p:nvPr/>
          </p:nvSpPr>
          <p:spPr>
            <a:xfrm>
              <a:off x="5455825" y="-1260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5" name="Google Shape;4455;p43">
              <a:extLst>
                <a:ext uri="{FF2B5EF4-FFF2-40B4-BE49-F238E27FC236}">
                  <a16:creationId xmlns:a16="http://schemas.microsoft.com/office/drawing/2014/main" id="{705F83EE-5C14-80C2-FD6C-A004859A1DDB}"/>
                </a:ext>
              </a:extLst>
            </p:cNvPr>
            <p:cNvSpPr/>
            <p:nvPr/>
          </p:nvSpPr>
          <p:spPr>
            <a:xfrm>
              <a:off x="5455825" y="-1260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6" name="Google Shape;4456;p43">
              <a:extLst>
                <a:ext uri="{FF2B5EF4-FFF2-40B4-BE49-F238E27FC236}">
                  <a16:creationId xmlns:a16="http://schemas.microsoft.com/office/drawing/2014/main" id="{81417DB2-0F2C-19A1-806F-D95F1BFC9417}"/>
                </a:ext>
              </a:extLst>
            </p:cNvPr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extrusionOk="0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7" name="Google Shape;4457;p43">
              <a:extLst>
                <a:ext uri="{FF2B5EF4-FFF2-40B4-BE49-F238E27FC236}">
                  <a16:creationId xmlns:a16="http://schemas.microsoft.com/office/drawing/2014/main" id="{CCE499C6-EB95-61EE-1432-6EF17BB373A9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8" name="Google Shape;4458;p43">
              <a:extLst>
                <a:ext uri="{FF2B5EF4-FFF2-40B4-BE49-F238E27FC236}">
                  <a16:creationId xmlns:a16="http://schemas.microsoft.com/office/drawing/2014/main" id="{CF160A62-8CB0-457F-1F37-A8724B9D4545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9" name="Google Shape;4459;p43">
              <a:extLst>
                <a:ext uri="{FF2B5EF4-FFF2-40B4-BE49-F238E27FC236}">
                  <a16:creationId xmlns:a16="http://schemas.microsoft.com/office/drawing/2014/main" id="{D35665E9-F219-2A8C-518A-A55A52937C3E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0" name="Google Shape;4460;p43">
              <a:extLst>
                <a:ext uri="{FF2B5EF4-FFF2-40B4-BE49-F238E27FC236}">
                  <a16:creationId xmlns:a16="http://schemas.microsoft.com/office/drawing/2014/main" id="{3C129573-6C43-9130-1156-12C796D9789C}"/>
                </a:ext>
              </a:extLst>
            </p:cNvPr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fill="none" extrusionOk="0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1" name="Google Shape;4461;p43">
              <a:extLst>
                <a:ext uri="{FF2B5EF4-FFF2-40B4-BE49-F238E27FC236}">
                  <a16:creationId xmlns:a16="http://schemas.microsoft.com/office/drawing/2014/main" id="{826D8FB6-BF95-4111-8A80-A7CD347580DF}"/>
                </a:ext>
              </a:extLst>
            </p:cNvPr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extrusionOk="0">
                  <a:moveTo>
                    <a:pt x="130" y="1"/>
                  </a:move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2" name="Google Shape;4462;p43">
              <a:extLst>
                <a:ext uri="{FF2B5EF4-FFF2-40B4-BE49-F238E27FC236}">
                  <a16:creationId xmlns:a16="http://schemas.microsoft.com/office/drawing/2014/main" id="{3BE4B31D-44B5-5D61-AE6F-29FFC374468D}"/>
                </a:ext>
              </a:extLst>
            </p:cNvPr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fill="none" extrusionOk="0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3" name="Google Shape;4463;p43">
              <a:extLst>
                <a:ext uri="{FF2B5EF4-FFF2-40B4-BE49-F238E27FC236}">
                  <a16:creationId xmlns:a16="http://schemas.microsoft.com/office/drawing/2014/main" id="{77CABDCF-7D15-529C-1FB9-F0BE01EA34AB}"/>
                </a:ext>
              </a:extLst>
            </p:cNvPr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extrusionOk="0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4" name="Google Shape;4464;p43">
              <a:extLst>
                <a:ext uri="{FF2B5EF4-FFF2-40B4-BE49-F238E27FC236}">
                  <a16:creationId xmlns:a16="http://schemas.microsoft.com/office/drawing/2014/main" id="{C2ABADB5-2DD7-C640-9CEC-D4DA79413964}"/>
                </a:ext>
              </a:extLst>
            </p:cNvPr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5" name="Google Shape;4465;p43">
              <a:extLst>
                <a:ext uri="{FF2B5EF4-FFF2-40B4-BE49-F238E27FC236}">
                  <a16:creationId xmlns:a16="http://schemas.microsoft.com/office/drawing/2014/main" id="{8EF83748-129F-9F39-8114-20AB4DEC026A}"/>
                </a:ext>
              </a:extLst>
            </p:cNvPr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extrusionOk="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6" name="Google Shape;4466;p43">
              <a:extLst>
                <a:ext uri="{FF2B5EF4-FFF2-40B4-BE49-F238E27FC236}">
                  <a16:creationId xmlns:a16="http://schemas.microsoft.com/office/drawing/2014/main" id="{EE0C603C-48E6-5804-B04F-40830F72B330}"/>
                </a:ext>
              </a:extLst>
            </p:cNvPr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7" name="Google Shape;4467;p43">
              <a:extLst>
                <a:ext uri="{FF2B5EF4-FFF2-40B4-BE49-F238E27FC236}">
                  <a16:creationId xmlns:a16="http://schemas.microsoft.com/office/drawing/2014/main" id="{EFC5FC0B-6CD9-726C-C853-CD7E7579B637}"/>
                </a:ext>
              </a:extLst>
            </p:cNvPr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extrusionOk="0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8" name="Google Shape;4468;p43">
              <a:extLst>
                <a:ext uri="{FF2B5EF4-FFF2-40B4-BE49-F238E27FC236}">
                  <a16:creationId xmlns:a16="http://schemas.microsoft.com/office/drawing/2014/main" id="{88F2EEB9-8E33-0B7C-B7EA-3EC7F46ADC28}"/>
                </a:ext>
              </a:extLst>
            </p:cNvPr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9" name="Google Shape;4469;p43">
              <a:extLst>
                <a:ext uri="{FF2B5EF4-FFF2-40B4-BE49-F238E27FC236}">
                  <a16:creationId xmlns:a16="http://schemas.microsoft.com/office/drawing/2014/main" id="{506D45B1-5635-FF4D-4105-580A97F8DA35}"/>
                </a:ext>
              </a:extLst>
            </p:cNvPr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extrusionOk="0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0" name="Google Shape;4470;p43">
              <a:extLst>
                <a:ext uri="{FF2B5EF4-FFF2-40B4-BE49-F238E27FC236}">
                  <a16:creationId xmlns:a16="http://schemas.microsoft.com/office/drawing/2014/main" id="{05D5CB3A-96D4-16C9-3E2E-D5CED7F542CF}"/>
                </a:ext>
              </a:extLst>
            </p:cNvPr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1" name="Google Shape;4471;p43">
              <a:extLst>
                <a:ext uri="{FF2B5EF4-FFF2-40B4-BE49-F238E27FC236}">
                  <a16:creationId xmlns:a16="http://schemas.microsoft.com/office/drawing/2014/main" id="{2CB3E057-5675-E980-AD6D-38CEE5BE8E78}"/>
                </a:ext>
              </a:extLst>
            </p:cNvPr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extrusionOk="0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2" name="Google Shape;4472;p43">
              <a:extLst>
                <a:ext uri="{FF2B5EF4-FFF2-40B4-BE49-F238E27FC236}">
                  <a16:creationId xmlns:a16="http://schemas.microsoft.com/office/drawing/2014/main" id="{60E55B47-1984-D364-8CA0-E6CD81F3B8EA}"/>
                </a:ext>
              </a:extLst>
            </p:cNvPr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fill="none" extrusionOk="0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3" name="Google Shape;4473;p43">
              <a:extLst>
                <a:ext uri="{FF2B5EF4-FFF2-40B4-BE49-F238E27FC236}">
                  <a16:creationId xmlns:a16="http://schemas.microsoft.com/office/drawing/2014/main" id="{64288774-E06B-DC35-AEF4-D7C39A948429}"/>
                </a:ext>
              </a:extLst>
            </p:cNvPr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extrusionOk="0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4" name="Google Shape;4474;p43">
              <a:extLst>
                <a:ext uri="{FF2B5EF4-FFF2-40B4-BE49-F238E27FC236}">
                  <a16:creationId xmlns:a16="http://schemas.microsoft.com/office/drawing/2014/main" id="{0E78B3AE-F584-A0E3-9E76-1BD1B9D82783}"/>
                </a:ext>
              </a:extLst>
            </p:cNvPr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fill="none" extrusionOk="0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5" name="Google Shape;4475;p43">
              <a:extLst>
                <a:ext uri="{FF2B5EF4-FFF2-40B4-BE49-F238E27FC236}">
                  <a16:creationId xmlns:a16="http://schemas.microsoft.com/office/drawing/2014/main" id="{241A385C-0E36-5B4D-D4E8-E2B0AA3AADF0}"/>
                </a:ext>
              </a:extLst>
            </p:cNvPr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extrusionOk="0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6" name="Google Shape;4476;p43">
              <a:extLst>
                <a:ext uri="{FF2B5EF4-FFF2-40B4-BE49-F238E27FC236}">
                  <a16:creationId xmlns:a16="http://schemas.microsoft.com/office/drawing/2014/main" id="{D4E73A75-39FF-806B-CB35-3C0FC8793993}"/>
                </a:ext>
              </a:extLst>
            </p:cNvPr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fill="none" extrusionOk="0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7" name="Google Shape;4477;p43">
              <a:extLst>
                <a:ext uri="{FF2B5EF4-FFF2-40B4-BE49-F238E27FC236}">
                  <a16:creationId xmlns:a16="http://schemas.microsoft.com/office/drawing/2014/main" id="{97E49CC4-1C7A-707C-7804-7FC0D0E27653}"/>
                </a:ext>
              </a:extLst>
            </p:cNvPr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extrusionOk="0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8" name="Google Shape;4478;p43">
              <a:extLst>
                <a:ext uri="{FF2B5EF4-FFF2-40B4-BE49-F238E27FC236}">
                  <a16:creationId xmlns:a16="http://schemas.microsoft.com/office/drawing/2014/main" id="{8F0A566C-0F41-4DCB-F5D3-E666AADA9BFD}"/>
                </a:ext>
              </a:extLst>
            </p:cNvPr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fill="none" extrusionOk="0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9" name="Google Shape;4479;p43">
              <a:extLst>
                <a:ext uri="{FF2B5EF4-FFF2-40B4-BE49-F238E27FC236}">
                  <a16:creationId xmlns:a16="http://schemas.microsoft.com/office/drawing/2014/main" id="{4E7138C9-ED5B-D0F5-2CD2-A3E32FE90F0F}"/>
                </a:ext>
              </a:extLst>
            </p:cNvPr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extrusionOk="0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0" name="Google Shape;4480;p43">
              <a:extLst>
                <a:ext uri="{FF2B5EF4-FFF2-40B4-BE49-F238E27FC236}">
                  <a16:creationId xmlns:a16="http://schemas.microsoft.com/office/drawing/2014/main" id="{92D04081-C334-D4CA-6A9F-2A45D9A6959F}"/>
                </a:ext>
              </a:extLst>
            </p:cNvPr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fill="none" extrusionOk="0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1" name="Google Shape;4481;p43">
              <a:extLst>
                <a:ext uri="{FF2B5EF4-FFF2-40B4-BE49-F238E27FC236}">
                  <a16:creationId xmlns:a16="http://schemas.microsoft.com/office/drawing/2014/main" id="{CAFE9F6B-FCEE-6EA5-E2EB-1673D9162C0E}"/>
                </a:ext>
              </a:extLst>
            </p:cNvPr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extrusionOk="0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2" name="Google Shape;4482;p43">
              <a:extLst>
                <a:ext uri="{FF2B5EF4-FFF2-40B4-BE49-F238E27FC236}">
                  <a16:creationId xmlns:a16="http://schemas.microsoft.com/office/drawing/2014/main" id="{AF85C608-94CF-32AA-E05C-D9E13DEDD36B}"/>
                </a:ext>
              </a:extLst>
            </p:cNvPr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fill="none" extrusionOk="0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3" name="Google Shape;4483;p43">
              <a:extLst>
                <a:ext uri="{FF2B5EF4-FFF2-40B4-BE49-F238E27FC236}">
                  <a16:creationId xmlns:a16="http://schemas.microsoft.com/office/drawing/2014/main" id="{44FD9654-4F79-1B63-04FF-520EF9995853}"/>
                </a:ext>
              </a:extLst>
            </p:cNvPr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extrusionOk="0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4" name="Google Shape;4484;p43">
              <a:extLst>
                <a:ext uri="{FF2B5EF4-FFF2-40B4-BE49-F238E27FC236}">
                  <a16:creationId xmlns:a16="http://schemas.microsoft.com/office/drawing/2014/main" id="{FD2C704A-E3C9-F47E-E9E4-938549AD8766}"/>
                </a:ext>
              </a:extLst>
            </p:cNvPr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fill="none" extrusionOk="0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5" name="Google Shape;4485;p43">
              <a:extLst>
                <a:ext uri="{FF2B5EF4-FFF2-40B4-BE49-F238E27FC236}">
                  <a16:creationId xmlns:a16="http://schemas.microsoft.com/office/drawing/2014/main" id="{421A7003-C6D5-3212-E44D-CD0FD42F350F}"/>
                </a:ext>
              </a:extLst>
            </p:cNvPr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extrusionOk="0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6" name="Google Shape;4486;p43">
              <a:extLst>
                <a:ext uri="{FF2B5EF4-FFF2-40B4-BE49-F238E27FC236}">
                  <a16:creationId xmlns:a16="http://schemas.microsoft.com/office/drawing/2014/main" id="{E8634775-3926-EAEE-B8AB-5D8B08815A0B}"/>
                </a:ext>
              </a:extLst>
            </p:cNvPr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fill="none" extrusionOk="0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7" name="Google Shape;4487;p43">
              <a:extLst>
                <a:ext uri="{FF2B5EF4-FFF2-40B4-BE49-F238E27FC236}">
                  <a16:creationId xmlns:a16="http://schemas.microsoft.com/office/drawing/2014/main" id="{CE614206-802B-3768-A357-D62FBF24AFB2}"/>
                </a:ext>
              </a:extLst>
            </p:cNvPr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8" name="Google Shape;4488;p43">
              <a:extLst>
                <a:ext uri="{FF2B5EF4-FFF2-40B4-BE49-F238E27FC236}">
                  <a16:creationId xmlns:a16="http://schemas.microsoft.com/office/drawing/2014/main" id="{F53A68A7-C5F4-6B6A-ABDA-BBED3987E7DB}"/>
                </a:ext>
              </a:extLst>
            </p:cNvPr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9" name="Google Shape;4489;p43">
              <a:extLst>
                <a:ext uri="{FF2B5EF4-FFF2-40B4-BE49-F238E27FC236}">
                  <a16:creationId xmlns:a16="http://schemas.microsoft.com/office/drawing/2014/main" id="{245FDF97-2AB1-4AFC-1E2C-46A60B313091}"/>
                </a:ext>
              </a:extLst>
            </p:cNvPr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extrusionOk="0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0" name="Google Shape;4490;p43">
              <a:extLst>
                <a:ext uri="{FF2B5EF4-FFF2-40B4-BE49-F238E27FC236}">
                  <a16:creationId xmlns:a16="http://schemas.microsoft.com/office/drawing/2014/main" id="{2223F38E-6FDD-D805-2500-9E5367EDB4B2}"/>
                </a:ext>
              </a:extLst>
            </p:cNvPr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fill="none" extrusionOk="0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1" name="Google Shape;4491;p43">
              <a:extLst>
                <a:ext uri="{FF2B5EF4-FFF2-40B4-BE49-F238E27FC236}">
                  <a16:creationId xmlns:a16="http://schemas.microsoft.com/office/drawing/2014/main" id="{559029AC-3343-4BB7-6E25-C50AE2333E11}"/>
                </a:ext>
              </a:extLst>
            </p:cNvPr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extrusionOk="0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2" name="Google Shape;4492;p43">
              <a:extLst>
                <a:ext uri="{FF2B5EF4-FFF2-40B4-BE49-F238E27FC236}">
                  <a16:creationId xmlns:a16="http://schemas.microsoft.com/office/drawing/2014/main" id="{9EF2CC32-4467-80B4-F42E-8B1212B8B160}"/>
                </a:ext>
              </a:extLst>
            </p:cNvPr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3" name="Google Shape;4493;p43">
              <a:extLst>
                <a:ext uri="{FF2B5EF4-FFF2-40B4-BE49-F238E27FC236}">
                  <a16:creationId xmlns:a16="http://schemas.microsoft.com/office/drawing/2014/main" id="{8A863991-BC62-4F28-B556-D927DE219139}"/>
                </a:ext>
              </a:extLst>
            </p:cNvPr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extrusionOk="0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4" name="Google Shape;4494;p43">
              <a:extLst>
                <a:ext uri="{FF2B5EF4-FFF2-40B4-BE49-F238E27FC236}">
                  <a16:creationId xmlns:a16="http://schemas.microsoft.com/office/drawing/2014/main" id="{5D93B1A4-C8CB-BBFF-5B86-D1456E48CE98}"/>
                </a:ext>
              </a:extLst>
            </p:cNvPr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5" name="Google Shape;4495;p43">
              <a:extLst>
                <a:ext uri="{FF2B5EF4-FFF2-40B4-BE49-F238E27FC236}">
                  <a16:creationId xmlns:a16="http://schemas.microsoft.com/office/drawing/2014/main" id="{517E44DF-85DF-0DB8-D3CB-D995E299F982}"/>
                </a:ext>
              </a:extLst>
            </p:cNvPr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extrusionOk="0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6" name="Google Shape;4496;p43">
              <a:extLst>
                <a:ext uri="{FF2B5EF4-FFF2-40B4-BE49-F238E27FC236}">
                  <a16:creationId xmlns:a16="http://schemas.microsoft.com/office/drawing/2014/main" id="{83BB5FF1-EB6F-FB4D-9DDF-27FB9B60EEA4}"/>
                </a:ext>
              </a:extLst>
            </p:cNvPr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7" name="Google Shape;4497;p43">
              <a:extLst>
                <a:ext uri="{FF2B5EF4-FFF2-40B4-BE49-F238E27FC236}">
                  <a16:creationId xmlns:a16="http://schemas.microsoft.com/office/drawing/2014/main" id="{F05D9386-88C1-5D35-CF43-4CA9DA17C982}"/>
                </a:ext>
              </a:extLst>
            </p:cNvPr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extrusionOk="0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8" name="Google Shape;4498;p43">
              <a:extLst>
                <a:ext uri="{FF2B5EF4-FFF2-40B4-BE49-F238E27FC236}">
                  <a16:creationId xmlns:a16="http://schemas.microsoft.com/office/drawing/2014/main" id="{28046287-E3E9-E4A1-F025-232E3AD2CF17}"/>
                </a:ext>
              </a:extLst>
            </p:cNvPr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fill="none" extrusionOk="0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9" name="Google Shape;4499;p43">
              <a:extLst>
                <a:ext uri="{FF2B5EF4-FFF2-40B4-BE49-F238E27FC236}">
                  <a16:creationId xmlns:a16="http://schemas.microsoft.com/office/drawing/2014/main" id="{DDCC8853-CD6F-7897-ADFD-B40B124FB32A}"/>
                </a:ext>
              </a:extLst>
            </p:cNvPr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extrusionOk="0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0" name="Google Shape;4500;p43">
              <a:extLst>
                <a:ext uri="{FF2B5EF4-FFF2-40B4-BE49-F238E27FC236}">
                  <a16:creationId xmlns:a16="http://schemas.microsoft.com/office/drawing/2014/main" id="{731E343E-23E5-F18D-DE80-B09F2FBAF993}"/>
                </a:ext>
              </a:extLst>
            </p:cNvPr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fill="none" extrusionOk="0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1" name="Google Shape;4501;p43">
              <a:extLst>
                <a:ext uri="{FF2B5EF4-FFF2-40B4-BE49-F238E27FC236}">
                  <a16:creationId xmlns:a16="http://schemas.microsoft.com/office/drawing/2014/main" id="{3A9CF1B5-12A5-766E-9C75-9FFC20FE70C1}"/>
                </a:ext>
              </a:extLst>
            </p:cNvPr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extrusionOk="0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2" name="Google Shape;4502;p43">
              <a:extLst>
                <a:ext uri="{FF2B5EF4-FFF2-40B4-BE49-F238E27FC236}">
                  <a16:creationId xmlns:a16="http://schemas.microsoft.com/office/drawing/2014/main" id="{1FDED240-5565-BB9C-DED1-EEF1527C8760}"/>
                </a:ext>
              </a:extLst>
            </p:cNvPr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fill="none" extrusionOk="0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3" name="Google Shape;4503;p43">
              <a:extLst>
                <a:ext uri="{FF2B5EF4-FFF2-40B4-BE49-F238E27FC236}">
                  <a16:creationId xmlns:a16="http://schemas.microsoft.com/office/drawing/2014/main" id="{1543B995-DCAE-2780-6438-A21269AA6CFA}"/>
                </a:ext>
              </a:extLst>
            </p:cNvPr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extrusionOk="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4" name="Google Shape;4504;p43">
              <a:extLst>
                <a:ext uri="{FF2B5EF4-FFF2-40B4-BE49-F238E27FC236}">
                  <a16:creationId xmlns:a16="http://schemas.microsoft.com/office/drawing/2014/main" id="{6ACF6CAC-0530-BAC5-796B-879DFC47F3F4}"/>
                </a:ext>
              </a:extLst>
            </p:cNvPr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fill="none" extrusionOk="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5" name="Google Shape;4505;p43">
              <a:extLst>
                <a:ext uri="{FF2B5EF4-FFF2-40B4-BE49-F238E27FC236}">
                  <a16:creationId xmlns:a16="http://schemas.microsoft.com/office/drawing/2014/main" id="{6435FA40-F418-CDD0-091A-7764B9CC975E}"/>
                </a:ext>
              </a:extLst>
            </p:cNvPr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extrusionOk="0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6" name="Google Shape;4506;p43">
              <a:extLst>
                <a:ext uri="{FF2B5EF4-FFF2-40B4-BE49-F238E27FC236}">
                  <a16:creationId xmlns:a16="http://schemas.microsoft.com/office/drawing/2014/main" id="{68B47075-CCEE-0A4E-C32A-F0FD0B30E751}"/>
                </a:ext>
              </a:extLst>
            </p:cNvPr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fill="none" extrusionOk="0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7" name="Google Shape;4507;p43">
              <a:extLst>
                <a:ext uri="{FF2B5EF4-FFF2-40B4-BE49-F238E27FC236}">
                  <a16:creationId xmlns:a16="http://schemas.microsoft.com/office/drawing/2014/main" id="{66D29DDF-08DD-31EF-D2B5-1FACDA9E26F8}"/>
                </a:ext>
              </a:extLst>
            </p:cNvPr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extrusionOk="0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8" name="Google Shape;4508;p43">
              <a:extLst>
                <a:ext uri="{FF2B5EF4-FFF2-40B4-BE49-F238E27FC236}">
                  <a16:creationId xmlns:a16="http://schemas.microsoft.com/office/drawing/2014/main" id="{201541CF-93AE-B9CF-D319-F673A85A22C8}"/>
                </a:ext>
              </a:extLst>
            </p:cNvPr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fill="none" extrusionOk="0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9" name="Google Shape;4509;p43">
              <a:extLst>
                <a:ext uri="{FF2B5EF4-FFF2-40B4-BE49-F238E27FC236}">
                  <a16:creationId xmlns:a16="http://schemas.microsoft.com/office/drawing/2014/main" id="{31355CD8-9C87-C330-5173-61BA5D884AF2}"/>
                </a:ext>
              </a:extLst>
            </p:cNvPr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extrusionOk="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0" name="Google Shape;4510;p43">
              <a:extLst>
                <a:ext uri="{FF2B5EF4-FFF2-40B4-BE49-F238E27FC236}">
                  <a16:creationId xmlns:a16="http://schemas.microsoft.com/office/drawing/2014/main" id="{C103DE39-7871-D8BE-AA41-27FD198A2A59}"/>
                </a:ext>
              </a:extLst>
            </p:cNvPr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fill="none" extrusionOk="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1" name="Google Shape;4511;p43">
              <a:extLst>
                <a:ext uri="{FF2B5EF4-FFF2-40B4-BE49-F238E27FC236}">
                  <a16:creationId xmlns:a16="http://schemas.microsoft.com/office/drawing/2014/main" id="{E71C3288-0398-E682-6883-8C6AE7BB2D67}"/>
                </a:ext>
              </a:extLst>
            </p:cNvPr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extrusionOk="0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2" name="Google Shape;4512;p43">
              <a:extLst>
                <a:ext uri="{FF2B5EF4-FFF2-40B4-BE49-F238E27FC236}">
                  <a16:creationId xmlns:a16="http://schemas.microsoft.com/office/drawing/2014/main" id="{D88BF1BF-868F-0D24-974F-F83FEC06030D}"/>
                </a:ext>
              </a:extLst>
            </p:cNvPr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fill="none" extrusionOk="0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3" name="Google Shape;4513;p43">
              <a:extLst>
                <a:ext uri="{FF2B5EF4-FFF2-40B4-BE49-F238E27FC236}">
                  <a16:creationId xmlns:a16="http://schemas.microsoft.com/office/drawing/2014/main" id="{A81440DE-A10F-B17E-627A-163D64EB356F}"/>
                </a:ext>
              </a:extLst>
            </p:cNvPr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extrusionOk="0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4" name="Google Shape;4514;p43">
              <a:extLst>
                <a:ext uri="{FF2B5EF4-FFF2-40B4-BE49-F238E27FC236}">
                  <a16:creationId xmlns:a16="http://schemas.microsoft.com/office/drawing/2014/main" id="{C7A9B9F8-1542-E86B-497B-A22879BE7BDF}"/>
                </a:ext>
              </a:extLst>
            </p:cNvPr>
            <p:cNvSpPr/>
            <p:nvPr/>
          </p:nvSpPr>
          <p:spPr>
            <a:xfrm>
              <a:off x="7675375" y="-499275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5" name="Google Shape;4515;p43">
              <a:extLst>
                <a:ext uri="{FF2B5EF4-FFF2-40B4-BE49-F238E27FC236}">
                  <a16:creationId xmlns:a16="http://schemas.microsoft.com/office/drawing/2014/main" id="{5CF3B353-A88F-B6C3-D122-F1BF4AA4D376}"/>
                </a:ext>
              </a:extLst>
            </p:cNvPr>
            <p:cNvSpPr/>
            <p:nvPr/>
          </p:nvSpPr>
          <p:spPr>
            <a:xfrm>
              <a:off x="76743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6" name="Google Shape;4516;p43">
              <a:extLst>
                <a:ext uri="{FF2B5EF4-FFF2-40B4-BE49-F238E27FC236}">
                  <a16:creationId xmlns:a16="http://schemas.microsoft.com/office/drawing/2014/main" id="{16CB1F0B-1A62-8F6B-734D-143F6A001CE8}"/>
                </a:ext>
              </a:extLst>
            </p:cNvPr>
            <p:cNvSpPr/>
            <p:nvPr/>
          </p:nvSpPr>
          <p:spPr>
            <a:xfrm>
              <a:off x="76737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7" name="Google Shape;4517;p43">
              <a:extLst>
                <a:ext uri="{FF2B5EF4-FFF2-40B4-BE49-F238E27FC236}">
                  <a16:creationId xmlns:a16="http://schemas.microsoft.com/office/drawing/2014/main" id="{2E6AFC18-BC6A-65E3-7F05-EF46750D9B0A}"/>
                </a:ext>
              </a:extLst>
            </p:cNvPr>
            <p:cNvSpPr/>
            <p:nvPr/>
          </p:nvSpPr>
          <p:spPr>
            <a:xfrm>
              <a:off x="7673225" y="-499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8" name="Google Shape;4518;p43">
              <a:extLst>
                <a:ext uri="{FF2B5EF4-FFF2-40B4-BE49-F238E27FC236}">
                  <a16:creationId xmlns:a16="http://schemas.microsoft.com/office/drawing/2014/main" id="{130316F7-831E-A902-7566-31E55E45CE82}"/>
                </a:ext>
              </a:extLst>
            </p:cNvPr>
            <p:cNvSpPr/>
            <p:nvPr/>
          </p:nvSpPr>
          <p:spPr>
            <a:xfrm>
              <a:off x="767215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9" name="Google Shape;4519;p43">
              <a:extLst>
                <a:ext uri="{FF2B5EF4-FFF2-40B4-BE49-F238E27FC236}">
                  <a16:creationId xmlns:a16="http://schemas.microsoft.com/office/drawing/2014/main" id="{5F25A7AA-B645-90EA-A30D-67E740F9DB67}"/>
                </a:ext>
              </a:extLst>
            </p:cNvPr>
            <p:cNvSpPr/>
            <p:nvPr/>
          </p:nvSpPr>
          <p:spPr>
            <a:xfrm>
              <a:off x="767160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0" name="Google Shape;4520;p43">
              <a:extLst>
                <a:ext uri="{FF2B5EF4-FFF2-40B4-BE49-F238E27FC236}">
                  <a16:creationId xmlns:a16="http://schemas.microsoft.com/office/drawing/2014/main" id="{F3604FDF-37F8-AC91-0DBB-3F8727A102C0}"/>
                </a:ext>
              </a:extLst>
            </p:cNvPr>
            <p:cNvSpPr/>
            <p:nvPr/>
          </p:nvSpPr>
          <p:spPr>
            <a:xfrm>
              <a:off x="7671075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1" name="Google Shape;4521;p43">
              <a:extLst>
                <a:ext uri="{FF2B5EF4-FFF2-40B4-BE49-F238E27FC236}">
                  <a16:creationId xmlns:a16="http://schemas.microsoft.com/office/drawing/2014/main" id="{39C6A22C-B5FC-7B69-B167-BA81ABF1CC27}"/>
                </a:ext>
              </a:extLst>
            </p:cNvPr>
            <p:cNvSpPr/>
            <p:nvPr/>
          </p:nvSpPr>
          <p:spPr>
            <a:xfrm>
              <a:off x="76700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2" name="Google Shape;4522;p43">
              <a:extLst>
                <a:ext uri="{FF2B5EF4-FFF2-40B4-BE49-F238E27FC236}">
                  <a16:creationId xmlns:a16="http://schemas.microsoft.com/office/drawing/2014/main" id="{2DC751CC-2CA7-2E71-1471-3D4EC45681EA}"/>
                </a:ext>
              </a:extLst>
            </p:cNvPr>
            <p:cNvSpPr/>
            <p:nvPr/>
          </p:nvSpPr>
          <p:spPr>
            <a:xfrm>
              <a:off x="76694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3" name="Google Shape;4523;p43">
              <a:extLst>
                <a:ext uri="{FF2B5EF4-FFF2-40B4-BE49-F238E27FC236}">
                  <a16:creationId xmlns:a16="http://schemas.microsoft.com/office/drawing/2014/main" id="{E66FC0C8-DB71-A605-AA1B-71944E11424D}"/>
                </a:ext>
              </a:extLst>
            </p:cNvPr>
            <p:cNvSpPr/>
            <p:nvPr/>
          </p:nvSpPr>
          <p:spPr>
            <a:xfrm>
              <a:off x="7668925" y="-499800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4" name="Google Shape;4524;p43">
              <a:extLst>
                <a:ext uri="{FF2B5EF4-FFF2-40B4-BE49-F238E27FC236}">
                  <a16:creationId xmlns:a16="http://schemas.microsoft.com/office/drawing/2014/main" id="{FE3648B8-A1A2-C713-0EE7-621457B78071}"/>
                </a:ext>
              </a:extLst>
            </p:cNvPr>
            <p:cNvSpPr/>
            <p:nvPr/>
          </p:nvSpPr>
          <p:spPr>
            <a:xfrm>
              <a:off x="7667850" y="-499800"/>
              <a:ext cx="1100" cy="25"/>
            </a:xfrm>
            <a:custGeom>
              <a:avLst/>
              <a:gdLst/>
              <a:ahLst/>
              <a:cxnLst/>
              <a:rect l="l" t="t" r="r" b="b"/>
              <a:pathLst>
                <a:path w="44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5" name="Google Shape;4525;p43">
              <a:extLst>
                <a:ext uri="{FF2B5EF4-FFF2-40B4-BE49-F238E27FC236}">
                  <a16:creationId xmlns:a16="http://schemas.microsoft.com/office/drawing/2014/main" id="{6244653A-E1F6-8D4F-47E3-AA615A272802}"/>
                </a:ext>
              </a:extLst>
            </p:cNvPr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fill="none" extrusionOk="0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6" name="Google Shape;4526;p43">
              <a:extLst>
                <a:ext uri="{FF2B5EF4-FFF2-40B4-BE49-F238E27FC236}">
                  <a16:creationId xmlns:a16="http://schemas.microsoft.com/office/drawing/2014/main" id="{DAF7236E-F855-E3C3-568D-52C8B60B0616}"/>
                </a:ext>
              </a:extLst>
            </p:cNvPr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extrusionOk="0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7" name="Google Shape;4527;p43">
              <a:extLst>
                <a:ext uri="{FF2B5EF4-FFF2-40B4-BE49-F238E27FC236}">
                  <a16:creationId xmlns:a16="http://schemas.microsoft.com/office/drawing/2014/main" id="{A6D8D9B7-A4CC-4D9F-3B02-8EEEBF9D0589}"/>
                </a:ext>
              </a:extLst>
            </p:cNvPr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fill="none" extrusionOk="0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8" name="Google Shape;4528;p43">
              <a:extLst>
                <a:ext uri="{FF2B5EF4-FFF2-40B4-BE49-F238E27FC236}">
                  <a16:creationId xmlns:a16="http://schemas.microsoft.com/office/drawing/2014/main" id="{D33E8313-2950-B257-7FB4-DE4E2E2B2B5F}"/>
                </a:ext>
              </a:extLst>
            </p:cNvPr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extrusionOk="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9" name="Google Shape;4529;p43">
              <a:extLst>
                <a:ext uri="{FF2B5EF4-FFF2-40B4-BE49-F238E27FC236}">
                  <a16:creationId xmlns:a16="http://schemas.microsoft.com/office/drawing/2014/main" id="{1919B05D-60DD-A2CA-31A6-4A43FC2E9B84}"/>
                </a:ext>
              </a:extLst>
            </p:cNvPr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fill="none" extrusionOk="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0" name="Google Shape;4530;p43">
              <a:extLst>
                <a:ext uri="{FF2B5EF4-FFF2-40B4-BE49-F238E27FC236}">
                  <a16:creationId xmlns:a16="http://schemas.microsoft.com/office/drawing/2014/main" id="{E9FDFF76-A88F-A6CB-7FF6-2A598BCA965A}"/>
                </a:ext>
              </a:extLst>
            </p:cNvPr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extrusionOk="0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1" name="Google Shape;4531;p43">
              <a:extLst>
                <a:ext uri="{FF2B5EF4-FFF2-40B4-BE49-F238E27FC236}">
                  <a16:creationId xmlns:a16="http://schemas.microsoft.com/office/drawing/2014/main" id="{83A620CC-6252-B7A8-5086-755C7FDB3961}"/>
                </a:ext>
              </a:extLst>
            </p:cNvPr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fill="none" extrusionOk="0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2" name="Google Shape;4532;p43">
              <a:extLst>
                <a:ext uri="{FF2B5EF4-FFF2-40B4-BE49-F238E27FC236}">
                  <a16:creationId xmlns:a16="http://schemas.microsoft.com/office/drawing/2014/main" id="{798714C8-AF48-F34F-2D96-5D5671141A56}"/>
                </a:ext>
              </a:extLst>
            </p:cNvPr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3" name="Google Shape;4533;p43">
              <a:extLst>
                <a:ext uri="{FF2B5EF4-FFF2-40B4-BE49-F238E27FC236}">
                  <a16:creationId xmlns:a16="http://schemas.microsoft.com/office/drawing/2014/main" id="{EF26B43D-8C01-13AB-A664-E6F6A38E7619}"/>
                </a:ext>
              </a:extLst>
            </p:cNvPr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4" name="Google Shape;4534;p43">
              <a:extLst>
                <a:ext uri="{FF2B5EF4-FFF2-40B4-BE49-F238E27FC236}">
                  <a16:creationId xmlns:a16="http://schemas.microsoft.com/office/drawing/2014/main" id="{FAF96039-3E8E-C543-2839-FDE92833A8E9}"/>
                </a:ext>
              </a:extLst>
            </p:cNvPr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extrusionOk="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5" name="Google Shape;4535;p43">
              <a:extLst>
                <a:ext uri="{FF2B5EF4-FFF2-40B4-BE49-F238E27FC236}">
                  <a16:creationId xmlns:a16="http://schemas.microsoft.com/office/drawing/2014/main" id="{0F8095C2-B083-75A8-CF79-91D1DEC7A51F}"/>
                </a:ext>
              </a:extLst>
            </p:cNvPr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fill="none" extrusionOk="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6" name="Google Shape;4536;p43">
              <a:extLst>
                <a:ext uri="{FF2B5EF4-FFF2-40B4-BE49-F238E27FC236}">
                  <a16:creationId xmlns:a16="http://schemas.microsoft.com/office/drawing/2014/main" id="{A286B88B-EC65-F452-ABEC-84759E9B55F2}"/>
                </a:ext>
              </a:extLst>
            </p:cNvPr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extrusionOk="0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7" name="Google Shape;4537;p43">
              <a:extLst>
                <a:ext uri="{FF2B5EF4-FFF2-40B4-BE49-F238E27FC236}">
                  <a16:creationId xmlns:a16="http://schemas.microsoft.com/office/drawing/2014/main" id="{A247C257-2099-3DF2-BA07-45018BFB8D68}"/>
                </a:ext>
              </a:extLst>
            </p:cNvPr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fill="none" extrusionOk="0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8" name="Google Shape;4538;p43">
              <a:extLst>
                <a:ext uri="{FF2B5EF4-FFF2-40B4-BE49-F238E27FC236}">
                  <a16:creationId xmlns:a16="http://schemas.microsoft.com/office/drawing/2014/main" id="{20BBAD2C-9B65-13C1-FB9E-D07AD36319B3}"/>
                </a:ext>
              </a:extLst>
            </p:cNvPr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extrusionOk="0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9" name="Google Shape;4539;p43">
              <a:extLst>
                <a:ext uri="{FF2B5EF4-FFF2-40B4-BE49-F238E27FC236}">
                  <a16:creationId xmlns:a16="http://schemas.microsoft.com/office/drawing/2014/main" id="{38D09346-E273-4852-78ED-24346896D15D}"/>
                </a:ext>
              </a:extLst>
            </p:cNvPr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fill="none" extrusionOk="0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0" name="Google Shape;4540;p43">
              <a:extLst>
                <a:ext uri="{FF2B5EF4-FFF2-40B4-BE49-F238E27FC236}">
                  <a16:creationId xmlns:a16="http://schemas.microsoft.com/office/drawing/2014/main" id="{91389B87-A84B-529E-DA64-1F9A2AFC8214}"/>
                </a:ext>
              </a:extLst>
            </p:cNvPr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extrusionOk="0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1" name="Google Shape;4541;p43">
              <a:extLst>
                <a:ext uri="{FF2B5EF4-FFF2-40B4-BE49-F238E27FC236}">
                  <a16:creationId xmlns:a16="http://schemas.microsoft.com/office/drawing/2014/main" id="{63306CC0-29C8-2D5D-C571-DCFB051A0FFF}"/>
                </a:ext>
              </a:extLst>
            </p:cNvPr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fill="none" extrusionOk="0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2" name="Google Shape;4542;p43">
              <a:extLst>
                <a:ext uri="{FF2B5EF4-FFF2-40B4-BE49-F238E27FC236}">
                  <a16:creationId xmlns:a16="http://schemas.microsoft.com/office/drawing/2014/main" id="{30DD0995-3BCE-4A10-001C-88FD6D811D8B}"/>
                </a:ext>
              </a:extLst>
            </p:cNvPr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extrusionOk="0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3" name="Google Shape;4543;p43">
              <a:extLst>
                <a:ext uri="{FF2B5EF4-FFF2-40B4-BE49-F238E27FC236}">
                  <a16:creationId xmlns:a16="http://schemas.microsoft.com/office/drawing/2014/main" id="{275F436F-F026-360A-711D-2490C644E591}"/>
                </a:ext>
              </a:extLst>
            </p:cNvPr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fill="none" extrusionOk="0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4" name="Google Shape;4544;p43">
              <a:extLst>
                <a:ext uri="{FF2B5EF4-FFF2-40B4-BE49-F238E27FC236}">
                  <a16:creationId xmlns:a16="http://schemas.microsoft.com/office/drawing/2014/main" id="{83B5FE63-DAB0-DAE0-2D3A-BA5E66DB37FF}"/>
                </a:ext>
              </a:extLst>
            </p:cNvPr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extrusionOk="0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5" name="Google Shape;4545;p43">
              <a:extLst>
                <a:ext uri="{FF2B5EF4-FFF2-40B4-BE49-F238E27FC236}">
                  <a16:creationId xmlns:a16="http://schemas.microsoft.com/office/drawing/2014/main" id="{20E96ACD-333C-4A1A-6749-EF56BA1D35F6}"/>
                </a:ext>
              </a:extLst>
            </p:cNvPr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fill="none" extrusionOk="0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6" name="Google Shape;4546;p43">
              <a:extLst>
                <a:ext uri="{FF2B5EF4-FFF2-40B4-BE49-F238E27FC236}">
                  <a16:creationId xmlns:a16="http://schemas.microsoft.com/office/drawing/2014/main" id="{C756D051-CBCD-9942-14A4-2D325063820E}"/>
                </a:ext>
              </a:extLst>
            </p:cNvPr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7" name="Google Shape;4547;p43">
              <a:extLst>
                <a:ext uri="{FF2B5EF4-FFF2-40B4-BE49-F238E27FC236}">
                  <a16:creationId xmlns:a16="http://schemas.microsoft.com/office/drawing/2014/main" id="{2D6FEB63-994C-2384-55C5-0D54396766D7}"/>
                </a:ext>
              </a:extLst>
            </p:cNvPr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8" name="Google Shape;4548;p43">
              <a:extLst>
                <a:ext uri="{FF2B5EF4-FFF2-40B4-BE49-F238E27FC236}">
                  <a16:creationId xmlns:a16="http://schemas.microsoft.com/office/drawing/2014/main" id="{4B593EDB-1D2D-FDF5-9138-0B1A8793C00E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9" name="Google Shape;4549;p43">
              <a:extLst>
                <a:ext uri="{FF2B5EF4-FFF2-40B4-BE49-F238E27FC236}">
                  <a16:creationId xmlns:a16="http://schemas.microsoft.com/office/drawing/2014/main" id="{8C60E4E4-B136-AD3F-7790-FF3C75CE9EDA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0" name="Google Shape;4550;p43">
              <a:extLst>
                <a:ext uri="{FF2B5EF4-FFF2-40B4-BE49-F238E27FC236}">
                  <a16:creationId xmlns:a16="http://schemas.microsoft.com/office/drawing/2014/main" id="{6BFB591A-5564-F171-C530-7B793FFC2718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1" name="Google Shape;4551;p43">
              <a:extLst>
                <a:ext uri="{FF2B5EF4-FFF2-40B4-BE49-F238E27FC236}">
                  <a16:creationId xmlns:a16="http://schemas.microsoft.com/office/drawing/2014/main" id="{8816EF20-2B33-706B-5C46-263B9C361D5E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2" name="Google Shape;4552;p43">
              <a:extLst>
                <a:ext uri="{FF2B5EF4-FFF2-40B4-BE49-F238E27FC236}">
                  <a16:creationId xmlns:a16="http://schemas.microsoft.com/office/drawing/2014/main" id="{78C43AD3-5F75-1D2F-5FDD-76977CB99F4A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3" name="Google Shape;4553;p43">
              <a:extLst>
                <a:ext uri="{FF2B5EF4-FFF2-40B4-BE49-F238E27FC236}">
                  <a16:creationId xmlns:a16="http://schemas.microsoft.com/office/drawing/2014/main" id="{88C4DBDD-633A-83ED-3473-84DFF78D9F52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4" name="Google Shape;4554;p43">
              <a:extLst>
                <a:ext uri="{FF2B5EF4-FFF2-40B4-BE49-F238E27FC236}">
                  <a16:creationId xmlns:a16="http://schemas.microsoft.com/office/drawing/2014/main" id="{A2E237D7-E207-0E2A-C614-BADFF15D2A8F}"/>
                </a:ext>
              </a:extLst>
            </p:cNvPr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5" name="Google Shape;4555;p43">
              <a:extLst>
                <a:ext uri="{FF2B5EF4-FFF2-40B4-BE49-F238E27FC236}">
                  <a16:creationId xmlns:a16="http://schemas.microsoft.com/office/drawing/2014/main" id="{704509BD-D576-FCF6-77A0-EFF0FA787155}"/>
                </a:ext>
              </a:extLst>
            </p:cNvPr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6" name="Google Shape;4556;p43">
              <a:extLst>
                <a:ext uri="{FF2B5EF4-FFF2-40B4-BE49-F238E27FC236}">
                  <a16:creationId xmlns:a16="http://schemas.microsoft.com/office/drawing/2014/main" id="{2103BC19-C414-978F-46D3-CA8C04CA6E78}"/>
                </a:ext>
              </a:extLst>
            </p:cNvPr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extrusionOk="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7" name="Google Shape;4557;p43">
              <a:extLst>
                <a:ext uri="{FF2B5EF4-FFF2-40B4-BE49-F238E27FC236}">
                  <a16:creationId xmlns:a16="http://schemas.microsoft.com/office/drawing/2014/main" id="{E56B040C-0178-F041-89AB-775422F96FDD}"/>
                </a:ext>
              </a:extLst>
            </p:cNvPr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fill="none" extrusionOk="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8" name="Google Shape;4558;p43">
              <a:extLst>
                <a:ext uri="{FF2B5EF4-FFF2-40B4-BE49-F238E27FC236}">
                  <a16:creationId xmlns:a16="http://schemas.microsoft.com/office/drawing/2014/main" id="{3C8E5A4A-F94C-2A3D-E81D-EBE6B647EA5A}"/>
                </a:ext>
              </a:extLst>
            </p:cNvPr>
            <p:cNvSpPr/>
            <p:nvPr/>
          </p:nvSpPr>
          <p:spPr>
            <a:xfrm>
              <a:off x="6045925" y="-987250"/>
              <a:ext cx="735750" cy="815300"/>
            </a:xfrm>
            <a:custGeom>
              <a:avLst/>
              <a:gdLst/>
              <a:ahLst/>
              <a:cxnLst/>
              <a:rect l="l" t="t" r="r" b="b"/>
              <a:pathLst>
                <a:path w="29430" h="32612" extrusionOk="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9" name="Google Shape;4559;p43">
              <a:extLst>
                <a:ext uri="{FF2B5EF4-FFF2-40B4-BE49-F238E27FC236}">
                  <a16:creationId xmlns:a16="http://schemas.microsoft.com/office/drawing/2014/main" id="{FC814258-854D-2F42-2827-D7CD80A2B853}"/>
                </a:ext>
              </a:extLst>
            </p:cNvPr>
            <p:cNvSpPr/>
            <p:nvPr/>
          </p:nvSpPr>
          <p:spPr>
            <a:xfrm>
              <a:off x="7752225" y="-585800"/>
              <a:ext cx="394475" cy="311725"/>
            </a:xfrm>
            <a:custGeom>
              <a:avLst/>
              <a:gdLst/>
              <a:ahLst/>
              <a:cxnLst/>
              <a:rect l="l" t="t" r="r" b="b"/>
              <a:pathLst>
                <a:path w="15779" h="12469" extrusionOk="0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0" name="Google Shape;4560;p43">
              <a:extLst>
                <a:ext uri="{FF2B5EF4-FFF2-40B4-BE49-F238E27FC236}">
                  <a16:creationId xmlns:a16="http://schemas.microsoft.com/office/drawing/2014/main" id="{01618B6F-57CD-6E0E-7322-1E14973A76C4}"/>
                </a:ext>
              </a:extLst>
            </p:cNvPr>
            <p:cNvSpPr/>
            <p:nvPr/>
          </p:nvSpPr>
          <p:spPr>
            <a:xfrm>
              <a:off x="6164700" y="-980800"/>
              <a:ext cx="616975" cy="778200"/>
            </a:xfrm>
            <a:custGeom>
              <a:avLst/>
              <a:gdLst/>
              <a:ahLst/>
              <a:cxnLst/>
              <a:rect l="l" t="t" r="r" b="b"/>
              <a:pathLst>
                <a:path w="24679" h="31128" extrusionOk="0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1" name="Google Shape;4561;p43">
              <a:extLst>
                <a:ext uri="{FF2B5EF4-FFF2-40B4-BE49-F238E27FC236}">
                  <a16:creationId xmlns:a16="http://schemas.microsoft.com/office/drawing/2014/main" id="{4DF87CD2-F3A4-6F81-11B1-D51DB47DAB92}"/>
                </a:ext>
              </a:extLst>
            </p:cNvPr>
            <p:cNvSpPr/>
            <p:nvPr/>
          </p:nvSpPr>
          <p:spPr>
            <a:xfrm>
              <a:off x="6672000" y="-13716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2" name="Google Shape;4562;p43">
              <a:extLst>
                <a:ext uri="{FF2B5EF4-FFF2-40B4-BE49-F238E27FC236}">
                  <a16:creationId xmlns:a16="http://schemas.microsoft.com/office/drawing/2014/main" id="{27D26F63-A0CF-2B31-D6DE-47CD6AA09D0C}"/>
                </a:ext>
              </a:extLst>
            </p:cNvPr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extrusionOk="0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3" name="Google Shape;4563;p43">
              <a:extLst>
                <a:ext uri="{FF2B5EF4-FFF2-40B4-BE49-F238E27FC236}">
                  <a16:creationId xmlns:a16="http://schemas.microsoft.com/office/drawing/2014/main" id="{E3EE54B7-E0D9-6E19-ECD2-87011B3F9BC1}"/>
                </a:ext>
              </a:extLst>
            </p:cNvPr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4" name="Google Shape;4564;p43">
              <a:extLst>
                <a:ext uri="{FF2B5EF4-FFF2-40B4-BE49-F238E27FC236}">
                  <a16:creationId xmlns:a16="http://schemas.microsoft.com/office/drawing/2014/main" id="{9F5B383A-816B-E349-F455-B2DEA3733311}"/>
                </a:ext>
              </a:extLst>
            </p:cNvPr>
            <p:cNvSpPr/>
            <p:nvPr/>
          </p:nvSpPr>
          <p:spPr>
            <a:xfrm>
              <a:off x="7617325" y="-819575"/>
              <a:ext cx="147825" cy="62375"/>
            </a:xfrm>
            <a:custGeom>
              <a:avLst/>
              <a:gdLst/>
              <a:ahLst/>
              <a:cxnLst/>
              <a:rect l="l" t="t" r="r" b="b"/>
              <a:pathLst>
                <a:path w="5913" h="2495" extrusionOk="0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5" name="Google Shape;4565;p43">
              <a:extLst>
                <a:ext uri="{FF2B5EF4-FFF2-40B4-BE49-F238E27FC236}">
                  <a16:creationId xmlns:a16="http://schemas.microsoft.com/office/drawing/2014/main" id="{C3D91214-1EDE-659F-5688-54A4CCFE56E0}"/>
                </a:ext>
              </a:extLst>
            </p:cNvPr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6" name="Google Shape;4566;p43">
              <a:extLst>
                <a:ext uri="{FF2B5EF4-FFF2-40B4-BE49-F238E27FC236}">
                  <a16:creationId xmlns:a16="http://schemas.microsoft.com/office/drawing/2014/main" id="{DE6A7CA7-D1FF-F2AF-2FB2-0DEC32DBD93F}"/>
                </a:ext>
              </a:extLst>
            </p:cNvPr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7" name="Google Shape;4567;p43">
              <a:extLst>
                <a:ext uri="{FF2B5EF4-FFF2-40B4-BE49-F238E27FC236}">
                  <a16:creationId xmlns:a16="http://schemas.microsoft.com/office/drawing/2014/main" id="{3A5D89A3-CDAA-67D6-1CF9-38D4ADBA3312}"/>
                </a:ext>
              </a:extLst>
            </p:cNvPr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extrusionOk="0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8" name="Google Shape;4568;p43">
              <a:extLst>
                <a:ext uri="{FF2B5EF4-FFF2-40B4-BE49-F238E27FC236}">
                  <a16:creationId xmlns:a16="http://schemas.microsoft.com/office/drawing/2014/main" id="{5539C927-8588-F36D-1205-38C17C89CE36}"/>
                </a:ext>
              </a:extLst>
            </p:cNvPr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fill="none" extrusionOk="0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9" name="Google Shape;4569;p43">
              <a:extLst>
                <a:ext uri="{FF2B5EF4-FFF2-40B4-BE49-F238E27FC236}">
                  <a16:creationId xmlns:a16="http://schemas.microsoft.com/office/drawing/2014/main" id="{A98BFCCD-9CF8-C3DB-01DB-DA7BFF81AE22}"/>
                </a:ext>
              </a:extLst>
            </p:cNvPr>
            <p:cNvSpPr/>
            <p:nvPr/>
          </p:nvSpPr>
          <p:spPr>
            <a:xfrm>
              <a:off x="7973625" y="-669625"/>
              <a:ext cx="139775" cy="63425"/>
            </a:xfrm>
            <a:custGeom>
              <a:avLst/>
              <a:gdLst/>
              <a:ahLst/>
              <a:cxnLst/>
              <a:rect l="l" t="t" r="r" b="b"/>
              <a:pathLst>
                <a:path w="5591" h="2537" extrusionOk="0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0" name="Google Shape;4570;p43">
              <a:extLst>
                <a:ext uri="{FF2B5EF4-FFF2-40B4-BE49-F238E27FC236}">
                  <a16:creationId xmlns:a16="http://schemas.microsoft.com/office/drawing/2014/main" id="{B5550497-59AF-CFB3-16B3-D6339DA4E059}"/>
                </a:ext>
              </a:extLst>
            </p:cNvPr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1" name="Google Shape;4571;p43">
              <a:extLst>
                <a:ext uri="{FF2B5EF4-FFF2-40B4-BE49-F238E27FC236}">
                  <a16:creationId xmlns:a16="http://schemas.microsoft.com/office/drawing/2014/main" id="{B73B148E-95AE-45F3-0A05-4E9DBE449663}"/>
                </a:ext>
              </a:extLst>
            </p:cNvPr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fill="none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96" name="Google Shape;7806;p68">
            <a:extLst>
              <a:ext uri="{FF2B5EF4-FFF2-40B4-BE49-F238E27FC236}">
                <a16:creationId xmlns:a16="http://schemas.microsoft.com/office/drawing/2014/main" id="{7D570869-837A-5D70-DDFB-100228F6BB89}"/>
              </a:ext>
            </a:extLst>
          </p:cNvPr>
          <p:cNvSpPr/>
          <p:nvPr/>
        </p:nvSpPr>
        <p:spPr>
          <a:xfrm>
            <a:off x="2982626" y="1646132"/>
            <a:ext cx="118800" cy="1188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7" name="Google Shape;7812;p68">
            <a:extLst>
              <a:ext uri="{FF2B5EF4-FFF2-40B4-BE49-F238E27FC236}">
                <a16:creationId xmlns:a16="http://schemas.microsoft.com/office/drawing/2014/main" id="{80B50499-1EFC-CB19-B308-18FCD2DDD399}"/>
              </a:ext>
            </a:extLst>
          </p:cNvPr>
          <p:cNvSpPr/>
          <p:nvPr/>
        </p:nvSpPr>
        <p:spPr>
          <a:xfrm>
            <a:off x="6044453" y="1646132"/>
            <a:ext cx="118800" cy="1188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9" name="Google Shape;4339;p43"/>
          <p:cNvGrpSpPr/>
          <p:nvPr/>
        </p:nvGrpSpPr>
        <p:grpSpPr>
          <a:xfrm>
            <a:off x="7771944" y="981666"/>
            <a:ext cx="1143167" cy="451268"/>
            <a:chOff x="5454775" y="-1447800"/>
            <a:chExt cx="3232025" cy="1275850"/>
          </a:xfrm>
        </p:grpSpPr>
        <p:sp>
          <p:nvSpPr>
            <p:cNvPr id="4340" name="Google Shape;4340;p43"/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43"/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43"/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43"/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43"/>
            <p:cNvSpPr/>
            <p:nvPr/>
          </p:nvSpPr>
          <p:spPr>
            <a:xfrm>
              <a:off x="7169125" y="-1359675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43"/>
            <p:cNvSpPr/>
            <p:nvPr/>
          </p:nvSpPr>
          <p:spPr>
            <a:xfrm>
              <a:off x="6634925" y="-1230150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43"/>
            <p:cNvSpPr/>
            <p:nvPr/>
          </p:nvSpPr>
          <p:spPr>
            <a:xfrm>
              <a:off x="7169125" y="-1317750"/>
              <a:ext cx="489075" cy="106425"/>
            </a:xfrm>
            <a:custGeom>
              <a:avLst/>
              <a:gdLst/>
              <a:ahLst/>
              <a:cxnLst/>
              <a:rect l="l" t="t" r="r" b="b"/>
              <a:pathLst>
                <a:path w="19563" h="4257" extrusionOk="0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43"/>
            <p:cNvSpPr/>
            <p:nvPr/>
          </p:nvSpPr>
          <p:spPr>
            <a:xfrm>
              <a:off x="6637075" y="-1200600"/>
              <a:ext cx="486925" cy="98375"/>
            </a:xfrm>
            <a:custGeom>
              <a:avLst/>
              <a:gdLst/>
              <a:ahLst/>
              <a:cxnLst/>
              <a:rect l="l" t="t" r="r" b="b"/>
              <a:pathLst>
                <a:path w="19477" h="3935" extrusionOk="0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43"/>
            <p:cNvSpPr/>
            <p:nvPr/>
          </p:nvSpPr>
          <p:spPr>
            <a:xfrm>
              <a:off x="6059900" y="-765300"/>
              <a:ext cx="419750" cy="224125"/>
            </a:xfrm>
            <a:custGeom>
              <a:avLst/>
              <a:gdLst/>
              <a:ahLst/>
              <a:cxnLst/>
              <a:rect l="l" t="t" r="r" b="b"/>
              <a:pathLst>
                <a:path w="16790" h="8965" extrusionOk="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43"/>
            <p:cNvSpPr/>
            <p:nvPr/>
          </p:nvSpPr>
          <p:spPr>
            <a:xfrm>
              <a:off x="6124925" y="-528300"/>
              <a:ext cx="420275" cy="223600"/>
            </a:xfrm>
            <a:custGeom>
              <a:avLst/>
              <a:gdLst/>
              <a:ahLst/>
              <a:cxnLst/>
              <a:rect l="l" t="t" r="r" b="b"/>
              <a:pathLst>
                <a:path w="16811" h="8944" extrusionOk="0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43"/>
            <p:cNvSpPr/>
            <p:nvPr/>
          </p:nvSpPr>
          <p:spPr>
            <a:xfrm>
              <a:off x="6188875" y="-758850"/>
              <a:ext cx="290775" cy="217675"/>
            </a:xfrm>
            <a:custGeom>
              <a:avLst/>
              <a:gdLst/>
              <a:ahLst/>
              <a:cxnLst/>
              <a:rect l="l" t="t" r="r" b="b"/>
              <a:pathLst>
                <a:path w="11631" h="8707" extrusionOk="0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43"/>
            <p:cNvSpPr/>
            <p:nvPr/>
          </p:nvSpPr>
          <p:spPr>
            <a:xfrm>
              <a:off x="6298500" y="-511625"/>
              <a:ext cx="246700" cy="206925"/>
            </a:xfrm>
            <a:custGeom>
              <a:avLst/>
              <a:gdLst/>
              <a:ahLst/>
              <a:cxnLst/>
              <a:rect l="l" t="t" r="r" b="b"/>
              <a:pathLst>
                <a:path w="9868" h="8277" extrusionOk="0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43"/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extrusionOk="0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43"/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fill="none" extrusionOk="0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43"/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extrusionOk="0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43"/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fill="none" extrusionOk="0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43"/>
            <p:cNvSpPr/>
            <p:nvPr/>
          </p:nvSpPr>
          <p:spPr>
            <a:xfrm>
              <a:off x="7617325" y="-1163525"/>
              <a:ext cx="835175" cy="557325"/>
            </a:xfrm>
            <a:custGeom>
              <a:avLst/>
              <a:gdLst/>
              <a:ahLst/>
              <a:cxnLst/>
              <a:rect l="l" t="t" r="r" b="b"/>
              <a:pathLst>
                <a:path w="33407" h="22293" extrusionOk="0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43"/>
            <p:cNvSpPr/>
            <p:nvPr/>
          </p:nvSpPr>
          <p:spPr>
            <a:xfrm>
              <a:off x="6672000" y="-14478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43"/>
            <p:cNvSpPr/>
            <p:nvPr/>
          </p:nvSpPr>
          <p:spPr>
            <a:xfrm>
              <a:off x="5536975" y="-1344100"/>
              <a:ext cx="50550" cy="59700"/>
            </a:xfrm>
            <a:custGeom>
              <a:avLst/>
              <a:gdLst/>
              <a:ahLst/>
              <a:cxnLst/>
              <a:rect l="l" t="t" r="r" b="b"/>
              <a:pathLst>
                <a:path w="2022" h="2388" extrusionOk="0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43"/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43"/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43"/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43"/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43"/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43"/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43"/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43"/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43"/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43"/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43"/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43"/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43"/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43"/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43"/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43"/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43"/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43"/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43"/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43"/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43"/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extrusionOk="0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43"/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43"/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43"/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43"/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43"/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43"/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43"/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43"/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43"/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43"/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43"/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43"/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43"/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43"/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43"/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43"/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extrusionOk="0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43"/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43"/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43"/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43"/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43"/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43"/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43"/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43"/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43"/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43"/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43"/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43"/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43"/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43"/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43"/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43"/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43"/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43"/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43"/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43"/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43"/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43"/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43"/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43"/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43"/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43"/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43"/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43"/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43"/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43"/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43"/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43"/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43"/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43"/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43"/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43"/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43"/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43"/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43"/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43"/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43"/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43"/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43"/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43"/>
            <p:cNvSpPr/>
            <p:nvPr/>
          </p:nvSpPr>
          <p:spPr>
            <a:xfrm>
              <a:off x="6103425" y="-1128050"/>
              <a:ext cx="51075" cy="93000"/>
            </a:xfrm>
            <a:custGeom>
              <a:avLst/>
              <a:gdLst/>
              <a:ahLst/>
              <a:cxnLst/>
              <a:rect l="l" t="t" r="r" b="b"/>
              <a:pathLst>
                <a:path w="2043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43"/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43"/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43"/>
            <p:cNvSpPr/>
            <p:nvPr/>
          </p:nvSpPr>
          <p:spPr>
            <a:xfrm>
              <a:off x="7394850" y="-1138800"/>
              <a:ext cx="1057650" cy="643850"/>
            </a:xfrm>
            <a:custGeom>
              <a:avLst/>
              <a:gdLst/>
              <a:ahLst/>
              <a:cxnLst/>
              <a:rect l="l" t="t" r="r" b="b"/>
              <a:pathLst>
                <a:path w="42306" h="25754" fill="none" extrusionOk="0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43"/>
            <p:cNvSpPr/>
            <p:nvPr/>
          </p:nvSpPr>
          <p:spPr>
            <a:xfrm>
              <a:off x="5455300" y="-1260800"/>
              <a:ext cx="550" cy="3800"/>
            </a:xfrm>
            <a:custGeom>
              <a:avLst/>
              <a:gdLst/>
              <a:ahLst/>
              <a:cxnLst/>
              <a:rect l="l" t="t" r="r" b="b"/>
              <a:pathLst>
                <a:path w="22" h="152" extrusionOk="0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43"/>
            <p:cNvSpPr/>
            <p:nvPr/>
          </p:nvSpPr>
          <p:spPr>
            <a:xfrm>
              <a:off x="5455300" y="-125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43"/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43"/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43"/>
            <p:cNvSpPr/>
            <p:nvPr/>
          </p:nvSpPr>
          <p:spPr>
            <a:xfrm>
              <a:off x="5455300" y="-1258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43"/>
            <p:cNvSpPr/>
            <p:nvPr/>
          </p:nvSpPr>
          <p:spPr>
            <a:xfrm>
              <a:off x="5455300" y="-1258650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43"/>
            <p:cNvSpPr/>
            <p:nvPr/>
          </p:nvSpPr>
          <p:spPr>
            <a:xfrm>
              <a:off x="5455300" y="-1258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43"/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43"/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43"/>
            <p:cNvSpPr/>
            <p:nvPr/>
          </p:nvSpPr>
          <p:spPr>
            <a:xfrm>
              <a:off x="5455300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43"/>
            <p:cNvSpPr/>
            <p:nvPr/>
          </p:nvSpPr>
          <p:spPr>
            <a:xfrm>
              <a:off x="5455825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43"/>
            <p:cNvSpPr/>
            <p:nvPr/>
          </p:nvSpPr>
          <p:spPr>
            <a:xfrm>
              <a:off x="5455825" y="-1260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43"/>
            <p:cNvSpPr/>
            <p:nvPr/>
          </p:nvSpPr>
          <p:spPr>
            <a:xfrm>
              <a:off x="5455825" y="-1260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43"/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extrusionOk="0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43"/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43"/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43"/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43"/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fill="none" extrusionOk="0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43"/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extrusionOk="0">
                  <a:moveTo>
                    <a:pt x="130" y="1"/>
                  </a:move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43"/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fill="none" extrusionOk="0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43"/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extrusionOk="0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43"/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43"/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extrusionOk="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43"/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43"/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extrusionOk="0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43"/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43"/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extrusionOk="0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43"/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43"/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extrusionOk="0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43"/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fill="none" extrusionOk="0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43"/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extrusionOk="0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43"/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fill="none" extrusionOk="0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43"/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extrusionOk="0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43"/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fill="none" extrusionOk="0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43"/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extrusionOk="0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43"/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fill="none" extrusionOk="0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43"/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extrusionOk="0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43"/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fill="none" extrusionOk="0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43"/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extrusionOk="0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43"/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fill="none" extrusionOk="0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43"/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extrusionOk="0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43"/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fill="none" extrusionOk="0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43"/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extrusionOk="0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43"/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fill="none" extrusionOk="0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43"/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43"/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43"/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extrusionOk="0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43"/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fill="none" extrusionOk="0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43"/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extrusionOk="0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43"/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43"/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extrusionOk="0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43"/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43"/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extrusionOk="0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43"/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43"/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extrusionOk="0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43"/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fill="none" extrusionOk="0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43"/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extrusionOk="0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43"/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fill="none" extrusionOk="0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43"/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extrusionOk="0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43"/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fill="none" extrusionOk="0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43"/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extrusionOk="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43"/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fill="none" extrusionOk="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43"/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extrusionOk="0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43"/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fill="none" extrusionOk="0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43"/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extrusionOk="0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43"/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fill="none" extrusionOk="0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43"/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extrusionOk="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43"/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fill="none" extrusionOk="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43"/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extrusionOk="0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43"/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fill="none" extrusionOk="0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43"/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extrusionOk="0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43"/>
            <p:cNvSpPr/>
            <p:nvPr/>
          </p:nvSpPr>
          <p:spPr>
            <a:xfrm>
              <a:off x="7675375" y="-499275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43"/>
            <p:cNvSpPr/>
            <p:nvPr/>
          </p:nvSpPr>
          <p:spPr>
            <a:xfrm>
              <a:off x="76743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43"/>
            <p:cNvSpPr/>
            <p:nvPr/>
          </p:nvSpPr>
          <p:spPr>
            <a:xfrm>
              <a:off x="76737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43"/>
            <p:cNvSpPr/>
            <p:nvPr/>
          </p:nvSpPr>
          <p:spPr>
            <a:xfrm>
              <a:off x="7673225" y="-499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43"/>
            <p:cNvSpPr/>
            <p:nvPr/>
          </p:nvSpPr>
          <p:spPr>
            <a:xfrm>
              <a:off x="767215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43"/>
            <p:cNvSpPr/>
            <p:nvPr/>
          </p:nvSpPr>
          <p:spPr>
            <a:xfrm>
              <a:off x="767160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43"/>
            <p:cNvSpPr/>
            <p:nvPr/>
          </p:nvSpPr>
          <p:spPr>
            <a:xfrm>
              <a:off x="7671075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43"/>
            <p:cNvSpPr/>
            <p:nvPr/>
          </p:nvSpPr>
          <p:spPr>
            <a:xfrm>
              <a:off x="76700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43"/>
            <p:cNvSpPr/>
            <p:nvPr/>
          </p:nvSpPr>
          <p:spPr>
            <a:xfrm>
              <a:off x="76694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43"/>
            <p:cNvSpPr/>
            <p:nvPr/>
          </p:nvSpPr>
          <p:spPr>
            <a:xfrm>
              <a:off x="7668925" y="-499800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43"/>
            <p:cNvSpPr/>
            <p:nvPr/>
          </p:nvSpPr>
          <p:spPr>
            <a:xfrm>
              <a:off x="7667850" y="-499800"/>
              <a:ext cx="1100" cy="25"/>
            </a:xfrm>
            <a:custGeom>
              <a:avLst/>
              <a:gdLst/>
              <a:ahLst/>
              <a:cxnLst/>
              <a:rect l="l" t="t" r="r" b="b"/>
              <a:pathLst>
                <a:path w="44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43"/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fill="none" extrusionOk="0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43"/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extrusionOk="0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43"/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fill="none" extrusionOk="0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43"/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extrusionOk="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43"/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fill="none" extrusionOk="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43"/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extrusionOk="0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43"/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fill="none" extrusionOk="0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43"/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43"/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43"/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extrusionOk="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43"/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fill="none" extrusionOk="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43"/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extrusionOk="0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43"/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fill="none" extrusionOk="0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43"/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extrusionOk="0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43"/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fill="none" extrusionOk="0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43"/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extrusionOk="0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43"/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fill="none" extrusionOk="0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43"/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extrusionOk="0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43"/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fill="none" extrusionOk="0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43"/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extrusionOk="0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43"/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fill="none" extrusionOk="0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43"/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43"/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43"/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43"/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43"/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43"/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43"/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43"/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43"/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43"/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43"/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extrusionOk="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43"/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fill="none" extrusionOk="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43"/>
            <p:cNvSpPr/>
            <p:nvPr/>
          </p:nvSpPr>
          <p:spPr>
            <a:xfrm>
              <a:off x="6045925" y="-987250"/>
              <a:ext cx="735750" cy="815300"/>
            </a:xfrm>
            <a:custGeom>
              <a:avLst/>
              <a:gdLst/>
              <a:ahLst/>
              <a:cxnLst/>
              <a:rect l="l" t="t" r="r" b="b"/>
              <a:pathLst>
                <a:path w="29430" h="32612" extrusionOk="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43"/>
            <p:cNvSpPr/>
            <p:nvPr/>
          </p:nvSpPr>
          <p:spPr>
            <a:xfrm>
              <a:off x="7752225" y="-585800"/>
              <a:ext cx="394475" cy="311725"/>
            </a:xfrm>
            <a:custGeom>
              <a:avLst/>
              <a:gdLst/>
              <a:ahLst/>
              <a:cxnLst/>
              <a:rect l="l" t="t" r="r" b="b"/>
              <a:pathLst>
                <a:path w="15779" h="12469" extrusionOk="0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43"/>
            <p:cNvSpPr/>
            <p:nvPr/>
          </p:nvSpPr>
          <p:spPr>
            <a:xfrm>
              <a:off x="6164700" y="-980800"/>
              <a:ext cx="616975" cy="778200"/>
            </a:xfrm>
            <a:custGeom>
              <a:avLst/>
              <a:gdLst/>
              <a:ahLst/>
              <a:cxnLst/>
              <a:rect l="l" t="t" r="r" b="b"/>
              <a:pathLst>
                <a:path w="24679" h="31128" extrusionOk="0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43"/>
            <p:cNvSpPr/>
            <p:nvPr/>
          </p:nvSpPr>
          <p:spPr>
            <a:xfrm>
              <a:off x="6672000" y="-13716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43"/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extrusionOk="0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43"/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43"/>
            <p:cNvSpPr/>
            <p:nvPr/>
          </p:nvSpPr>
          <p:spPr>
            <a:xfrm>
              <a:off x="7617325" y="-819575"/>
              <a:ext cx="147825" cy="62375"/>
            </a:xfrm>
            <a:custGeom>
              <a:avLst/>
              <a:gdLst/>
              <a:ahLst/>
              <a:cxnLst/>
              <a:rect l="l" t="t" r="r" b="b"/>
              <a:pathLst>
                <a:path w="5913" h="2495" extrusionOk="0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43"/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43"/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43"/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extrusionOk="0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43"/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fill="none" extrusionOk="0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43"/>
            <p:cNvSpPr/>
            <p:nvPr/>
          </p:nvSpPr>
          <p:spPr>
            <a:xfrm>
              <a:off x="7973625" y="-669625"/>
              <a:ext cx="139775" cy="63425"/>
            </a:xfrm>
            <a:custGeom>
              <a:avLst/>
              <a:gdLst/>
              <a:ahLst/>
              <a:cxnLst/>
              <a:rect l="l" t="t" r="r" b="b"/>
              <a:pathLst>
                <a:path w="5591" h="2537" extrusionOk="0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43"/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43"/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fill="none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6305;p55">
            <a:extLst>
              <a:ext uri="{FF2B5EF4-FFF2-40B4-BE49-F238E27FC236}">
                <a16:creationId xmlns:a16="http://schemas.microsoft.com/office/drawing/2014/main" id="{DBD40003-9B74-10ED-FE9C-93E9FC969C13}"/>
              </a:ext>
            </a:extLst>
          </p:cNvPr>
          <p:cNvSpPr/>
          <p:nvPr/>
        </p:nvSpPr>
        <p:spPr>
          <a:xfrm>
            <a:off x="9457445" y="1454000"/>
            <a:ext cx="510992" cy="510992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</a:t>
            </a:r>
            <a:endParaRPr sz="18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Google Shape;6304;p55">
            <a:extLst>
              <a:ext uri="{FF2B5EF4-FFF2-40B4-BE49-F238E27FC236}">
                <a16:creationId xmlns:a16="http://schemas.microsoft.com/office/drawing/2014/main" id="{E564F6D0-378D-60B3-5FAC-4ABA9ECB553B}"/>
              </a:ext>
            </a:extLst>
          </p:cNvPr>
          <p:cNvSpPr/>
          <p:nvPr/>
        </p:nvSpPr>
        <p:spPr>
          <a:xfrm>
            <a:off x="-760937" y="1454000"/>
            <a:ext cx="510992" cy="510992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L</a:t>
            </a:r>
            <a:endParaRPr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Google Shape;6307;p55">
            <a:extLst>
              <a:ext uri="{FF2B5EF4-FFF2-40B4-BE49-F238E27FC236}">
                <a16:creationId xmlns:a16="http://schemas.microsoft.com/office/drawing/2014/main" id="{383A2D54-4E4B-9459-7B86-4D4D19988C76}"/>
              </a:ext>
            </a:extLst>
          </p:cNvPr>
          <p:cNvSpPr/>
          <p:nvPr/>
        </p:nvSpPr>
        <p:spPr>
          <a:xfrm>
            <a:off x="9457445" y="1454000"/>
            <a:ext cx="510992" cy="510992"/>
          </a:xfrm>
          <a:prstGeom prst="arc">
            <a:avLst>
              <a:gd name="adj1" fmla="val 16200000"/>
              <a:gd name="adj2" fmla="val 5251931"/>
            </a:avLst>
          </a:prstGeom>
          <a:solidFill>
            <a:srgbClr val="FFFFFF">
              <a:alpha val="0"/>
            </a:srgbClr>
          </a:solidFill>
          <a:ln w="69850" cap="rnd" cmpd="sng">
            <a:solidFill>
              <a:srgbClr val="4B94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" name="Google Shape;6306;p55">
            <a:extLst>
              <a:ext uri="{FF2B5EF4-FFF2-40B4-BE49-F238E27FC236}">
                <a16:creationId xmlns:a16="http://schemas.microsoft.com/office/drawing/2014/main" id="{3512007E-7BFC-296F-31A5-38B3C874161B}"/>
              </a:ext>
            </a:extLst>
          </p:cNvPr>
          <p:cNvSpPr/>
          <p:nvPr/>
        </p:nvSpPr>
        <p:spPr>
          <a:xfrm>
            <a:off x="-760937" y="1454000"/>
            <a:ext cx="510992" cy="510992"/>
          </a:xfrm>
          <a:prstGeom prst="arc">
            <a:avLst>
              <a:gd name="adj1" fmla="val 16200000"/>
              <a:gd name="adj2" fmla="val 94631"/>
            </a:avLst>
          </a:prstGeom>
          <a:solidFill>
            <a:srgbClr val="4B94D8">
              <a:alpha val="0"/>
            </a:srgbClr>
          </a:solidFill>
          <a:ln w="69850" cap="rnd" cmpd="sng">
            <a:solidFill>
              <a:srgbClr val="4B94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Google Shape;3543;p39">
            <a:extLst>
              <a:ext uri="{FF2B5EF4-FFF2-40B4-BE49-F238E27FC236}">
                <a16:creationId xmlns:a16="http://schemas.microsoft.com/office/drawing/2014/main" id="{BDD644A9-F073-9C11-E921-40DC3C5B6CDF}"/>
              </a:ext>
            </a:extLst>
          </p:cNvPr>
          <p:cNvSpPr txBox="1">
            <a:spLocks/>
          </p:cNvSpPr>
          <p:nvPr/>
        </p:nvSpPr>
        <p:spPr>
          <a:xfrm>
            <a:off x="141079" y="185665"/>
            <a:ext cx="8861842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 sz="5000" b="0" i="1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US" sz="3000" i="0" dirty="0">
                <a:solidFill>
                  <a:srgbClr val="4B94D8"/>
                </a:solidFill>
              </a:rPr>
              <a:t>Component Diagram</a:t>
            </a:r>
            <a:endParaRPr lang="pl-PL" sz="3000" i="0" dirty="0">
              <a:solidFill>
                <a:srgbClr val="4B94D8"/>
              </a:solidFill>
            </a:endParaRPr>
          </a:p>
        </p:txBody>
      </p:sp>
      <p:sp>
        <p:nvSpPr>
          <p:cNvPr id="26" name="Google Shape;3546;p39">
            <a:extLst>
              <a:ext uri="{FF2B5EF4-FFF2-40B4-BE49-F238E27FC236}">
                <a16:creationId xmlns:a16="http://schemas.microsoft.com/office/drawing/2014/main" id="{6DB7E82F-EABF-CAC5-9E80-FD066E7B3DAF}"/>
              </a:ext>
            </a:extLst>
          </p:cNvPr>
          <p:cNvSpPr txBox="1">
            <a:spLocks/>
          </p:cNvSpPr>
          <p:nvPr/>
        </p:nvSpPr>
        <p:spPr>
          <a:xfrm>
            <a:off x="1760220" y="728146"/>
            <a:ext cx="5623560" cy="30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Arial Rounded MT Bold" panose="020F0704030504030204" pitchFamily="34" charset="0"/>
              </a:rPr>
              <a:t>Functional Breakdown for Each Domain</a:t>
            </a:r>
            <a:endParaRPr lang="en-IE" b="1" dirty="0">
              <a:latin typeface="Arial Rounded MT Bold" panose="020F0704030504030204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A5EB58D-6158-E4DB-1247-97316753A08B}"/>
              </a:ext>
            </a:extLst>
          </p:cNvPr>
          <p:cNvGrpSpPr/>
          <p:nvPr/>
        </p:nvGrpSpPr>
        <p:grpSpPr>
          <a:xfrm>
            <a:off x="1681162" y="1142058"/>
            <a:ext cx="5781675" cy="3736975"/>
            <a:chOff x="1681162" y="1142058"/>
            <a:chExt cx="5781675" cy="3736975"/>
          </a:xfrm>
        </p:grpSpPr>
        <p:pic>
          <p:nvPicPr>
            <p:cNvPr id="3" name="Picture 2" descr="A diagram of a software development process&#10;&#10;AI-generated content may be incorrect.">
              <a:extLst>
                <a:ext uri="{FF2B5EF4-FFF2-40B4-BE49-F238E27FC236}">
                  <a16:creationId xmlns:a16="http://schemas.microsoft.com/office/drawing/2014/main" id="{A5AD0394-8322-C29E-652F-88C5E4871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1162" y="1142058"/>
              <a:ext cx="5781675" cy="3736975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DCD10E8-079F-2F09-8DBA-CF37374D05B7}"/>
                </a:ext>
              </a:extLst>
            </p:cNvPr>
            <p:cNvSpPr/>
            <p:nvPr/>
          </p:nvSpPr>
          <p:spPr>
            <a:xfrm>
              <a:off x="2840832" y="2129632"/>
              <a:ext cx="457199" cy="228600"/>
            </a:xfrm>
            <a:prstGeom prst="rect">
              <a:avLst/>
            </a:prstGeom>
            <a:solidFill>
              <a:srgbClr val="FF9F9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613CDCE-D19C-5E0F-9B9C-3A1890B7C888}"/>
                </a:ext>
              </a:extLst>
            </p:cNvPr>
            <p:cNvSpPr/>
            <p:nvPr/>
          </p:nvSpPr>
          <p:spPr>
            <a:xfrm>
              <a:off x="2046368" y="2671599"/>
              <a:ext cx="545334" cy="228600"/>
            </a:xfrm>
            <a:prstGeom prst="rect">
              <a:avLst/>
            </a:prstGeom>
            <a:solidFill>
              <a:srgbClr val="FF9F9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5EADB15-B36B-CE1F-B1A0-0DBA38D8D5FE}"/>
                </a:ext>
              </a:extLst>
            </p:cNvPr>
            <p:cNvSpPr/>
            <p:nvPr/>
          </p:nvSpPr>
          <p:spPr>
            <a:xfrm>
              <a:off x="3632589" y="3213566"/>
              <a:ext cx="668877" cy="228600"/>
            </a:xfrm>
            <a:prstGeom prst="rect">
              <a:avLst/>
            </a:prstGeom>
            <a:solidFill>
              <a:srgbClr val="FF9F9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9F10D69-7DB8-4537-5FB4-81A2F05C0FFE}"/>
                </a:ext>
              </a:extLst>
            </p:cNvPr>
            <p:cNvSpPr/>
            <p:nvPr/>
          </p:nvSpPr>
          <p:spPr>
            <a:xfrm>
              <a:off x="3465761" y="3772842"/>
              <a:ext cx="548944" cy="228600"/>
            </a:xfrm>
            <a:prstGeom prst="rect">
              <a:avLst/>
            </a:prstGeom>
            <a:solidFill>
              <a:srgbClr val="FF9F9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53912DC-A2F0-5994-029E-374A7583C30D}"/>
                </a:ext>
              </a:extLst>
            </p:cNvPr>
            <p:cNvSpPr/>
            <p:nvPr/>
          </p:nvSpPr>
          <p:spPr>
            <a:xfrm>
              <a:off x="5464298" y="3772842"/>
              <a:ext cx="687611" cy="228600"/>
            </a:xfrm>
            <a:prstGeom prst="rect">
              <a:avLst/>
            </a:prstGeom>
            <a:solidFill>
              <a:srgbClr val="FF9F9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6CB5D42-CAC3-7A0F-5831-E530CCD62D9F}"/>
                </a:ext>
              </a:extLst>
            </p:cNvPr>
            <p:cNvSpPr/>
            <p:nvPr/>
          </p:nvSpPr>
          <p:spPr>
            <a:xfrm>
              <a:off x="6410021" y="2671599"/>
              <a:ext cx="786145" cy="228600"/>
            </a:xfrm>
            <a:prstGeom prst="rect">
              <a:avLst/>
            </a:prstGeom>
            <a:solidFill>
              <a:srgbClr val="FF9F9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5">
          <a:extLst>
            <a:ext uri="{FF2B5EF4-FFF2-40B4-BE49-F238E27FC236}">
              <a16:creationId xmlns:a16="http://schemas.microsoft.com/office/drawing/2014/main" id="{81509122-E2D6-1D1B-85E6-39D500ED1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9" name="Google Shape;4339;p43">
            <a:extLst>
              <a:ext uri="{FF2B5EF4-FFF2-40B4-BE49-F238E27FC236}">
                <a16:creationId xmlns:a16="http://schemas.microsoft.com/office/drawing/2014/main" id="{975C077D-B22F-AC5A-EAF8-DC7523CFA8A9}"/>
              </a:ext>
            </a:extLst>
          </p:cNvPr>
          <p:cNvGrpSpPr/>
          <p:nvPr/>
        </p:nvGrpSpPr>
        <p:grpSpPr>
          <a:xfrm>
            <a:off x="863433" y="734365"/>
            <a:ext cx="1143167" cy="451268"/>
            <a:chOff x="5454775" y="-1447800"/>
            <a:chExt cx="3232025" cy="1275850"/>
          </a:xfrm>
        </p:grpSpPr>
        <p:sp>
          <p:nvSpPr>
            <p:cNvPr id="4340" name="Google Shape;4340;p43">
              <a:extLst>
                <a:ext uri="{FF2B5EF4-FFF2-40B4-BE49-F238E27FC236}">
                  <a16:creationId xmlns:a16="http://schemas.microsoft.com/office/drawing/2014/main" id="{47A70508-1ABC-63EF-7B2F-4A8F22190175}"/>
                </a:ext>
              </a:extLst>
            </p:cNvPr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43">
              <a:extLst>
                <a:ext uri="{FF2B5EF4-FFF2-40B4-BE49-F238E27FC236}">
                  <a16:creationId xmlns:a16="http://schemas.microsoft.com/office/drawing/2014/main" id="{1455ADDF-9A3B-BDD9-0250-FAE0E08286B6}"/>
                </a:ext>
              </a:extLst>
            </p:cNvPr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43">
              <a:extLst>
                <a:ext uri="{FF2B5EF4-FFF2-40B4-BE49-F238E27FC236}">
                  <a16:creationId xmlns:a16="http://schemas.microsoft.com/office/drawing/2014/main" id="{C60909E8-5CD9-7720-C3A8-859748EA4666}"/>
                </a:ext>
              </a:extLst>
            </p:cNvPr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43">
              <a:extLst>
                <a:ext uri="{FF2B5EF4-FFF2-40B4-BE49-F238E27FC236}">
                  <a16:creationId xmlns:a16="http://schemas.microsoft.com/office/drawing/2014/main" id="{F3473F41-305F-75EB-1A54-CE54A214296C}"/>
                </a:ext>
              </a:extLst>
            </p:cNvPr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43">
              <a:extLst>
                <a:ext uri="{FF2B5EF4-FFF2-40B4-BE49-F238E27FC236}">
                  <a16:creationId xmlns:a16="http://schemas.microsoft.com/office/drawing/2014/main" id="{9FB3EA43-4C2B-4156-9508-D7017BAD5658}"/>
                </a:ext>
              </a:extLst>
            </p:cNvPr>
            <p:cNvSpPr/>
            <p:nvPr/>
          </p:nvSpPr>
          <p:spPr>
            <a:xfrm>
              <a:off x="7169125" y="-1359675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43">
              <a:extLst>
                <a:ext uri="{FF2B5EF4-FFF2-40B4-BE49-F238E27FC236}">
                  <a16:creationId xmlns:a16="http://schemas.microsoft.com/office/drawing/2014/main" id="{9E2F3858-F495-357F-78AE-4FD8753454A5}"/>
                </a:ext>
              </a:extLst>
            </p:cNvPr>
            <p:cNvSpPr/>
            <p:nvPr/>
          </p:nvSpPr>
          <p:spPr>
            <a:xfrm>
              <a:off x="6634925" y="-1230150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43">
              <a:extLst>
                <a:ext uri="{FF2B5EF4-FFF2-40B4-BE49-F238E27FC236}">
                  <a16:creationId xmlns:a16="http://schemas.microsoft.com/office/drawing/2014/main" id="{A05FD9B6-E09B-C316-D58E-55891C35C086}"/>
                </a:ext>
              </a:extLst>
            </p:cNvPr>
            <p:cNvSpPr/>
            <p:nvPr/>
          </p:nvSpPr>
          <p:spPr>
            <a:xfrm>
              <a:off x="7169125" y="-1317750"/>
              <a:ext cx="489075" cy="106425"/>
            </a:xfrm>
            <a:custGeom>
              <a:avLst/>
              <a:gdLst/>
              <a:ahLst/>
              <a:cxnLst/>
              <a:rect l="l" t="t" r="r" b="b"/>
              <a:pathLst>
                <a:path w="19563" h="4257" extrusionOk="0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43">
              <a:extLst>
                <a:ext uri="{FF2B5EF4-FFF2-40B4-BE49-F238E27FC236}">
                  <a16:creationId xmlns:a16="http://schemas.microsoft.com/office/drawing/2014/main" id="{95A875EF-C689-8765-F24D-EE91780E8857}"/>
                </a:ext>
              </a:extLst>
            </p:cNvPr>
            <p:cNvSpPr/>
            <p:nvPr/>
          </p:nvSpPr>
          <p:spPr>
            <a:xfrm>
              <a:off x="6637075" y="-1200600"/>
              <a:ext cx="486925" cy="98375"/>
            </a:xfrm>
            <a:custGeom>
              <a:avLst/>
              <a:gdLst/>
              <a:ahLst/>
              <a:cxnLst/>
              <a:rect l="l" t="t" r="r" b="b"/>
              <a:pathLst>
                <a:path w="19477" h="3935" extrusionOk="0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43">
              <a:extLst>
                <a:ext uri="{FF2B5EF4-FFF2-40B4-BE49-F238E27FC236}">
                  <a16:creationId xmlns:a16="http://schemas.microsoft.com/office/drawing/2014/main" id="{81FC658C-B1F3-0211-6AD9-BB87A84C1CF9}"/>
                </a:ext>
              </a:extLst>
            </p:cNvPr>
            <p:cNvSpPr/>
            <p:nvPr/>
          </p:nvSpPr>
          <p:spPr>
            <a:xfrm>
              <a:off x="6059900" y="-765300"/>
              <a:ext cx="419750" cy="224125"/>
            </a:xfrm>
            <a:custGeom>
              <a:avLst/>
              <a:gdLst/>
              <a:ahLst/>
              <a:cxnLst/>
              <a:rect l="l" t="t" r="r" b="b"/>
              <a:pathLst>
                <a:path w="16790" h="8965" extrusionOk="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43">
              <a:extLst>
                <a:ext uri="{FF2B5EF4-FFF2-40B4-BE49-F238E27FC236}">
                  <a16:creationId xmlns:a16="http://schemas.microsoft.com/office/drawing/2014/main" id="{BB3DF01B-01B0-B6A9-A7EE-954AA533142E}"/>
                </a:ext>
              </a:extLst>
            </p:cNvPr>
            <p:cNvSpPr/>
            <p:nvPr/>
          </p:nvSpPr>
          <p:spPr>
            <a:xfrm>
              <a:off x="6124925" y="-528300"/>
              <a:ext cx="420275" cy="223600"/>
            </a:xfrm>
            <a:custGeom>
              <a:avLst/>
              <a:gdLst/>
              <a:ahLst/>
              <a:cxnLst/>
              <a:rect l="l" t="t" r="r" b="b"/>
              <a:pathLst>
                <a:path w="16811" h="8944" extrusionOk="0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43">
              <a:extLst>
                <a:ext uri="{FF2B5EF4-FFF2-40B4-BE49-F238E27FC236}">
                  <a16:creationId xmlns:a16="http://schemas.microsoft.com/office/drawing/2014/main" id="{050D21A6-7CA0-8C5A-98FE-8E4C7859BB74}"/>
                </a:ext>
              </a:extLst>
            </p:cNvPr>
            <p:cNvSpPr/>
            <p:nvPr/>
          </p:nvSpPr>
          <p:spPr>
            <a:xfrm>
              <a:off x="6188875" y="-758850"/>
              <a:ext cx="290775" cy="217675"/>
            </a:xfrm>
            <a:custGeom>
              <a:avLst/>
              <a:gdLst/>
              <a:ahLst/>
              <a:cxnLst/>
              <a:rect l="l" t="t" r="r" b="b"/>
              <a:pathLst>
                <a:path w="11631" h="8707" extrusionOk="0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43">
              <a:extLst>
                <a:ext uri="{FF2B5EF4-FFF2-40B4-BE49-F238E27FC236}">
                  <a16:creationId xmlns:a16="http://schemas.microsoft.com/office/drawing/2014/main" id="{B250A86E-B129-915B-D499-E4333C6D1A7E}"/>
                </a:ext>
              </a:extLst>
            </p:cNvPr>
            <p:cNvSpPr/>
            <p:nvPr/>
          </p:nvSpPr>
          <p:spPr>
            <a:xfrm>
              <a:off x="6298500" y="-511625"/>
              <a:ext cx="246700" cy="206925"/>
            </a:xfrm>
            <a:custGeom>
              <a:avLst/>
              <a:gdLst/>
              <a:ahLst/>
              <a:cxnLst/>
              <a:rect l="l" t="t" r="r" b="b"/>
              <a:pathLst>
                <a:path w="9868" h="8277" extrusionOk="0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43">
              <a:extLst>
                <a:ext uri="{FF2B5EF4-FFF2-40B4-BE49-F238E27FC236}">
                  <a16:creationId xmlns:a16="http://schemas.microsoft.com/office/drawing/2014/main" id="{BF3F7D28-65D9-0313-F150-2CFADDF3D7CD}"/>
                </a:ext>
              </a:extLst>
            </p:cNvPr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extrusionOk="0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43">
              <a:extLst>
                <a:ext uri="{FF2B5EF4-FFF2-40B4-BE49-F238E27FC236}">
                  <a16:creationId xmlns:a16="http://schemas.microsoft.com/office/drawing/2014/main" id="{DDDA9416-FE2A-2F1D-EF36-0B2D1DD07204}"/>
                </a:ext>
              </a:extLst>
            </p:cNvPr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fill="none" extrusionOk="0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43">
              <a:extLst>
                <a:ext uri="{FF2B5EF4-FFF2-40B4-BE49-F238E27FC236}">
                  <a16:creationId xmlns:a16="http://schemas.microsoft.com/office/drawing/2014/main" id="{2F5AE6C0-D5C7-41D1-1A9B-FB9DEBBBAFB9}"/>
                </a:ext>
              </a:extLst>
            </p:cNvPr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extrusionOk="0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43">
              <a:extLst>
                <a:ext uri="{FF2B5EF4-FFF2-40B4-BE49-F238E27FC236}">
                  <a16:creationId xmlns:a16="http://schemas.microsoft.com/office/drawing/2014/main" id="{E23AC06D-4E7F-C2CD-E836-CB0C4EB4D35A}"/>
                </a:ext>
              </a:extLst>
            </p:cNvPr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fill="none" extrusionOk="0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43">
              <a:extLst>
                <a:ext uri="{FF2B5EF4-FFF2-40B4-BE49-F238E27FC236}">
                  <a16:creationId xmlns:a16="http://schemas.microsoft.com/office/drawing/2014/main" id="{8B4F993E-7136-F4B9-A029-2FB08E251BEA}"/>
                </a:ext>
              </a:extLst>
            </p:cNvPr>
            <p:cNvSpPr/>
            <p:nvPr/>
          </p:nvSpPr>
          <p:spPr>
            <a:xfrm>
              <a:off x="7617325" y="-1163525"/>
              <a:ext cx="835175" cy="557325"/>
            </a:xfrm>
            <a:custGeom>
              <a:avLst/>
              <a:gdLst/>
              <a:ahLst/>
              <a:cxnLst/>
              <a:rect l="l" t="t" r="r" b="b"/>
              <a:pathLst>
                <a:path w="33407" h="22293" extrusionOk="0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43">
              <a:extLst>
                <a:ext uri="{FF2B5EF4-FFF2-40B4-BE49-F238E27FC236}">
                  <a16:creationId xmlns:a16="http://schemas.microsoft.com/office/drawing/2014/main" id="{900AF5C4-F7C5-A12D-3254-E55DEFC2F655}"/>
                </a:ext>
              </a:extLst>
            </p:cNvPr>
            <p:cNvSpPr/>
            <p:nvPr/>
          </p:nvSpPr>
          <p:spPr>
            <a:xfrm>
              <a:off x="6672000" y="-14478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43">
              <a:extLst>
                <a:ext uri="{FF2B5EF4-FFF2-40B4-BE49-F238E27FC236}">
                  <a16:creationId xmlns:a16="http://schemas.microsoft.com/office/drawing/2014/main" id="{C23ECC7E-A317-DB4B-051C-33B675A0748C}"/>
                </a:ext>
              </a:extLst>
            </p:cNvPr>
            <p:cNvSpPr/>
            <p:nvPr/>
          </p:nvSpPr>
          <p:spPr>
            <a:xfrm>
              <a:off x="5536975" y="-1344100"/>
              <a:ext cx="50550" cy="59700"/>
            </a:xfrm>
            <a:custGeom>
              <a:avLst/>
              <a:gdLst/>
              <a:ahLst/>
              <a:cxnLst/>
              <a:rect l="l" t="t" r="r" b="b"/>
              <a:pathLst>
                <a:path w="2022" h="2388" extrusionOk="0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43">
              <a:extLst>
                <a:ext uri="{FF2B5EF4-FFF2-40B4-BE49-F238E27FC236}">
                  <a16:creationId xmlns:a16="http://schemas.microsoft.com/office/drawing/2014/main" id="{B7AD029F-0A76-8C2A-49A4-E942E2935BB3}"/>
                </a:ext>
              </a:extLst>
            </p:cNvPr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43">
              <a:extLst>
                <a:ext uri="{FF2B5EF4-FFF2-40B4-BE49-F238E27FC236}">
                  <a16:creationId xmlns:a16="http://schemas.microsoft.com/office/drawing/2014/main" id="{4B85B719-6D11-44C8-83D2-129E996E406C}"/>
                </a:ext>
              </a:extLst>
            </p:cNvPr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43">
              <a:extLst>
                <a:ext uri="{FF2B5EF4-FFF2-40B4-BE49-F238E27FC236}">
                  <a16:creationId xmlns:a16="http://schemas.microsoft.com/office/drawing/2014/main" id="{34E4D2E0-8CDF-7612-6032-B5D7E206B774}"/>
                </a:ext>
              </a:extLst>
            </p:cNvPr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43">
              <a:extLst>
                <a:ext uri="{FF2B5EF4-FFF2-40B4-BE49-F238E27FC236}">
                  <a16:creationId xmlns:a16="http://schemas.microsoft.com/office/drawing/2014/main" id="{7CA269A2-FC55-4707-EEAB-09F47C99B44C}"/>
                </a:ext>
              </a:extLst>
            </p:cNvPr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43">
              <a:extLst>
                <a:ext uri="{FF2B5EF4-FFF2-40B4-BE49-F238E27FC236}">
                  <a16:creationId xmlns:a16="http://schemas.microsoft.com/office/drawing/2014/main" id="{86FC8C5C-0BD7-9F54-B26F-96BDBC783CCE}"/>
                </a:ext>
              </a:extLst>
            </p:cNvPr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43">
              <a:extLst>
                <a:ext uri="{FF2B5EF4-FFF2-40B4-BE49-F238E27FC236}">
                  <a16:creationId xmlns:a16="http://schemas.microsoft.com/office/drawing/2014/main" id="{822C5C9D-14B8-5ABD-62E1-62D23D0A35E1}"/>
                </a:ext>
              </a:extLst>
            </p:cNvPr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43">
              <a:extLst>
                <a:ext uri="{FF2B5EF4-FFF2-40B4-BE49-F238E27FC236}">
                  <a16:creationId xmlns:a16="http://schemas.microsoft.com/office/drawing/2014/main" id="{D9BFA88D-0FA5-3DE4-3D57-D34AC5F496CF}"/>
                </a:ext>
              </a:extLst>
            </p:cNvPr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43">
              <a:extLst>
                <a:ext uri="{FF2B5EF4-FFF2-40B4-BE49-F238E27FC236}">
                  <a16:creationId xmlns:a16="http://schemas.microsoft.com/office/drawing/2014/main" id="{AEA74562-45D0-E7B8-6D07-86F327CB8F38}"/>
                </a:ext>
              </a:extLst>
            </p:cNvPr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43">
              <a:extLst>
                <a:ext uri="{FF2B5EF4-FFF2-40B4-BE49-F238E27FC236}">
                  <a16:creationId xmlns:a16="http://schemas.microsoft.com/office/drawing/2014/main" id="{47D3AA57-07DF-6E36-7481-B7D53833A035}"/>
                </a:ext>
              </a:extLst>
            </p:cNvPr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43">
              <a:extLst>
                <a:ext uri="{FF2B5EF4-FFF2-40B4-BE49-F238E27FC236}">
                  <a16:creationId xmlns:a16="http://schemas.microsoft.com/office/drawing/2014/main" id="{45CA804E-E369-2B3B-B2EE-3F10688A32EA}"/>
                </a:ext>
              </a:extLst>
            </p:cNvPr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43">
              <a:extLst>
                <a:ext uri="{FF2B5EF4-FFF2-40B4-BE49-F238E27FC236}">
                  <a16:creationId xmlns:a16="http://schemas.microsoft.com/office/drawing/2014/main" id="{E0B3F12A-0430-FC51-A37A-A9178BC93A1D}"/>
                </a:ext>
              </a:extLst>
            </p:cNvPr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43">
              <a:extLst>
                <a:ext uri="{FF2B5EF4-FFF2-40B4-BE49-F238E27FC236}">
                  <a16:creationId xmlns:a16="http://schemas.microsoft.com/office/drawing/2014/main" id="{60B8D412-A4DE-827F-CDEF-DD8A834CB8D6}"/>
                </a:ext>
              </a:extLst>
            </p:cNvPr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43">
              <a:extLst>
                <a:ext uri="{FF2B5EF4-FFF2-40B4-BE49-F238E27FC236}">
                  <a16:creationId xmlns:a16="http://schemas.microsoft.com/office/drawing/2014/main" id="{81EB8A89-6A09-6716-DF43-36157B4E877B}"/>
                </a:ext>
              </a:extLst>
            </p:cNvPr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43">
              <a:extLst>
                <a:ext uri="{FF2B5EF4-FFF2-40B4-BE49-F238E27FC236}">
                  <a16:creationId xmlns:a16="http://schemas.microsoft.com/office/drawing/2014/main" id="{88D42EB2-C4BD-F81D-6925-82C79B7D9EEB}"/>
                </a:ext>
              </a:extLst>
            </p:cNvPr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43">
              <a:extLst>
                <a:ext uri="{FF2B5EF4-FFF2-40B4-BE49-F238E27FC236}">
                  <a16:creationId xmlns:a16="http://schemas.microsoft.com/office/drawing/2014/main" id="{42826216-0799-1614-DE1A-32074D324C89}"/>
                </a:ext>
              </a:extLst>
            </p:cNvPr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43">
              <a:extLst>
                <a:ext uri="{FF2B5EF4-FFF2-40B4-BE49-F238E27FC236}">
                  <a16:creationId xmlns:a16="http://schemas.microsoft.com/office/drawing/2014/main" id="{47FE6312-847C-C308-A89C-3722793B9E2D}"/>
                </a:ext>
              </a:extLst>
            </p:cNvPr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43">
              <a:extLst>
                <a:ext uri="{FF2B5EF4-FFF2-40B4-BE49-F238E27FC236}">
                  <a16:creationId xmlns:a16="http://schemas.microsoft.com/office/drawing/2014/main" id="{CDAEDD96-DDA3-627A-613A-68577CC4F1B0}"/>
                </a:ext>
              </a:extLst>
            </p:cNvPr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43">
              <a:extLst>
                <a:ext uri="{FF2B5EF4-FFF2-40B4-BE49-F238E27FC236}">
                  <a16:creationId xmlns:a16="http://schemas.microsoft.com/office/drawing/2014/main" id="{BB661403-7E7F-463F-B426-E81FC4A8A7BC}"/>
                </a:ext>
              </a:extLst>
            </p:cNvPr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43">
              <a:extLst>
                <a:ext uri="{FF2B5EF4-FFF2-40B4-BE49-F238E27FC236}">
                  <a16:creationId xmlns:a16="http://schemas.microsoft.com/office/drawing/2014/main" id="{DEC7FD8A-B330-350D-114B-52A087BC42F3}"/>
                </a:ext>
              </a:extLst>
            </p:cNvPr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43">
              <a:extLst>
                <a:ext uri="{FF2B5EF4-FFF2-40B4-BE49-F238E27FC236}">
                  <a16:creationId xmlns:a16="http://schemas.microsoft.com/office/drawing/2014/main" id="{38DB439D-DE32-A607-AEE4-BF7E86FA2E2E}"/>
                </a:ext>
              </a:extLst>
            </p:cNvPr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43">
              <a:extLst>
                <a:ext uri="{FF2B5EF4-FFF2-40B4-BE49-F238E27FC236}">
                  <a16:creationId xmlns:a16="http://schemas.microsoft.com/office/drawing/2014/main" id="{15C9FE28-5B79-E863-CF54-5BE6DE710C2C}"/>
                </a:ext>
              </a:extLst>
            </p:cNvPr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extrusionOk="0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43">
              <a:extLst>
                <a:ext uri="{FF2B5EF4-FFF2-40B4-BE49-F238E27FC236}">
                  <a16:creationId xmlns:a16="http://schemas.microsoft.com/office/drawing/2014/main" id="{83D37F0B-C561-F3F6-B545-BE5CAAB76D37}"/>
                </a:ext>
              </a:extLst>
            </p:cNvPr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43">
              <a:extLst>
                <a:ext uri="{FF2B5EF4-FFF2-40B4-BE49-F238E27FC236}">
                  <a16:creationId xmlns:a16="http://schemas.microsoft.com/office/drawing/2014/main" id="{F7B551E5-5D04-CBF4-8342-AC4567375931}"/>
                </a:ext>
              </a:extLst>
            </p:cNvPr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43">
              <a:extLst>
                <a:ext uri="{FF2B5EF4-FFF2-40B4-BE49-F238E27FC236}">
                  <a16:creationId xmlns:a16="http://schemas.microsoft.com/office/drawing/2014/main" id="{824586CF-A9A1-1563-D820-0F1FB9F0DB1A}"/>
                </a:ext>
              </a:extLst>
            </p:cNvPr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43">
              <a:extLst>
                <a:ext uri="{FF2B5EF4-FFF2-40B4-BE49-F238E27FC236}">
                  <a16:creationId xmlns:a16="http://schemas.microsoft.com/office/drawing/2014/main" id="{606BE536-1D0F-A708-4B24-8BB3E14578E8}"/>
                </a:ext>
              </a:extLst>
            </p:cNvPr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43">
              <a:extLst>
                <a:ext uri="{FF2B5EF4-FFF2-40B4-BE49-F238E27FC236}">
                  <a16:creationId xmlns:a16="http://schemas.microsoft.com/office/drawing/2014/main" id="{80E457D4-0E36-38F9-2B5B-E91FD0637368}"/>
                </a:ext>
              </a:extLst>
            </p:cNvPr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43">
              <a:extLst>
                <a:ext uri="{FF2B5EF4-FFF2-40B4-BE49-F238E27FC236}">
                  <a16:creationId xmlns:a16="http://schemas.microsoft.com/office/drawing/2014/main" id="{4233C999-43C5-233C-5F26-52CFA6E4B932}"/>
                </a:ext>
              </a:extLst>
            </p:cNvPr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43">
              <a:extLst>
                <a:ext uri="{FF2B5EF4-FFF2-40B4-BE49-F238E27FC236}">
                  <a16:creationId xmlns:a16="http://schemas.microsoft.com/office/drawing/2014/main" id="{256029F5-5EFF-E3F8-85B0-D17A3A4F87B0}"/>
                </a:ext>
              </a:extLst>
            </p:cNvPr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43">
              <a:extLst>
                <a:ext uri="{FF2B5EF4-FFF2-40B4-BE49-F238E27FC236}">
                  <a16:creationId xmlns:a16="http://schemas.microsoft.com/office/drawing/2014/main" id="{459A2C28-19D6-5218-360D-F57E5371656C}"/>
                </a:ext>
              </a:extLst>
            </p:cNvPr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43">
              <a:extLst>
                <a:ext uri="{FF2B5EF4-FFF2-40B4-BE49-F238E27FC236}">
                  <a16:creationId xmlns:a16="http://schemas.microsoft.com/office/drawing/2014/main" id="{75CFB6F5-58E4-CF72-7894-E34F72845985}"/>
                </a:ext>
              </a:extLst>
            </p:cNvPr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43">
              <a:extLst>
                <a:ext uri="{FF2B5EF4-FFF2-40B4-BE49-F238E27FC236}">
                  <a16:creationId xmlns:a16="http://schemas.microsoft.com/office/drawing/2014/main" id="{CC62FE8B-A3C2-0508-46A7-DBB3426F4578}"/>
                </a:ext>
              </a:extLst>
            </p:cNvPr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43">
              <a:extLst>
                <a:ext uri="{FF2B5EF4-FFF2-40B4-BE49-F238E27FC236}">
                  <a16:creationId xmlns:a16="http://schemas.microsoft.com/office/drawing/2014/main" id="{C7B248DF-BF4E-A037-8CDF-B04585DF4225}"/>
                </a:ext>
              </a:extLst>
            </p:cNvPr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43">
              <a:extLst>
                <a:ext uri="{FF2B5EF4-FFF2-40B4-BE49-F238E27FC236}">
                  <a16:creationId xmlns:a16="http://schemas.microsoft.com/office/drawing/2014/main" id="{D112A674-F716-E1DC-CF04-882C2E0CC2AD}"/>
                </a:ext>
              </a:extLst>
            </p:cNvPr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43">
              <a:extLst>
                <a:ext uri="{FF2B5EF4-FFF2-40B4-BE49-F238E27FC236}">
                  <a16:creationId xmlns:a16="http://schemas.microsoft.com/office/drawing/2014/main" id="{B069863D-905C-78CE-D0BB-77984AA2F120}"/>
                </a:ext>
              </a:extLst>
            </p:cNvPr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43">
              <a:extLst>
                <a:ext uri="{FF2B5EF4-FFF2-40B4-BE49-F238E27FC236}">
                  <a16:creationId xmlns:a16="http://schemas.microsoft.com/office/drawing/2014/main" id="{07F0B3E6-B1B7-E889-C140-2C1A5FC69A93}"/>
                </a:ext>
              </a:extLst>
            </p:cNvPr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43">
              <a:extLst>
                <a:ext uri="{FF2B5EF4-FFF2-40B4-BE49-F238E27FC236}">
                  <a16:creationId xmlns:a16="http://schemas.microsoft.com/office/drawing/2014/main" id="{D7416007-5160-F892-ED82-4756F62EB478}"/>
                </a:ext>
              </a:extLst>
            </p:cNvPr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43">
              <a:extLst>
                <a:ext uri="{FF2B5EF4-FFF2-40B4-BE49-F238E27FC236}">
                  <a16:creationId xmlns:a16="http://schemas.microsoft.com/office/drawing/2014/main" id="{25AFE73A-9F41-4F9F-A28D-55D966090DE2}"/>
                </a:ext>
              </a:extLst>
            </p:cNvPr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extrusionOk="0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43">
              <a:extLst>
                <a:ext uri="{FF2B5EF4-FFF2-40B4-BE49-F238E27FC236}">
                  <a16:creationId xmlns:a16="http://schemas.microsoft.com/office/drawing/2014/main" id="{DB84DA06-5BFD-48A9-DB4D-855808F78AD8}"/>
                </a:ext>
              </a:extLst>
            </p:cNvPr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43">
              <a:extLst>
                <a:ext uri="{FF2B5EF4-FFF2-40B4-BE49-F238E27FC236}">
                  <a16:creationId xmlns:a16="http://schemas.microsoft.com/office/drawing/2014/main" id="{44641DA3-354D-3AF2-AFF5-CB789A4A04F1}"/>
                </a:ext>
              </a:extLst>
            </p:cNvPr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43">
              <a:extLst>
                <a:ext uri="{FF2B5EF4-FFF2-40B4-BE49-F238E27FC236}">
                  <a16:creationId xmlns:a16="http://schemas.microsoft.com/office/drawing/2014/main" id="{551845C8-7644-105B-C18D-5B07B546BCE8}"/>
                </a:ext>
              </a:extLst>
            </p:cNvPr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43">
              <a:extLst>
                <a:ext uri="{FF2B5EF4-FFF2-40B4-BE49-F238E27FC236}">
                  <a16:creationId xmlns:a16="http://schemas.microsoft.com/office/drawing/2014/main" id="{FD765B53-402A-8737-73D4-6CB4FC4FB7D8}"/>
                </a:ext>
              </a:extLst>
            </p:cNvPr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43">
              <a:extLst>
                <a:ext uri="{FF2B5EF4-FFF2-40B4-BE49-F238E27FC236}">
                  <a16:creationId xmlns:a16="http://schemas.microsoft.com/office/drawing/2014/main" id="{CF0FA6D6-7BD1-4EDD-AD34-D950090F5879}"/>
                </a:ext>
              </a:extLst>
            </p:cNvPr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43">
              <a:extLst>
                <a:ext uri="{FF2B5EF4-FFF2-40B4-BE49-F238E27FC236}">
                  <a16:creationId xmlns:a16="http://schemas.microsoft.com/office/drawing/2014/main" id="{380093B7-AB56-644B-86CE-83B1879786B9}"/>
                </a:ext>
              </a:extLst>
            </p:cNvPr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43">
              <a:extLst>
                <a:ext uri="{FF2B5EF4-FFF2-40B4-BE49-F238E27FC236}">
                  <a16:creationId xmlns:a16="http://schemas.microsoft.com/office/drawing/2014/main" id="{D636783A-F39C-6808-C16D-C73CA5E36989}"/>
                </a:ext>
              </a:extLst>
            </p:cNvPr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43">
              <a:extLst>
                <a:ext uri="{FF2B5EF4-FFF2-40B4-BE49-F238E27FC236}">
                  <a16:creationId xmlns:a16="http://schemas.microsoft.com/office/drawing/2014/main" id="{01E13DE7-32E5-6AD0-3873-70495AA55DD8}"/>
                </a:ext>
              </a:extLst>
            </p:cNvPr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43">
              <a:extLst>
                <a:ext uri="{FF2B5EF4-FFF2-40B4-BE49-F238E27FC236}">
                  <a16:creationId xmlns:a16="http://schemas.microsoft.com/office/drawing/2014/main" id="{F9C2E74F-254F-939D-2468-AB2EB2E4C4D4}"/>
                </a:ext>
              </a:extLst>
            </p:cNvPr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43">
              <a:extLst>
                <a:ext uri="{FF2B5EF4-FFF2-40B4-BE49-F238E27FC236}">
                  <a16:creationId xmlns:a16="http://schemas.microsoft.com/office/drawing/2014/main" id="{CB343E83-BD01-F8E2-7F81-53C4CF7B1873}"/>
                </a:ext>
              </a:extLst>
            </p:cNvPr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43">
              <a:extLst>
                <a:ext uri="{FF2B5EF4-FFF2-40B4-BE49-F238E27FC236}">
                  <a16:creationId xmlns:a16="http://schemas.microsoft.com/office/drawing/2014/main" id="{AD9E3C88-B4BC-4A0D-715D-5A953CA0F12F}"/>
                </a:ext>
              </a:extLst>
            </p:cNvPr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43">
              <a:extLst>
                <a:ext uri="{FF2B5EF4-FFF2-40B4-BE49-F238E27FC236}">
                  <a16:creationId xmlns:a16="http://schemas.microsoft.com/office/drawing/2014/main" id="{0C58E039-53AD-C396-B7DC-9245C8C95D60}"/>
                </a:ext>
              </a:extLst>
            </p:cNvPr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43">
              <a:extLst>
                <a:ext uri="{FF2B5EF4-FFF2-40B4-BE49-F238E27FC236}">
                  <a16:creationId xmlns:a16="http://schemas.microsoft.com/office/drawing/2014/main" id="{A86B2481-142D-53E5-2A6E-096B0C102EAE}"/>
                </a:ext>
              </a:extLst>
            </p:cNvPr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43">
              <a:extLst>
                <a:ext uri="{FF2B5EF4-FFF2-40B4-BE49-F238E27FC236}">
                  <a16:creationId xmlns:a16="http://schemas.microsoft.com/office/drawing/2014/main" id="{0AD1C3C1-7B9D-23E5-77C7-620A621DDC57}"/>
                </a:ext>
              </a:extLst>
            </p:cNvPr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43">
              <a:extLst>
                <a:ext uri="{FF2B5EF4-FFF2-40B4-BE49-F238E27FC236}">
                  <a16:creationId xmlns:a16="http://schemas.microsoft.com/office/drawing/2014/main" id="{BC10C84F-064F-2751-3FB2-0E5665258E07}"/>
                </a:ext>
              </a:extLst>
            </p:cNvPr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43">
              <a:extLst>
                <a:ext uri="{FF2B5EF4-FFF2-40B4-BE49-F238E27FC236}">
                  <a16:creationId xmlns:a16="http://schemas.microsoft.com/office/drawing/2014/main" id="{8FEEEE1C-AA62-22A0-31F6-F3AAF88387C0}"/>
                </a:ext>
              </a:extLst>
            </p:cNvPr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43">
              <a:extLst>
                <a:ext uri="{FF2B5EF4-FFF2-40B4-BE49-F238E27FC236}">
                  <a16:creationId xmlns:a16="http://schemas.microsoft.com/office/drawing/2014/main" id="{AF8576E5-B4AF-5F00-F3C5-706DF2FC6ED5}"/>
                </a:ext>
              </a:extLst>
            </p:cNvPr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43">
              <a:extLst>
                <a:ext uri="{FF2B5EF4-FFF2-40B4-BE49-F238E27FC236}">
                  <a16:creationId xmlns:a16="http://schemas.microsoft.com/office/drawing/2014/main" id="{FC17614D-9187-C90B-5623-7C2C1F81025A}"/>
                </a:ext>
              </a:extLst>
            </p:cNvPr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43">
              <a:extLst>
                <a:ext uri="{FF2B5EF4-FFF2-40B4-BE49-F238E27FC236}">
                  <a16:creationId xmlns:a16="http://schemas.microsoft.com/office/drawing/2014/main" id="{8BD245D3-1A9B-CC5A-BE8B-BDFB976D9D32}"/>
                </a:ext>
              </a:extLst>
            </p:cNvPr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43">
              <a:extLst>
                <a:ext uri="{FF2B5EF4-FFF2-40B4-BE49-F238E27FC236}">
                  <a16:creationId xmlns:a16="http://schemas.microsoft.com/office/drawing/2014/main" id="{AD146738-EA2F-85DC-075E-9CE0685C865A}"/>
                </a:ext>
              </a:extLst>
            </p:cNvPr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43">
              <a:extLst>
                <a:ext uri="{FF2B5EF4-FFF2-40B4-BE49-F238E27FC236}">
                  <a16:creationId xmlns:a16="http://schemas.microsoft.com/office/drawing/2014/main" id="{00311D0F-EAAD-0CD0-CCB3-6FFA82A8718D}"/>
                </a:ext>
              </a:extLst>
            </p:cNvPr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43">
              <a:extLst>
                <a:ext uri="{FF2B5EF4-FFF2-40B4-BE49-F238E27FC236}">
                  <a16:creationId xmlns:a16="http://schemas.microsoft.com/office/drawing/2014/main" id="{5A3FD521-F100-C9E4-C92F-18AF220F5D8F}"/>
                </a:ext>
              </a:extLst>
            </p:cNvPr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43">
              <a:extLst>
                <a:ext uri="{FF2B5EF4-FFF2-40B4-BE49-F238E27FC236}">
                  <a16:creationId xmlns:a16="http://schemas.microsoft.com/office/drawing/2014/main" id="{27DB234A-DC11-55E3-DA6A-F3FAC23DBDCE}"/>
                </a:ext>
              </a:extLst>
            </p:cNvPr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43">
              <a:extLst>
                <a:ext uri="{FF2B5EF4-FFF2-40B4-BE49-F238E27FC236}">
                  <a16:creationId xmlns:a16="http://schemas.microsoft.com/office/drawing/2014/main" id="{4AC3D3DD-8A06-4849-2F5E-30C598D1A16D}"/>
                </a:ext>
              </a:extLst>
            </p:cNvPr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43">
              <a:extLst>
                <a:ext uri="{FF2B5EF4-FFF2-40B4-BE49-F238E27FC236}">
                  <a16:creationId xmlns:a16="http://schemas.microsoft.com/office/drawing/2014/main" id="{A5170C67-9E44-0B46-65F9-FC4B5281AA8F}"/>
                </a:ext>
              </a:extLst>
            </p:cNvPr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43">
              <a:extLst>
                <a:ext uri="{FF2B5EF4-FFF2-40B4-BE49-F238E27FC236}">
                  <a16:creationId xmlns:a16="http://schemas.microsoft.com/office/drawing/2014/main" id="{EB652939-49B3-10EC-5776-32E35F5926D5}"/>
                </a:ext>
              </a:extLst>
            </p:cNvPr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43">
              <a:extLst>
                <a:ext uri="{FF2B5EF4-FFF2-40B4-BE49-F238E27FC236}">
                  <a16:creationId xmlns:a16="http://schemas.microsoft.com/office/drawing/2014/main" id="{838C0F8A-E6DB-7E9B-B228-975CFD8577C9}"/>
                </a:ext>
              </a:extLst>
            </p:cNvPr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43">
              <a:extLst>
                <a:ext uri="{FF2B5EF4-FFF2-40B4-BE49-F238E27FC236}">
                  <a16:creationId xmlns:a16="http://schemas.microsoft.com/office/drawing/2014/main" id="{1EE38766-9D57-A182-A925-DC97F4E03852}"/>
                </a:ext>
              </a:extLst>
            </p:cNvPr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43">
              <a:extLst>
                <a:ext uri="{FF2B5EF4-FFF2-40B4-BE49-F238E27FC236}">
                  <a16:creationId xmlns:a16="http://schemas.microsoft.com/office/drawing/2014/main" id="{500DD104-F39E-70B2-AD0F-A5707B21C140}"/>
                </a:ext>
              </a:extLst>
            </p:cNvPr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43">
              <a:extLst>
                <a:ext uri="{FF2B5EF4-FFF2-40B4-BE49-F238E27FC236}">
                  <a16:creationId xmlns:a16="http://schemas.microsoft.com/office/drawing/2014/main" id="{CB97E453-9518-74EA-E419-79D8C2BB078B}"/>
                </a:ext>
              </a:extLst>
            </p:cNvPr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43">
              <a:extLst>
                <a:ext uri="{FF2B5EF4-FFF2-40B4-BE49-F238E27FC236}">
                  <a16:creationId xmlns:a16="http://schemas.microsoft.com/office/drawing/2014/main" id="{A26AD084-196A-6029-9796-C7CE003F70C4}"/>
                </a:ext>
              </a:extLst>
            </p:cNvPr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43">
              <a:extLst>
                <a:ext uri="{FF2B5EF4-FFF2-40B4-BE49-F238E27FC236}">
                  <a16:creationId xmlns:a16="http://schemas.microsoft.com/office/drawing/2014/main" id="{7A4CBEAA-46EF-D7A6-9F87-EBF25CE1A477}"/>
                </a:ext>
              </a:extLst>
            </p:cNvPr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43">
              <a:extLst>
                <a:ext uri="{FF2B5EF4-FFF2-40B4-BE49-F238E27FC236}">
                  <a16:creationId xmlns:a16="http://schemas.microsoft.com/office/drawing/2014/main" id="{F993F7E5-29D7-147F-BBE6-BFB399D0067A}"/>
                </a:ext>
              </a:extLst>
            </p:cNvPr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43">
              <a:extLst>
                <a:ext uri="{FF2B5EF4-FFF2-40B4-BE49-F238E27FC236}">
                  <a16:creationId xmlns:a16="http://schemas.microsoft.com/office/drawing/2014/main" id="{E635AFDB-111A-AA66-F73E-C81EF65DD722}"/>
                </a:ext>
              </a:extLst>
            </p:cNvPr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43">
              <a:extLst>
                <a:ext uri="{FF2B5EF4-FFF2-40B4-BE49-F238E27FC236}">
                  <a16:creationId xmlns:a16="http://schemas.microsoft.com/office/drawing/2014/main" id="{D8CEB43C-C47F-696A-A3CD-76B7C062399D}"/>
                </a:ext>
              </a:extLst>
            </p:cNvPr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43">
              <a:extLst>
                <a:ext uri="{FF2B5EF4-FFF2-40B4-BE49-F238E27FC236}">
                  <a16:creationId xmlns:a16="http://schemas.microsoft.com/office/drawing/2014/main" id="{B2FEB22F-8357-E1CD-8774-8B898974EAEB}"/>
                </a:ext>
              </a:extLst>
            </p:cNvPr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43">
              <a:extLst>
                <a:ext uri="{FF2B5EF4-FFF2-40B4-BE49-F238E27FC236}">
                  <a16:creationId xmlns:a16="http://schemas.microsoft.com/office/drawing/2014/main" id="{A181B57F-B42B-3AE6-5346-FB64C70B5128}"/>
                </a:ext>
              </a:extLst>
            </p:cNvPr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43">
              <a:extLst>
                <a:ext uri="{FF2B5EF4-FFF2-40B4-BE49-F238E27FC236}">
                  <a16:creationId xmlns:a16="http://schemas.microsoft.com/office/drawing/2014/main" id="{3FA3AC05-33FF-8040-8962-898351FD12D9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43">
              <a:extLst>
                <a:ext uri="{FF2B5EF4-FFF2-40B4-BE49-F238E27FC236}">
                  <a16:creationId xmlns:a16="http://schemas.microsoft.com/office/drawing/2014/main" id="{4B7AA628-6EFB-6B90-3277-1F681137CFAE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43">
              <a:extLst>
                <a:ext uri="{FF2B5EF4-FFF2-40B4-BE49-F238E27FC236}">
                  <a16:creationId xmlns:a16="http://schemas.microsoft.com/office/drawing/2014/main" id="{9A04D5EB-85F2-B7C2-B0FE-F6B329BC7CAE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43">
              <a:extLst>
                <a:ext uri="{FF2B5EF4-FFF2-40B4-BE49-F238E27FC236}">
                  <a16:creationId xmlns:a16="http://schemas.microsoft.com/office/drawing/2014/main" id="{9C1D5570-93CE-C9E4-FC20-280024DA9DAC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43">
              <a:extLst>
                <a:ext uri="{FF2B5EF4-FFF2-40B4-BE49-F238E27FC236}">
                  <a16:creationId xmlns:a16="http://schemas.microsoft.com/office/drawing/2014/main" id="{BE21B263-B283-F7E6-FBBB-33D634CCA5F7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43">
              <a:extLst>
                <a:ext uri="{FF2B5EF4-FFF2-40B4-BE49-F238E27FC236}">
                  <a16:creationId xmlns:a16="http://schemas.microsoft.com/office/drawing/2014/main" id="{855B827A-A200-D92E-AF18-7C7CC071D8C5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43">
              <a:extLst>
                <a:ext uri="{FF2B5EF4-FFF2-40B4-BE49-F238E27FC236}">
                  <a16:creationId xmlns:a16="http://schemas.microsoft.com/office/drawing/2014/main" id="{664DD770-0FC6-28D7-7031-80CA331A04E2}"/>
                </a:ext>
              </a:extLst>
            </p:cNvPr>
            <p:cNvSpPr/>
            <p:nvPr/>
          </p:nvSpPr>
          <p:spPr>
            <a:xfrm>
              <a:off x="6103425" y="-1128050"/>
              <a:ext cx="51075" cy="93000"/>
            </a:xfrm>
            <a:custGeom>
              <a:avLst/>
              <a:gdLst/>
              <a:ahLst/>
              <a:cxnLst/>
              <a:rect l="l" t="t" r="r" b="b"/>
              <a:pathLst>
                <a:path w="2043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43">
              <a:extLst>
                <a:ext uri="{FF2B5EF4-FFF2-40B4-BE49-F238E27FC236}">
                  <a16:creationId xmlns:a16="http://schemas.microsoft.com/office/drawing/2014/main" id="{8C715756-B573-2C40-6F39-894E3CA41F2B}"/>
                </a:ext>
              </a:extLst>
            </p:cNvPr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43">
              <a:extLst>
                <a:ext uri="{FF2B5EF4-FFF2-40B4-BE49-F238E27FC236}">
                  <a16:creationId xmlns:a16="http://schemas.microsoft.com/office/drawing/2014/main" id="{362BAE9D-F96A-CD70-4040-275467C81F3F}"/>
                </a:ext>
              </a:extLst>
            </p:cNvPr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43">
              <a:extLst>
                <a:ext uri="{FF2B5EF4-FFF2-40B4-BE49-F238E27FC236}">
                  <a16:creationId xmlns:a16="http://schemas.microsoft.com/office/drawing/2014/main" id="{B302A00E-CAB0-9AE6-0B58-FD0C1292C5C0}"/>
                </a:ext>
              </a:extLst>
            </p:cNvPr>
            <p:cNvSpPr/>
            <p:nvPr/>
          </p:nvSpPr>
          <p:spPr>
            <a:xfrm>
              <a:off x="7394850" y="-1138800"/>
              <a:ext cx="1057650" cy="643850"/>
            </a:xfrm>
            <a:custGeom>
              <a:avLst/>
              <a:gdLst/>
              <a:ahLst/>
              <a:cxnLst/>
              <a:rect l="l" t="t" r="r" b="b"/>
              <a:pathLst>
                <a:path w="42306" h="25754" fill="none" extrusionOk="0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43">
              <a:extLst>
                <a:ext uri="{FF2B5EF4-FFF2-40B4-BE49-F238E27FC236}">
                  <a16:creationId xmlns:a16="http://schemas.microsoft.com/office/drawing/2014/main" id="{3D63125C-FA2C-FF1D-F208-373825946332}"/>
                </a:ext>
              </a:extLst>
            </p:cNvPr>
            <p:cNvSpPr/>
            <p:nvPr/>
          </p:nvSpPr>
          <p:spPr>
            <a:xfrm>
              <a:off x="5455300" y="-1260800"/>
              <a:ext cx="550" cy="3800"/>
            </a:xfrm>
            <a:custGeom>
              <a:avLst/>
              <a:gdLst/>
              <a:ahLst/>
              <a:cxnLst/>
              <a:rect l="l" t="t" r="r" b="b"/>
              <a:pathLst>
                <a:path w="22" h="152" extrusionOk="0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43">
              <a:extLst>
                <a:ext uri="{FF2B5EF4-FFF2-40B4-BE49-F238E27FC236}">
                  <a16:creationId xmlns:a16="http://schemas.microsoft.com/office/drawing/2014/main" id="{AF4309D8-6835-A7C7-A093-DB19F13644EA}"/>
                </a:ext>
              </a:extLst>
            </p:cNvPr>
            <p:cNvSpPr/>
            <p:nvPr/>
          </p:nvSpPr>
          <p:spPr>
            <a:xfrm>
              <a:off x="5455300" y="-125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43">
              <a:extLst>
                <a:ext uri="{FF2B5EF4-FFF2-40B4-BE49-F238E27FC236}">
                  <a16:creationId xmlns:a16="http://schemas.microsoft.com/office/drawing/2014/main" id="{71AFAD2B-6BAE-D7E7-3A9A-5E66C39C8C8C}"/>
                </a:ext>
              </a:extLst>
            </p:cNvPr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43">
              <a:extLst>
                <a:ext uri="{FF2B5EF4-FFF2-40B4-BE49-F238E27FC236}">
                  <a16:creationId xmlns:a16="http://schemas.microsoft.com/office/drawing/2014/main" id="{7106A600-61FF-1590-EEAF-356DDC5D4E7B}"/>
                </a:ext>
              </a:extLst>
            </p:cNvPr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43">
              <a:extLst>
                <a:ext uri="{FF2B5EF4-FFF2-40B4-BE49-F238E27FC236}">
                  <a16:creationId xmlns:a16="http://schemas.microsoft.com/office/drawing/2014/main" id="{7603B4FD-0E27-F924-9498-E9968B82B101}"/>
                </a:ext>
              </a:extLst>
            </p:cNvPr>
            <p:cNvSpPr/>
            <p:nvPr/>
          </p:nvSpPr>
          <p:spPr>
            <a:xfrm>
              <a:off x="5455300" y="-1258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43">
              <a:extLst>
                <a:ext uri="{FF2B5EF4-FFF2-40B4-BE49-F238E27FC236}">
                  <a16:creationId xmlns:a16="http://schemas.microsoft.com/office/drawing/2014/main" id="{29245128-D04F-CF08-BD51-D6A3DB3B2AAB}"/>
                </a:ext>
              </a:extLst>
            </p:cNvPr>
            <p:cNvSpPr/>
            <p:nvPr/>
          </p:nvSpPr>
          <p:spPr>
            <a:xfrm>
              <a:off x="5455300" y="-1258650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43">
              <a:extLst>
                <a:ext uri="{FF2B5EF4-FFF2-40B4-BE49-F238E27FC236}">
                  <a16:creationId xmlns:a16="http://schemas.microsoft.com/office/drawing/2014/main" id="{3346A831-C7D8-EEC8-206D-ED014759AFF3}"/>
                </a:ext>
              </a:extLst>
            </p:cNvPr>
            <p:cNvSpPr/>
            <p:nvPr/>
          </p:nvSpPr>
          <p:spPr>
            <a:xfrm>
              <a:off x="5455300" y="-1258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43">
              <a:extLst>
                <a:ext uri="{FF2B5EF4-FFF2-40B4-BE49-F238E27FC236}">
                  <a16:creationId xmlns:a16="http://schemas.microsoft.com/office/drawing/2014/main" id="{840BDD4C-597C-1B59-7A57-19175155F1C8}"/>
                </a:ext>
              </a:extLst>
            </p:cNvPr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43">
              <a:extLst>
                <a:ext uri="{FF2B5EF4-FFF2-40B4-BE49-F238E27FC236}">
                  <a16:creationId xmlns:a16="http://schemas.microsoft.com/office/drawing/2014/main" id="{8C4EA687-0C17-8AA0-7209-4720B5287EE8}"/>
                </a:ext>
              </a:extLst>
            </p:cNvPr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43">
              <a:extLst>
                <a:ext uri="{FF2B5EF4-FFF2-40B4-BE49-F238E27FC236}">
                  <a16:creationId xmlns:a16="http://schemas.microsoft.com/office/drawing/2014/main" id="{B316C51C-24F7-6975-5A9E-8246ACDC13CD}"/>
                </a:ext>
              </a:extLst>
            </p:cNvPr>
            <p:cNvSpPr/>
            <p:nvPr/>
          </p:nvSpPr>
          <p:spPr>
            <a:xfrm>
              <a:off x="5455300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43">
              <a:extLst>
                <a:ext uri="{FF2B5EF4-FFF2-40B4-BE49-F238E27FC236}">
                  <a16:creationId xmlns:a16="http://schemas.microsoft.com/office/drawing/2014/main" id="{4FD40442-FC4C-351B-E7B3-CE2C15F5BD36}"/>
                </a:ext>
              </a:extLst>
            </p:cNvPr>
            <p:cNvSpPr/>
            <p:nvPr/>
          </p:nvSpPr>
          <p:spPr>
            <a:xfrm>
              <a:off x="5455825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43">
              <a:extLst>
                <a:ext uri="{FF2B5EF4-FFF2-40B4-BE49-F238E27FC236}">
                  <a16:creationId xmlns:a16="http://schemas.microsoft.com/office/drawing/2014/main" id="{A5EED904-7F7A-73FE-65EF-41467DB3F801}"/>
                </a:ext>
              </a:extLst>
            </p:cNvPr>
            <p:cNvSpPr/>
            <p:nvPr/>
          </p:nvSpPr>
          <p:spPr>
            <a:xfrm>
              <a:off x="5455825" y="-1260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43">
              <a:extLst>
                <a:ext uri="{FF2B5EF4-FFF2-40B4-BE49-F238E27FC236}">
                  <a16:creationId xmlns:a16="http://schemas.microsoft.com/office/drawing/2014/main" id="{350BE42A-D957-23D2-29B4-DFB024362A8F}"/>
                </a:ext>
              </a:extLst>
            </p:cNvPr>
            <p:cNvSpPr/>
            <p:nvPr/>
          </p:nvSpPr>
          <p:spPr>
            <a:xfrm>
              <a:off x="5455825" y="-1260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43">
              <a:extLst>
                <a:ext uri="{FF2B5EF4-FFF2-40B4-BE49-F238E27FC236}">
                  <a16:creationId xmlns:a16="http://schemas.microsoft.com/office/drawing/2014/main" id="{90F9BDD6-1698-1C0C-49C7-2247E336AA39}"/>
                </a:ext>
              </a:extLst>
            </p:cNvPr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extrusionOk="0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43">
              <a:extLst>
                <a:ext uri="{FF2B5EF4-FFF2-40B4-BE49-F238E27FC236}">
                  <a16:creationId xmlns:a16="http://schemas.microsoft.com/office/drawing/2014/main" id="{ED182564-219A-768D-AF4A-10F39E8EBDF8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43">
              <a:extLst>
                <a:ext uri="{FF2B5EF4-FFF2-40B4-BE49-F238E27FC236}">
                  <a16:creationId xmlns:a16="http://schemas.microsoft.com/office/drawing/2014/main" id="{EDE4E719-B9BB-DA1D-3D46-27A3A60EFAD2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43">
              <a:extLst>
                <a:ext uri="{FF2B5EF4-FFF2-40B4-BE49-F238E27FC236}">
                  <a16:creationId xmlns:a16="http://schemas.microsoft.com/office/drawing/2014/main" id="{784AE2D9-9A3E-9C2B-A9E6-5AB919EA9F64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43">
              <a:extLst>
                <a:ext uri="{FF2B5EF4-FFF2-40B4-BE49-F238E27FC236}">
                  <a16:creationId xmlns:a16="http://schemas.microsoft.com/office/drawing/2014/main" id="{37E76E29-1F19-FC2F-541C-7A0FBD456839}"/>
                </a:ext>
              </a:extLst>
            </p:cNvPr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fill="none" extrusionOk="0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43">
              <a:extLst>
                <a:ext uri="{FF2B5EF4-FFF2-40B4-BE49-F238E27FC236}">
                  <a16:creationId xmlns:a16="http://schemas.microsoft.com/office/drawing/2014/main" id="{C53173CA-8ED7-1CC7-7EB7-7F51FE48047B}"/>
                </a:ext>
              </a:extLst>
            </p:cNvPr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extrusionOk="0">
                  <a:moveTo>
                    <a:pt x="130" y="1"/>
                  </a:move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43">
              <a:extLst>
                <a:ext uri="{FF2B5EF4-FFF2-40B4-BE49-F238E27FC236}">
                  <a16:creationId xmlns:a16="http://schemas.microsoft.com/office/drawing/2014/main" id="{05AD204C-C0BA-E232-52C1-1C952AE2CDF1}"/>
                </a:ext>
              </a:extLst>
            </p:cNvPr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fill="none" extrusionOk="0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43">
              <a:extLst>
                <a:ext uri="{FF2B5EF4-FFF2-40B4-BE49-F238E27FC236}">
                  <a16:creationId xmlns:a16="http://schemas.microsoft.com/office/drawing/2014/main" id="{B1AD629E-F4AF-8E89-59B8-0C8CA944A255}"/>
                </a:ext>
              </a:extLst>
            </p:cNvPr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extrusionOk="0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43">
              <a:extLst>
                <a:ext uri="{FF2B5EF4-FFF2-40B4-BE49-F238E27FC236}">
                  <a16:creationId xmlns:a16="http://schemas.microsoft.com/office/drawing/2014/main" id="{1CDF3908-12C2-05D2-C857-C00A09A49C39}"/>
                </a:ext>
              </a:extLst>
            </p:cNvPr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43">
              <a:extLst>
                <a:ext uri="{FF2B5EF4-FFF2-40B4-BE49-F238E27FC236}">
                  <a16:creationId xmlns:a16="http://schemas.microsoft.com/office/drawing/2014/main" id="{E320A4D5-F99F-3B80-A2FD-960C66C2AF9F}"/>
                </a:ext>
              </a:extLst>
            </p:cNvPr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extrusionOk="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43">
              <a:extLst>
                <a:ext uri="{FF2B5EF4-FFF2-40B4-BE49-F238E27FC236}">
                  <a16:creationId xmlns:a16="http://schemas.microsoft.com/office/drawing/2014/main" id="{64D8DC03-4459-8D2C-418F-F70CCE369928}"/>
                </a:ext>
              </a:extLst>
            </p:cNvPr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43">
              <a:extLst>
                <a:ext uri="{FF2B5EF4-FFF2-40B4-BE49-F238E27FC236}">
                  <a16:creationId xmlns:a16="http://schemas.microsoft.com/office/drawing/2014/main" id="{1086FE7C-25A2-068F-50C6-EA99559F1FA0}"/>
                </a:ext>
              </a:extLst>
            </p:cNvPr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extrusionOk="0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43">
              <a:extLst>
                <a:ext uri="{FF2B5EF4-FFF2-40B4-BE49-F238E27FC236}">
                  <a16:creationId xmlns:a16="http://schemas.microsoft.com/office/drawing/2014/main" id="{43C08319-82B7-39B7-80AB-9866A9AB5F2B}"/>
                </a:ext>
              </a:extLst>
            </p:cNvPr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43">
              <a:extLst>
                <a:ext uri="{FF2B5EF4-FFF2-40B4-BE49-F238E27FC236}">
                  <a16:creationId xmlns:a16="http://schemas.microsoft.com/office/drawing/2014/main" id="{D127DD2C-E046-D6F0-7FEA-2BC3A1C3B638}"/>
                </a:ext>
              </a:extLst>
            </p:cNvPr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extrusionOk="0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43">
              <a:extLst>
                <a:ext uri="{FF2B5EF4-FFF2-40B4-BE49-F238E27FC236}">
                  <a16:creationId xmlns:a16="http://schemas.microsoft.com/office/drawing/2014/main" id="{6ABB4B1A-B82A-7DE5-70D3-8DFF6584857E}"/>
                </a:ext>
              </a:extLst>
            </p:cNvPr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43">
              <a:extLst>
                <a:ext uri="{FF2B5EF4-FFF2-40B4-BE49-F238E27FC236}">
                  <a16:creationId xmlns:a16="http://schemas.microsoft.com/office/drawing/2014/main" id="{4E20304B-2B4A-346F-DC93-F0DBEA56D877}"/>
                </a:ext>
              </a:extLst>
            </p:cNvPr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extrusionOk="0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43">
              <a:extLst>
                <a:ext uri="{FF2B5EF4-FFF2-40B4-BE49-F238E27FC236}">
                  <a16:creationId xmlns:a16="http://schemas.microsoft.com/office/drawing/2014/main" id="{243A4EEA-5508-977B-2BB9-05CE281F24C6}"/>
                </a:ext>
              </a:extLst>
            </p:cNvPr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fill="none" extrusionOk="0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43">
              <a:extLst>
                <a:ext uri="{FF2B5EF4-FFF2-40B4-BE49-F238E27FC236}">
                  <a16:creationId xmlns:a16="http://schemas.microsoft.com/office/drawing/2014/main" id="{7F96A9A5-4D22-E72D-8DDA-3BEED756DF32}"/>
                </a:ext>
              </a:extLst>
            </p:cNvPr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extrusionOk="0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43">
              <a:extLst>
                <a:ext uri="{FF2B5EF4-FFF2-40B4-BE49-F238E27FC236}">
                  <a16:creationId xmlns:a16="http://schemas.microsoft.com/office/drawing/2014/main" id="{9F0B8AC4-D48B-992E-9BB4-2242D9AFB7F1}"/>
                </a:ext>
              </a:extLst>
            </p:cNvPr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fill="none" extrusionOk="0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43">
              <a:extLst>
                <a:ext uri="{FF2B5EF4-FFF2-40B4-BE49-F238E27FC236}">
                  <a16:creationId xmlns:a16="http://schemas.microsoft.com/office/drawing/2014/main" id="{8117E18F-2CF7-3EBA-DF1E-7CF1957642A6}"/>
                </a:ext>
              </a:extLst>
            </p:cNvPr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extrusionOk="0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43">
              <a:extLst>
                <a:ext uri="{FF2B5EF4-FFF2-40B4-BE49-F238E27FC236}">
                  <a16:creationId xmlns:a16="http://schemas.microsoft.com/office/drawing/2014/main" id="{4B58D67A-BD4A-CA4D-0354-D24B18E12E40}"/>
                </a:ext>
              </a:extLst>
            </p:cNvPr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fill="none" extrusionOk="0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43">
              <a:extLst>
                <a:ext uri="{FF2B5EF4-FFF2-40B4-BE49-F238E27FC236}">
                  <a16:creationId xmlns:a16="http://schemas.microsoft.com/office/drawing/2014/main" id="{FC46F2BF-E38B-2559-52B0-38106C19DEE6}"/>
                </a:ext>
              </a:extLst>
            </p:cNvPr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extrusionOk="0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43">
              <a:extLst>
                <a:ext uri="{FF2B5EF4-FFF2-40B4-BE49-F238E27FC236}">
                  <a16:creationId xmlns:a16="http://schemas.microsoft.com/office/drawing/2014/main" id="{31DA03A0-BF78-1231-7CE1-1AE05922C41A}"/>
                </a:ext>
              </a:extLst>
            </p:cNvPr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fill="none" extrusionOk="0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43">
              <a:extLst>
                <a:ext uri="{FF2B5EF4-FFF2-40B4-BE49-F238E27FC236}">
                  <a16:creationId xmlns:a16="http://schemas.microsoft.com/office/drawing/2014/main" id="{0395E4DA-AD11-BE71-6E8B-1FCEBC7C85FF}"/>
                </a:ext>
              </a:extLst>
            </p:cNvPr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extrusionOk="0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43">
              <a:extLst>
                <a:ext uri="{FF2B5EF4-FFF2-40B4-BE49-F238E27FC236}">
                  <a16:creationId xmlns:a16="http://schemas.microsoft.com/office/drawing/2014/main" id="{AA914FA5-BE16-3F72-A24F-5D77FCB816AF}"/>
                </a:ext>
              </a:extLst>
            </p:cNvPr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fill="none" extrusionOk="0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43">
              <a:extLst>
                <a:ext uri="{FF2B5EF4-FFF2-40B4-BE49-F238E27FC236}">
                  <a16:creationId xmlns:a16="http://schemas.microsoft.com/office/drawing/2014/main" id="{CF53EDB2-FB9E-F9FA-B76B-5BE59C1F8A8E}"/>
                </a:ext>
              </a:extLst>
            </p:cNvPr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extrusionOk="0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43">
              <a:extLst>
                <a:ext uri="{FF2B5EF4-FFF2-40B4-BE49-F238E27FC236}">
                  <a16:creationId xmlns:a16="http://schemas.microsoft.com/office/drawing/2014/main" id="{0B7B46FB-48B4-DEB4-3F1D-9850D4049351}"/>
                </a:ext>
              </a:extLst>
            </p:cNvPr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fill="none" extrusionOk="0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43">
              <a:extLst>
                <a:ext uri="{FF2B5EF4-FFF2-40B4-BE49-F238E27FC236}">
                  <a16:creationId xmlns:a16="http://schemas.microsoft.com/office/drawing/2014/main" id="{3FD7726B-0644-A617-9087-ED5A679AE31A}"/>
                </a:ext>
              </a:extLst>
            </p:cNvPr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extrusionOk="0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43">
              <a:extLst>
                <a:ext uri="{FF2B5EF4-FFF2-40B4-BE49-F238E27FC236}">
                  <a16:creationId xmlns:a16="http://schemas.microsoft.com/office/drawing/2014/main" id="{1C0FBDEE-44C5-6464-1F62-B36D9580C8EB}"/>
                </a:ext>
              </a:extLst>
            </p:cNvPr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fill="none" extrusionOk="0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43">
              <a:extLst>
                <a:ext uri="{FF2B5EF4-FFF2-40B4-BE49-F238E27FC236}">
                  <a16:creationId xmlns:a16="http://schemas.microsoft.com/office/drawing/2014/main" id="{5C87A9C3-7501-4E64-F970-52B4434CDEBD}"/>
                </a:ext>
              </a:extLst>
            </p:cNvPr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extrusionOk="0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43">
              <a:extLst>
                <a:ext uri="{FF2B5EF4-FFF2-40B4-BE49-F238E27FC236}">
                  <a16:creationId xmlns:a16="http://schemas.microsoft.com/office/drawing/2014/main" id="{CB40908A-4422-7AAB-8BE3-A3B92CF3C03E}"/>
                </a:ext>
              </a:extLst>
            </p:cNvPr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fill="none" extrusionOk="0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43">
              <a:extLst>
                <a:ext uri="{FF2B5EF4-FFF2-40B4-BE49-F238E27FC236}">
                  <a16:creationId xmlns:a16="http://schemas.microsoft.com/office/drawing/2014/main" id="{45745E46-5466-7DEA-333A-74433B23A45D}"/>
                </a:ext>
              </a:extLst>
            </p:cNvPr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43">
              <a:extLst>
                <a:ext uri="{FF2B5EF4-FFF2-40B4-BE49-F238E27FC236}">
                  <a16:creationId xmlns:a16="http://schemas.microsoft.com/office/drawing/2014/main" id="{64DD77E4-39E7-0AAB-64F6-9367327479C2}"/>
                </a:ext>
              </a:extLst>
            </p:cNvPr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43">
              <a:extLst>
                <a:ext uri="{FF2B5EF4-FFF2-40B4-BE49-F238E27FC236}">
                  <a16:creationId xmlns:a16="http://schemas.microsoft.com/office/drawing/2014/main" id="{EAF1A59D-B32D-810D-C617-5258DB96F66F}"/>
                </a:ext>
              </a:extLst>
            </p:cNvPr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extrusionOk="0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43">
              <a:extLst>
                <a:ext uri="{FF2B5EF4-FFF2-40B4-BE49-F238E27FC236}">
                  <a16:creationId xmlns:a16="http://schemas.microsoft.com/office/drawing/2014/main" id="{18E941B4-26CB-E3D9-4CD2-14174A5A89D7}"/>
                </a:ext>
              </a:extLst>
            </p:cNvPr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fill="none" extrusionOk="0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43">
              <a:extLst>
                <a:ext uri="{FF2B5EF4-FFF2-40B4-BE49-F238E27FC236}">
                  <a16:creationId xmlns:a16="http://schemas.microsoft.com/office/drawing/2014/main" id="{0361DF87-663C-2825-5DAE-1AE5A9A2842B}"/>
                </a:ext>
              </a:extLst>
            </p:cNvPr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extrusionOk="0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43">
              <a:extLst>
                <a:ext uri="{FF2B5EF4-FFF2-40B4-BE49-F238E27FC236}">
                  <a16:creationId xmlns:a16="http://schemas.microsoft.com/office/drawing/2014/main" id="{56BEAFAF-DEE3-3E09-2C7A-F833965A2C60}"/>
                </a:ext>
              </a:extLst>
            </p:cNvPr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43">
              <a:extLst>
                <a:ext uri="{FF2B5EF4-FFF2-40B4-BE49-F238E27FC236}">
                  <a16:creationId xmlns:a16="http://schemas.microsoft.com/office/drawing/2014/main" id="{2E0EE988-F8B0-E0D1-C579-E94430F2E3CE}"/>
                </a:ext>
              </a:extLst>
            </p:cNvPr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extrusionOk="0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43">
              <a:extLst>
                <a:ext uri="{FF2B5EF4-FFF2-40B4-BE49-F238E27FC236}">
                  <a16:creationId xmlns:a16="http://schemas.microsoft.com/office/drawing/2014/main" id="{3D8D7DFD-8129-0133-E732-0616E986C2BF}"/>
                </a:ext>
              </a:extLst>
            </p:cNvPr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43">
              <a:extLst>
                <a:ext uri="{FF2B5EF4-FFF2-40B4-BE49-F238E27FC236}">
                  <a16:creationId xmlns:a16="http://schemas.microsoft.com/office/drawing/2014/main" id="{3769D105-773C-4135-6969-5A3CAA813A85}"/>
                </a:ext>
              </a:extLst>
            </p:cNvPr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extrusionOk="0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43">
              <a:extLst>
                <a:ext uri="{FF2B5EF4-FFF2-40B4-BE49-F238E27FC236}">
                  <a16:creationId xmlns:a16="http://schemas.microsoft.com/office/drawing/2014/main" id="{DBBF0C5B-E17C-0D80-4E66-26FC86B5E7B7}"/>
                </a:ext>
              </a:extLst>
            </p:cNvPr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43">
              <a:extLst>
                <a:ext uri="{FF2B5EF4-FFF2-40B4-BE49-F238E27FC236}">
                  <a16:creationId xmlns:a16="http://schemas.microsoft.com/office/drawing/2014/main" id="{2EB33683-D504-0684-9BA8-B052AF51AED1}"/>
                </a:ext>
              </a:extLst>
            </p:cNvPr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extrusionOk="0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43">
              <a:extLst>
                <a:ext uri="{FF2B5EF4-FFF2-40B4-BE49-F238E27FC236}">
                  <a16:creationId xmlns:a16="http://schemas.microsoft.com/office/drawing/2014/main" id="{27A6A82C-BD2B-5D1F-A6E1-970B742AE736}"/>
                </a:ext>
              </a:extLst>
            </p:cNvPr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fill="none" extrusionOk="0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43">
              <a:extLst>
                <a:ext uri="{FF2B5EF4-FFF2-40B4-BE49-F238E27FC236}">
                  <a16:creationId xmlns:a16="http://schemas.microsoft.com/office/drawing/2014/main" id="{BEF6239D-3619-15E4-FF76-B7BE90108321}"/>
                </a:ext>
              </a:extLst>
            </p:cNvPr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extrusionOk="0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43">
              <a:extLst>
                <a:ext uri="{FF2B5EF4-FFF2-40B4-BE49-F238E27FC236}">
                  <a16:creationId xmlns:a16="http://schemas.microsoft.com/office/drawing/2014/main" id="{373E6ABF-0515-5B79-A8C2-C4EF772C1AB7}"/>
                </a:ext>
              </a:extLst>
            </p:cNvPr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fill="none" extrusionOk="0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43">
              <a:extLst>
                <a:ext uri="{FF2B5EF4-FFF2-40B4-BE49-F238E27FC236}">
                  <a16:creationId xmlns:a16="http://schemas.microsoft.com/office/drawing/2014/main" id="{1E201AD7-6174-6DD3-9FC1-DB2AA9D4CE1A}"/>
                </a:ext>
              </a:extLst>
            </p:cNvPr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extrusionOk="0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43">
              <a:extLst>
                <a:ext uri="{FF2B5EF4-FFF2-40B4-BE49-F238E27FC236}">
                  <a16:creationId xmlns:a16="http://schemas.microsoft.com/office/drawing/2014/main" id="{1925FA14-0325-02A8-048E-3C99DD0880ED}"/>
                </a:ext>
              </a:extLst>
            </p:cNvPr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fill="none" extrusionOk="0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43">
              <a:extLst>
                <a:ext uri="{FF2B5EF4-FFF2-40B4-BE49-F238E27FC236}">
                  <a16:creationId xmlns:a16="http://schemas.microsoft.com/office/drawing/2014/main" id="{9ACA0726-1149-5151-7CE5-B8C326978C11}"/>
                </a:ext>
              </a:extLst>
            </p:cNvPr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extrusionOk="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43">
              <a:extLst>
                <a:ext uri="{FF2B5EF4-FFF2-40B4-BE49-F238E27FC236}">
                  <a16:creationId xmlns:a16="http://schemas.microsoft.com/office/drawing/2014/main" id="{4EAC77F7-32C7-01B6-D605-E5C185E8E347}"/>
                </a:ext>
              </a:extLst>
            </p:cNvPr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fill="none" extrusionOk="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43">
              <a:extLst>
                <a:ext uri="{FF2B5EF4-FFF2-40B4-BE49-F238E27FC236}">
                  <a16:creationId xmlns:a16="http://schemas.microsoft.com/office/drawing/2014/main" id="{FE76DF69-1EFA-D21D-7E68-2DB05DB915FC}"/>
                </a:ext>
              </a:extLst>
            </p:cNvPr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extrusionOk="0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43">
              <a:extLst>
                <a:ext uri="{FF2B5EF4-FFF2-40B4-BE49-F238E27FC236}">
                  <a16:creationId xmlns:a16="http://schemas.microsoft.com/office/drawing/2014/main" id="{997F6333-6FC0-A519-3708-065988919246}"/>
                </a:ext>
              </a:extLst>
            </p:cNvPr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fill="none" extrusionOk="0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43">
              <a:extLst>
                <a:ext uri="{FF2B5EF4-FFF2-40B4-BE49-F238E27FC236}">
                  <a16:creationId xmlns:a16="http://schemas.microsoft.com/office/drawing/2014/main" id="{A63069DC-049C-004C-DFDF-FA16E37C23E5}"/>
                </a:ext>
              </a:extLst>
            </p:cNvPr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extrusionOk="0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43">
              <a:extLst>
                <a:ext uri="{FF2B5EF4-FFF2-40B4-BE49-F238E27FC236}">
                  <a16:creationId xmlns:a16="http://schemas.microsoft.com/office/drawing/2014/main" id="{C9C82B61-3794-E237-DF0D-A290198FF265}"/>
                </a:ext>
              </a:extLst>
            </p:cNvPr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fill="none" extrusionOk="0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43">
              <a:extLst>
                <a:ext uri="{FF2B5EF4-FFF2-40B4-BE49-F238E27FC236}">
                  <a16:creationId xmlns:a16="http://schemas.microsoft.com/office/drawing/2014/main" id="{D565D99F-F6C5-FDD3-5B6A-DBD86EC47637}"/>
                </a:ext>
              </a:extLst>
            </p:cNvPr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extrusionOk="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43">
              <a:extLst>
                <a:ext uri="{FF2B5EF4-FFF2-40B4-BE49-F238E27FC236}">
                  <a16:creationId xmlns:a16="http://schemas.microsoft.com/office/drawing/2014/main" id="{ACF66CE2-9D8C-5490-E530-28CA973EB94F}"/>
                </a:ext>
              </a:extLst>
            </p:cNvPr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fill="none" extrusionOk="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43">
              <a:extLst>
                <a:ext uri="{FF2B5EF4-FFF2-40B4-BE49-F238E27FC236}">
                  <a16:creationId xmlns:a16="http://schemas.microsoft.com/office/drawing/2014/main" id="{232BDD91-B53E-A6D8-DB58-081CB967EED5}"/>
                </a:ext>
              </a:extLst>
            </p:cNvPr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extrusionOk="0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43">
              <a:extLst>
                <a:ext uri="{FF2B5EF4-FFF2-40B4-BE49-F238E27FC236}">
                  <a16:creationId xmlns:a16="http://schemas.microsoft.com/office/drawing/2014/main" id="{6DE9002F-EA05-AC5A-3309-453236A7A0E9}"/>
                </a:ext>
              </a:extLst>
            </p:cNvPr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fill="none" extrusionOk="0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43">
              <a:extLst>
                <a:ext uri="{FF2B5EF4-FFF2-40B4-BE49-F238E27FC236}">
                  <a16:creationId xmlns:a16="http://schemas.microsoft.com/office/drawing/2014/main" id="{EE35B1B1-253F-9DB6-15D3-EF880D26C586}"/>
                </a:ext>
              </a:extLst>
            </p:cNvPr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extrusionOk="0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43">
              <a:extLst>
                <a:ext uri="{FF2B5EF4-FFF2-40B4-BE49-F238E27FC236}">
                  <a16:creationId xmlns:a16="http://schemas.microsoft.com/office/drawing/2014/main" id="{B999A1F6-D8B8-7674-740E-1327585C8AA9}"/>
                </a:ext>
              </a:extLst>
            </p:cNvPr>
            <p:cNvSpPr/>
            <p:nvPr/>
          </p:nvSpPr>
          <p:spPr>
            <a:xfrm>
              <a:off x="7675375" y="-499275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43">
              <a:extLst>
                <a:ext uri="{FF2B5EF4-FFF2-40B4-BE49-F238E27FC236}">
                  <a16:creationId xmlns:a16="http://schemas.microsoft.com/office/drawing/2014/main" id="{EDCFE756-F98F-C182-B531-A6D650A03CE3}"/>
                </a:ext>
              </a:extLst>
            </p:cNvPr>
            <p:cNvSpPr/>
            <p:nvPr/>
          </p:nvSpPr>
          <p:spPr>
            <a:xfrm>
              <a:off x="76743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43">
              <a:extLst>
                <a:ext uri="{FF2B5EF4-FFF2-40B4-BE49-F238E27FC236}">
                  <a16:creationId xmlns:a16="http://schemas.microsoft.com/office/drawing/2014/main" id="{B251FC7C-1EA0-E555-F89C-B216AD9E76B1}"/>
                </a:ext>
              </a:extLst>
            </p:cNvPr>
            <p:cNvSpPr/>
            <p:nvPr/>
          </p:nvSpPr>
          <p:spPr>
            <a:xfrm>
              <a:off x="76737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43">
              <a:extLst>
                <a:ext uri="{FF2B5EF4-FFF2-40B4-BE49-F238E27FC236}">
                  <a16:creationId xmlns:a16="http://schemas.microsoft.com/office/drawing/2014/main" id="{87FACF14-9EA9-EBA2-8F6E-7789D59586B9}"/>
                </a:ext>
              </a:extLst>
            </p:cNvPr>
            <p:cNvSpPr/>
            <p:nvPr/>
          </p:nvSpPr>
          <p:spPr>
            <a:xfrm>
              <a:off x="7673225" y="-499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43">
              <a:extLst>
                <a:ext uri="{FF2B5EF4-FFF2-40B4-BE49-F238E27FC236}">
                  <a16:creationId xmlns:a16="http://schemas.microsoft.com/office/drawing/2014/main" id="{B94EBB50-F0ED-D3C9-4021-355AC851C158}"/>
                </a:ext>
              </a:extLst>
            </p:cNvPr>
            <p:cNvSpPr/>
            <p:nvPr/>
          </p:nvSpPr>
          <p:spPr>
            <a:xfrm>
              <a:off x="767215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43">
              <a:extLst>
                <a:ext uri="{FF2B5EF4-FFF2-40B4-BE49-F238E27FC236}">
                  <a16:creationId xmlns:a16="http://schemas.microsoft.com/office/drawing/2014/main" id="{615FD99B-B2F8-2CA1-EA63-A31F8F1A486C}"/>
                </a:ext>
              </a:extLst>
            </p:cNvPr>
            <p:cNvSpPr/>
            <p:nvPr/>
          </p:nvSpPr>
          <p:spPr>
            <a:xfrm>
              <a:off x="767160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43">
              <a:extLst>
                <a:ext uri="{FF2B5EF4-FFF2-40B4-BE49-F238E27FC236}">
                  <a16:creationId xmlns:a16="http://schemas.microsoft.com/office/drawing/2014/main" id="{C6F0AE23-041B-F7C9-02AD-8BD25DAF64B2}"/>
                </a:ext>
              </a:extLst>
            </p:cNvPr>
            <p:cNvSpPr/>
            <p:nvPr/>
          </p:nvSpPr>
          <p:spPr>
            <a:xfrm>
              <a:off x="7671075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43">
              <a:extLst>
                <a:ext uri="{FF2B5EF4-FFF2-40B4-BE49-F238E27FC236}">
                  <a16:creationId xmlns:a16="http://schemas.microsoft.com/office/drawing/2014/main" id="{3AA58F4C-F20E-82F0-00D7-1F1E7C588B7E}"/>
                </a:ext>
              </a:extLst>
            </p:cNvPr>
            <p:cNvSpPr/>
            <p:nvPr/>
          </p:nvSpPr>
          <p:spPr>
            <a:xfrm>
              <a:off x="76700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43">
              <a:extLst>
                <a:ext uri="{FF2B5EF4-FFF2-40B4-BE49-F238E27FC236}">
                  <a16:creationId xmlns:a16="http://schemas.microsoft.com/office/drawing/2014/main" id="{3CC8B051-BD3E-1F92-4C5C-1E85547E4EED}"/>
                </a:ext>
              </a:extLst>
            </p:cNvPr>
            <p:cNvSpPr/>
            <p:nvPr/>
          </p:nvSpPr>
          <p:spPr>
            <a:xfrm>
              <a:off x="76694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43">
              <a:extLst>
                <a:ext uri="{FF2B5EF4-FFF2-40B4-BE49-F238E27FC236}">
                  <a16:creationId xmlns:a16="http://schemas.microsoft.com/office/drawing/2014/main" id="{9736AB81-C1ED-0493-7DEB-FD7FA8435066}"/>
                </a:ext>
              </a:extLst>
            </p:cNvPr>
            <p:cNvSpPr/>
            <p:nvPr/>
          </p:nvSpPr>
          <p:spPr>
            <a:xfrm>
              <a:off x="7668925" y="-499800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43">
              <a:extLst>
                <a:ext uri="{FF2B5EF4-FFF2-40B4-BE49-F238E27FC236}">
                  <a16:creationId xmlns:a16="http://schemas.microsoft.com/office/drawing/2014/main" id="{1D4B30E9-49CC-09E0-828E-A3AA1BB69761}"/>
                </a:ext>
              </a:extLst>
            </p:cNvPr>
            <p:cNvSpPr/>
            <p:nvPr/>
          </p:nvSpPr>
          <p:spPr>
            <a:xfrm>
              <a:off x="7667850" y="-499800"/>
              <a:ext cx="1100" cy="25"/>
            </a:xfrm>
            <a:custGeom>
              <a:avLst/>
              <a:gdLst/>
              <a:ahLst/>
              <a:cxnLst/>
              <a:rect l="l" t="t" r="r" b="b"/>
              <a:pathLst>
                <a:path w="44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43">
              <a:extLst>
                <a:ext uri="{FF2B5EF4-FFF2-40B4-BE49-F238E27FC236}">
                  <a16:creationId xmlns:a16="http://schemas.microsoft.com/office/drawing/2014/main" id="{4F92C219-2D9A-98AE-5FE6-727B71F381FE}"/>
                </a:ext>
              </a:extLst>
            </p:cNvPr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fill="none" extrusionOk="0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43">
              <a:extLst>
                <a:ext uri="{FF2B5EF4-FFF2-40B4-BE49-F238E27FC236}">
                  <a16:creationId xmlns:a16="http://schemas.microsoft.com/office/drawing/2014/main" id="{9C00C659-3A32-88B6-6912-B851005F8706}"/>
                </a:ext>
              </a:extLst>
            </p:cNvPr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extrusionOk="0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43">
              <a:extLst>
                <a:ext uri="{FF2B5EF4-FFF2-40B4-BE49-F238E27FC236}">
                  <a16:creationId xmlns:a16="http://schemas.microsoft.com/office/drawing/2014/main" id="{4368F943-25D6-0E93-0102-4688C2E9F9EA}"/>
                </a:ext>
              </a:extLst>
            </p:cNvPr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fill="none" extrusionOk="0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43">
              <a:extLst>
                <a:ext uri="{FF2B5EF4-FFF2-40B4-BE49-F238E27FC236}">
                  <a16:creationId xmlns:a16="http://schemas.microsoft.com/office/drawing/2014/main" id="{EF8E1420-8DCD-A412-2B3C-E3BB02286A49}"/>
                </a:ext>
              </a:extLst>
            </p:cNvPr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extrusionOk="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43">
              <a:extLst>
                <a:ext uri="{FF2B5EF4-FFF2-40B4-BE49-F238E27FC236}">
                  <a16:creationId xmlns:a16="http://schemas.microsoft.com/office/drawing/2014/main" id="{DC9A358F-3C0D-34FD-1434-B483BCBF9411}"/>
                </a:ext>
              </a:extLst>
            </p:cNvPr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fill="none" extrusionOk="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43">
              <a:extLst>
                <a:ext uri="{FF2B5EF4-FFF2-40B4-BE49-F238E27FC236}">
                  <a16:creationId xmlns:a16="http://schemas.microsoft.com/office/drawing/2014/main" id="{F7B42E83-E741-9D2F-9BEB-814A055BD3AA}"/>
                </a:ext>
              </a:extLst>
            </p:cNvPr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extrusionOk="0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43">
              <a:extLst>
                <a:ext uri="{FF2B5EF4-FFF2-40B4-BE49-F238E27FC236}">
                  <a16:creationId xmlns:a16="http://schemas.microsoft.com/office/drawing/2014/main" id="{26C1EFE2-C93A-F07C-F8B4-22F37C8ED28B}"/>
                </a:ext>
              </a:extLst>
            </p:cNvPr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fill="none" extrusionOk="0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43">
              <a:extLst>
                <a:ext uri="{FF2B5EF4-FFF2-40B4-BE49-F238E27FC236}">
                  <a16:creationId xmlns:a16="http://schemas.microsoft.com/office/drawing/2014/main" id="{CC7A63BA-E637-8F41-2755-1AA6853AFFE2}"/>
                </a:ext>
              </a:extLst>
            </p:cNvPr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43">
              <a:extLst>
                <a:ext uri="{FF2B5EF4-FFF2-40B4-BE49-F238E27FC236}">
                  <a16:creationId xmlns:a16="http://schemas.microsoft.com/office/drawing/2014/main" id="{8A580653-FC9B-DFBA-4823-7D9568B8BD44}"/>
                </a:ext>
              </a:extLst>
            </p:cNvPr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43">
              <a:extLst>
                <a:ext uri="{FF2B5EF4-FFF2-40B4-BE49-F238E27FC236}">
                  <a16:creationId xmlns:a16="http://schemas.microsoft.com/office/drawing/2014/main" id="{D39D59DF-3476-3FBA-278B-6F00BF72DE0C}"/>
                </a:ext>
              </a:extLst>
            </p:cNvPr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extrusionOk="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43">
              <a:extLst>
                <a:ext uri="{FF2B5EF4-FFF2-40B4-BE49-F238E27FC236}">
                  <a16:creationId xmlns:a16="http://schemas.microsoft.com/office/drawing/2014/main" id="{F8793F32-8B05-0E73-6962-E445D53BAFED}"/>
                </a:ext>
              </a:extLst>
            </p:cNvPr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fill="none" extrusionOk="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43">
              <a:extLst>
                <a:ext uri="{FF2B5EF4-FFF2-40B4-BE49-F238E27FC236}">
                  <a16:creationId xmlns:a16="http://schemas.microsoft.com/office/drawing/2014/main" id="{D154E49B-6A04-1193-4A76-7059AD82FD22}"/>
                </a:ext>
              </a:extLst>
            </p:cNvPr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extrusionOk="0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43">
              <a:extLst>
                <a:ext uri="{FF2B5EF4-FFF2-40B4-BE49-F238E27FC236}">
                  <a16:creationId xmlns:a16="http://schemas.microsoft.com/office/drawing/2014/main" id="{651CEB78-8634-2406-C2B5-4F73A8D5147D}"/>
                </a:ext>
              </a:extLst>
            </p:cNvPr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fill="none" extrusionOk="0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43">
              <a:extLst>
                <a:ext uri="{FF2B5EF4-FFF2-40B4-BE49-F238E27FC236}">
                  <a16:creationId xmlns:a16="http://schemas.microsoft.com/office/drawing/2014/main" id="{9D0FED1F-482E-2F84-6980-AEA230C41978}"/>
                </a:ext>
              </a:extLst>
            </p:cNvPr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extrusionOk="0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43">
              <a:extLst>
                <a:ext uri="{FF2B5EF4-FFF2-40B4-BE49-F238E27FC236}">
                  <a16:creationId xmlns:a16="http://schemas.microsoft.com/office/drawing/2014/main" id="{B154BC1A-8BD4-2A1D-E39B-E059B45E4660}"/>
                </a:ext>
              </a:extLst>
            </p:cNvPr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fill="none" extrusionOk="0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43">
              <a:extLst>
                <a:ext uri="{FF2B5EF4-FFF2-40B4-BE49-F238E27FC236}">
                  <a16:creationId xmlns:a16="http://schemas.microsoft.com/office/drawing/2014/main" id="{4E18D3D9-2363-D226-8A13-DD6434FD1BC1}"/>
                </a:ext>
              </a:extLst>
            </p:cNvPr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extrusionOk="0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43">
              <a:extLst>
                <a:ext uri="{FF2B5EF4-FFF2-40B4-BE49-F238E27FC236}">
                  <a16:creationId xmlns:a16="http://schemas.microsoft.com/office/drawing/2014/main" id="{CB89683C-C048-9802-0EE9-8CEBA1DB0C22}"/>
                </a:ext>
              </a:extLst>
            </p:cNvPr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fill="none" extrusionOk="0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43">
              <a:extLst>
                <a:ext uri="{FF2B5EF4-FFF2-40B4-BE49-F238E27FC236}">
                  <a16:creationId xmlns:a16="http://schemas.microsoft.com/office/drawing/2014/main" id="{434E1E36-9C49-AEFB-C374-617A0C8F5AD6}"/>
                </a:ext>
              </a:extLst>
            </p:cNvPr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extrusionOk="0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43">
              <a:extLst>
                <a:ext uri="{FF2B5EF4-FFF2-40B4-BE49-F238E27FC236}">
                  <a16:creationId xmlns:a16="http://schemas.microsoft.com/office/drawing/2014/main" id="{118C256E-E619-BAB7-6F17-AC6103202251}"/>
                </a:ext>
              </a:extLst>
            </p:cNvPr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fill="none" extrusionOk="0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43">
              <a:extLst>
                <a:ext uri="{FF2B5EF4-FFF2-40B4-BE49-F238E27FC236}">
                  <a16:creationId xmlns:a16="http://schemas.microsoft.com/office/drawing/2014/main" id="{E1C04CF3-5A38-F75D-51EC-50C07AD7EC40}"/>
                </a:ext>
              </a:extLst>
            </p:cNvPr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extrusionOk="0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43">
              <a:extLst>
                <a:ext uri="{FF2B5EF4-FFF2-40B4-BE49-F238E27FC236}">
                  <a16:creationId xmlns:a16="http://schemas.microsoft.com/office/drawing/2014/main" id="{8E919C26-25D6-B6D1-6640-B517F2DCC9AF}"/>
                </a:ext>
              </a:extLst>
            </p:cNvPr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fill="none" extrusionOk="0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43">
              <a:extLst>
                <a:ext uri="{FF2B5EF4-FFF2-40B4-BE49-F238E27FC236}">
                  <a16:creationId xmlns:a16="http://schemas.microsoft.com/office/drawing/2014/main" id="{89C650DC-E4B6-7C56-9FC4-21B1E6FEB77F}"/>
                </a:ext>
              </a:extLst>
            </p:cNvPr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43">
              <a:extLst>
                <a:ext uri="{FF2B5EF4-FFF2-40B4-BE49-F238E27FC236}">
                  <a16:creationId xmlns:a16="http://schemas.microsoft.com/office/drawing/2014/main" id="{6D6D2562-3660-1755-B3BB-735B4FC55CD2}"/>
                </a:ext>
              </a:extLst>
            </p:cNvPr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43">
              <a:extLst>
                <a:ext uri="{FF2B5EF4-FFF2-40B4-BE49-F238E27FC236}">
                  <a16:creationId xmlns:a16="http://schemas.microsoft.com/office/drawing/2014/main" id="{E264BBB7-57AF-6AB7-3DAF-2571A809005D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43">
              <a:extLst>
                <a:ext uri="{FF2B5EF4-FFF2-40B4-BE49-F238E27FC236}">
                  <a16:creationId xmlns:a16="http://schemas.microsoft.com/office/drawing/2014/main" id="{036581D1-2086-DC43-770F-A94365107340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43">
              <a:extLst>
                <a:ext uri="{FF2B5EF4-FFF2-40B4-BE49-F238E27FC236}">
                  <a16:creationId xmlns:a16="http://schemas.microsoft.com/office/drawing/2014/main" id="{BF3809E2-6308-F514-2BD1-8596AB460BF6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43">
              <a:extLst>
                <a:ext uri="{FF2B5EF4-FFF2-40B4-BE49-F238E27FC236}">
                  <a16:creationId xmlns:a16="http://schemas.microsoft.com/office/drawing/2014/main" id="{D5ECAE8F-BB05-5396-6208-D665FE111B01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43">
              <a:extLst>
                <a:ext uri="{FF2B5EF4-FFF2-40B4-BE49-F238E27FC236}">
                  <a16:creationId xmlns:a16="http://schemas.microsoft.com/office/drawing/2014/main" id="{44DB4FC9-32BD-AC2C-E2CD-05742090BB1D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43">
              <a:extLst>
                <a:ext uri="{FF2B5EF4-FFF2-40B4-BE49-F238E27FC236}">
                  <a16:creationId xmlns:a16="http://schemas.microsoft.com/office/drawing/2014/main" id="{C7C0997A-41D2-4AB5-6D77-3C3CF251FE5D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43">
              <a:extLst>
                <a:ext uri="{FF2B5EF4-FFF2-40B4-BE49-F238E27FC236}">
                  <a16:creationId xmlns:a16="http://schemas.microsoft.com/office/drawing/2014/main" id="{D5E04815-63E2-597E-4F62-9892AC066B3A}"/>
                </a:ext>
              </a:extLst>
            </p:cNvPr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43">
              <a:extLst>
                <a:ext uri="{FF2B5EF4-FFF2-40B4-BE49-F238E27FC236}">
                  <a16:creationId xmlns:a16="http://schemas.microsoft.com/office/drawing/2014/main" id="{9B1EBE7D-ECA9-713A-DA39-12E6C8A27655}"/>
                </a:ext>
              </a:extLst>
            </p:cNvPr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43">
              <a:extLst>
                <a:ext uri="{FF2B5EF4-FFF2-40B4-BE49-F238E27FC236}">
                  <a16:creationId xmlns:a16="http://schemas.microsoft.com/office/drawing/2014/main" id="{30ED3946-A349-4C98-9C07-1EE46AE99238}"/>
                </a:ext>
              </a:extLst>
            </p:cNvPr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extrusionOk="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43">
              <a:extLst>
                <a:ext uri="{FF2B5EF4-FFF2-40B4-BE49-F238E27FC236}">
                  <a16:creationId xmlns:a16="http://schemas.microsoft.com/office/drawing/2014/main" id="{B96D0AD2-C715-4355-C9C1-3A456690276B}"/>
                </a:ext>
              </a:extLst>
            </p:cNvPr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fill="none" extrusionOk="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43">
              <a:extLst>
                <a:ext uri="{FF2B5EF4-FFF2-40B4-BE49-F238E27FC236}">
                  <a16:creationId xmlns:a16="http://schemas.microsoft.com/office/drawing/2014/main" id="{9C184CA3-973C-B7DE-0530-66968452A953}"/>
                </a:ext>
              </a:extLst>
            </p:cNvPr>
            <p:cNvSpPr/>
            <p:nvPr/>
          </p:nvSpPr>
          <p:spPr>
            <a:xfrm>
              <a:off x="6045925" y="-987250"/>
              <a:ext cx="735750" cy="815300"/>
            </a:xfrm>
            <a:custGeom>
              <a:avLst/>
              <a:gdLst/>
              <a:ahLst/>
              <a:cxnLst/>
              <a:rect l="l" t="t" r="r" b="b"/>
              <a:pathLst>
                <a:path w="29430" h="32612" extrusionOk="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43">
              <a:extLst>
                <a:ext uri="{FF2B5EF4-FFF2-40B4-BE49-F238E27FC236}">
                  <a16:creationId xmlns:a16="http://schemas.microsoft.com/office/drawing/2014/main" id="{98037212-DC0C-A0BD-5670-62243FF106CC}"/>
                </a:ext>
              </a:extLst>
            </p:cNvPr>
            <p:cNvSpPr/>
            <p:nvPr/>
          </p:nvSpPr>
          <p:spPr>
            <a:xfrm>
              <a:off x="7752225" y="-585800"/>
              <a:ext cx="394475" cy="311725"/>
            </a:xfrm>
            <a:custGeom>
              <a:avLst/>
              <a:gdLst/>
              <a:ahLst/>
              <a:cxnLst/>
              <a:rect l="l" t="t" r="r" b="b"/>
              <a:pathLst>
                <a:path w="15779" h="12469" extrusionOk="0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43">
              <a:extLst>
                <a:ext uri="{FF2B5EF4-FFF2-40B4-BE49-F238E27FC236}">
                  <a16:creationId xmlns:a16="http://schemas.microsoft.com/office/drawing/2014/main" id="{ED64B9BF-1826-4033-EE37-70347A632FE7}"/>
                </a:ext>
              </a:extLst>
            </p:cNvPr>
            <p:cNvSpPr/>
            <p:nvPr/>
          </p:nvSpPr>
          <p:spPr>
            <a:xfrm>
              <a:off x="6164700" y="-980800"/>
              <a:ext cx="616975" cy="778200"/>
            </a:xfrm>
            <a:custGeom>
              <a:avLst/>
              <a:gdLst/>
              <a:ahLst/>
              <a:cxnLst/>
              <a:rect l="l" t="t" r="r" b="b"/>
              <a:pathLst>
                <a:path w="24679" h="31128" extrusionOk="0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43">
              <a:extLst>
                <a:ext uri="{FF2B5EF4-FFF2-40B4-BE49-F238E27FC236}">
                  <a16:creationId xmlns:a16="http://schemas.microsoft.com/office/drawing/2014/main" id="{91BFD7C9-0E0C-F6A9-A3CA-0FBFE1859F73}"/>
                </a:ext>
              </a:extLst>
            </p:cNvPr>
            <p:cNvSpPr/>
            <p:nvPr/>
          </p:nvSpPr>
          <p:spPr>
            <a:xfrm>
              <a:off x="6672000" y="-13716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43">
              <a:extLst>
                <a:ext uri="{FF2B5EF4-FFF2-40B4-BE49-F238E27FC236}">
                  <a16:creationId xmlns:a16="http://schemas.microsoft.com/office/drawing/2014/main" id="{BBFC1730-D272-501F-A881-D9682211DA9B}"/>
                </a:ext>
              </a:extLst>
            </p:cNvPr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extrusionOk="0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43">
              <a:extLst>
                <a:ext uri="{FF2B5EF4-FFF2-40B4-BE49-F238E27FC236}">
                  <a16:creationId xmlns:a16="http://schemas.microsoft.com/office/drawing/2014/main" id="{42EED288-95E2-3275-0EFD-9C7397729A81}"/>
                </a:ext>
              </a:extLst>
            </p:cNvPr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43">
              <a:extLst>
                <a:ext uri="{FF2B5EF4-FFF2-40B4-BE49-F238E27FC236}">
                  <a16:creationId xmlns:a16="http://schemas.microsoft.com/office/drawing/2014/main" id="{42B045BC-0256-95EF-E202-71981C5D7972}"/>
                </a:ext>
              </a:extLst>
            </p:cNvPr>
            <p:cNvSpPr/>
            <p:nvPr/>
          </p:nvSpPr>
          <p:spPr>
            <a:xfrm>
              <a:off x="7617325" y="-819575"/>
              <a:ext cx="147825" cy="62375"/>
            </a:xfrm>
            <a:custGeom>
              <a:avLst/>
              <a:gdLst/>
              <a:ahLst/>
              <a:cxnLst/>
              <a:rect l="l" t="t" r="r" b="b"/>
              <a:pathLst>
                <a:path w="5913" h="2495" extrusionOk="0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43">
              <a:extLst>
                <a:ext uri="{FF2B5EF4-FFF2-40B4-BE49-F238E27FC236}">
                  <a16:creationId xmlns:a16="http://schemas.microsoft.com/office/drawing/2014/main" id="{2EA82462-12AE-5732-31DE-46F77E681A01}"/>
                </a:ext>
              </a:extLst>
            </p:cNvPr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43">
              <a:extLst>
                <a:ext uri="{FF2B5EF4-FFF2-40B4-BE49-F238E27FC236}">
                  <a16:creationId xmlns:a16="http://schemas.microsoft.com/office/drawing/2014/main" id="{2D75582E-C31C-61A2-8D0E-8103BDD2B1A1}"/>
                </a:ext>
              </a:extLst>
            </p:cNvPr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43">
              <a:extLst>
                <a:ext uri="{FF2B5EF4-FFF2-40B4-BE49-F238E27FC236}">
                  <a16:creationId xmlns:a16="http://schemas.microsoft.com/office/drawing/2014/main" id="{AD3C6CD9-9A98-D678-607B-FC40E0484A8B}"/>
                </a:ext>
              </a:extLst>
            </p:cNvPr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extrusionOk="0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43">
              <a:extLst>
                <a:ext uri="{FF2B5EF4-FFF2-40B4-BE49-F238E27FC236}">
                  <a16:creationId xmlns:a16="http://schemas.microsoft.com/office/drawing/2014/main" id="{E07F99B1-8ADE-3977-979A-270F04050DFA}"/>
                </a:ext>
              </a:extLst>
            </p:cNvPr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fill="none" extrusionOk="0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43">
              <a:extLst>
                <a:ext uri="{FF2B5EF4-FFF2-40B4-BE49-F238E27FC236}">
                  <a16:creationId xmlns:a16="http://schemas.microsoft.com/office/drawing/2014/main" id="{1D56FA75-240B-E372-9A8D-083F1988A8FD}"/>
                </a:ext>
              </a:extLst>
            </p:cNvPr>
            <p:cNvSpPr/>
            <p:nvPr/>
          </p:nvSpPr>
          <p:spPr>
            <a:xfrm>
              <a:off x="7973625" y="-669625"/>
              <a:ext cx="139775" cy="63425"/>
            </a:xfrm>
            <a:custGeom>
              <a:avLst/>
              <a:gdLst/>
              <a:ahLst/>
              <a:cxnLst/>
              <a:rect l="l" t="t" r="r" b="b"/>
              <a:pathLst>
                <a:path w="5591" h="2537" extrusionOk="0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43">
              <a:extLst>
                <a:ext uri="{FF2B5EF4-FFF2-40B4-BE49-F238E27FC236}">
                  <a16:creationId xmlns:a16="http://schemas.microsoft.com/office/drawing/2014/main" id="{C9F5E24D-9DC1-6207-53C8-CB05D681CDB2}"/>
                </a:ext>
              </a:extLst>
            </p:cNvPr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43">
              <a:extLst>
                <a:ext uri="{FF2B5EF4-FFF2-40B4-BE49-F238E27FC236}">
                  <a16:creationId xmlns:a16="http://schemas.microsoft.com/office/drawing/2014/main" id="{D4B3D5E0-D593-7CB5-F2CB-1E7CF1CBC298}"/>
                </a:ext>
              </a:extLst>
            </p:cNvPr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fill="none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3543;p39">
            <a:extLst>
              <a:ext uri="{FF2B5EF4-FFF2-40B4-BE49-F238E27FC236}">
                <a16:creationId xmlns:a16="http://schemas.microsoft.com/office/drawing/2014/main" id="{4F14C666-DF5F-88C2-78AE-D5D80717A191}"/>
              </a:ext>
            </a:extLst>
          </p:cNvPr>
          <p:cNvSpPr txBox="1">
            <a:spLocks/>
          </p:cNvSpPr>
          <p:nvPr/>
        </p:nvSpPr>
        <p:spPr>
          <a:xfrm>
            <a:off x="2423160" y="185665"/>
            <a:ext cx="429768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 sz="5000" b="0" i="1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US" sz="3000" i="0" dirty="0">
                <a:solidFill>
                  <a:srgbClr val="4B94D8"/>
                </a:solidFill>
              </a:rPr>
              <a:t>Workflow Diagram</a:t>
            </a:r>
            <a:endParaRPr lang="pl-PL" sz="3000" i="0" dirty="0">
              <a:solidFill>
                <a:srgbClr val="4B94D8"/>
              </a:solidFill>
            </a:endParaRPr>
          </a:p>
        </p:txBody>
      </p:sp>
      <p:sp>
        <p:nvSpPr>
          <p:cNvPr id="26" name="Google Shape;3546;p39">
            <a:extLst>
              <a:ext uri="{FF2B5EF4-FFF2-40B4-BE49-F238E27FC236}">
                <a16:creationId xmlns:a16="http://schemas.microsoft.com/office/drawing/2014/main" id="{FA2741CD-95D3-CCA9-8FB9-3B2564468DE7}"/>
              </a:ext>
            </a:extLst>
          </p:cNvPr>
          <p:cNvSpPr txBox="1">
            <a:spLocks/>
          </p:cNvSpPr>
          <p:nvPr/>
        </p:nvSpPr>
        <p:spPr>
          <a:xfrm>
            <a:off x="1760220" y="728146"/>
            <a:ext cx="5623560" cy="30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Arial Rounded MT Bold" panose="020F0704030504030204" pitchFamily="34" charset="0"/>
              </a:rPr>
              <a:t>How a Passenger Journey Flows Through the System</a:t>
            </a:r>
            <a:endParaRPr lang="en-IE" b="1" dirty="0">
              <a:latin typeface="Arial Rounded MT Bold" panose="020F0704030504030204" pitchFamily="34" charset="0"/>
            </a:endParaRPr>
          </a:p>
        </p:txBody>
      </p:sp>
      <p:pic>
        <p:nvPicPr>
          <p:cNvPr id="2" name="Picture 1" descr="A diagram of flight plan&#10;&#10;AI-generated content may be incorrect.">
            <a:extLst>
              <a:ext uri="{FF2B5EF4-FFF2-40B4-BE49-F238E27FC236}">
                <a16:creationId xmlns:a16="http://schemas.microsoft.com/office/drawing/2014/main" id="{5773046A-D261-F963-F347-3885B07A4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600" y="1106369"/>
            <a:ext cx="5130800" cy="3977360"/>
          </a:xfrm>
          <a:prstGeom prst="rect">
            <a:avLst/>
          </a:prstGeom>
        </p:spPr>
      </p:pic>
      <p:grpSp>
        <p:nvGrpSpPr>
          <p:cNvPr id="4" name="Google Shape;8858;p74">
            <a:extLst>
              <a:ext uri="{FF2B5EF4-FFF2-40B4-BE49-F238E27FC236}">
                <a16:creationId xmlns:a16="http://schemas.microsoft.com/office/drawing/2014/main" id="{1E8BA06D-ED11-CC14-73FC-AED564706E43}"/>
              </a:ext>
            </a:extLst>
          </p:cNvPr>
          <p:cNvGrpSpPr/>
          <p:nvPr/>
        </p:nvGrpSpPr>
        <p:grpSpPr>
          <a:xfrm>
            <a:off x="3667113" y="5465100"/>
            <a:ext cx="1809775" cy="1783488"/>
            <a:chOff x="6614225" y="2105950"/>
            <a:chExt cx="1809775" cy="1783488"/>
          </a:xfrm>
        </p:grpSpPr>
        <p:sp>
          <p:nvSpPr>
            <p:cNvPr id="5" name="Google Shape;8859;p74">
              <a:extLst>
                <a:ext uri="{FF2B5EF4-FFF2-40B4-BE49-F238E27FC236}">
                  <a16:creationId xmlns:a16="http://schemas.microsoft.com/office/drawing/2014/main" id="{35CD57A5-DCA8-1653-B0EF-5F15968F681E}"/>
                </a:ext>
              </a:extLst>
            </p:cNvPr>
            <p:cNvSpPr/>
            <p:nvPr/>
          </p:nvSpPr>
          <p:spPr>
            <a:xfrm>
              <a:off x="7911945" y="2766199"/>
              <a:ext cx="79960" cy="254502"/>
            </a:xfrm>
            <a:custGeom>
              <a:avLst/>
              <a:gdLst/>
              <a:ahLst/>
              <a:cxnLst/>
              <a:rect l="l" t="t" r="r" b="b"/>
              <a:pathLst>
                <a:path w="4260" h="13559" extrusionOk="0">
                  <a:moveTo>
                    <a:pt x="3963" y="0"/>
                  </a:moveTo>
                  <a:lnTo>
                    <a:pt x="189" y="27"/>
                  </a:lnTo>
                  <a:lnTo>
                    <a:pt x="108" y="54"/>
                  </a:lnTo>
                  <a:lnTo>
                    <a:pt x="55" y="81"/>
                  </a:lnTo>
                  <a:lnTo>
                    <a:pt x="1" y="135"/>
                  </a:lnTo>
                  <a:lnTo>
                    <a:pt x="1" y="216"/>
                  </a:lnTo>
                  <a:lnTo>
                    <a:pt x="81" y="13370"/>
                  </a:lnTo>
                  <a:lnTo>
                    <a:pt x="108" y="13424"/>
                  </a:lnTo>
                  <a:lnTo>
                    <a:pt x="162" y="13505"/>
                  </a:lnTo>
                  <a:lnTo>
                    <a:pt x="216" y="13532"/>
                  </a:lnTo>
                  <a:lnTo>
                    <a:pt x="270" y="13559"/>
                  </a:lnTo>
                  <a:lnTo>
                    <a:pt x="4071" y="13532"/>
                  </a:lnTo>
                  <a:lnTo>
                    <a:pt x="4152" y="13505"/>
                  </a:lnTo>
                  <a:lnTo>
                    <a:pt x="4206" y="13478"/>
                  </a:lnTo>
                  <a:lnTo>
                    <a:pt x="4233" y="13397"/>
                  </a:lnTo>
                  <a:lnTo>
                    <a:pt x="4260" y="13343"/>
                  </a:lnTo>
                  <a:lnTo>
                    <a:pt x="4152" y="189"/>
                  </a:lnTo>
                  <a:lnTo>
                    <a:pt x="4125" y="108"/>
                  </a:lnTo>
                  <a:lnTo>
                    <a:pt x="4098" y="54"/>
                  </a:lnTo>
                  <a:lnTo>
                    <a:pt x="40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860;p74">
              <a:extLst>
                <a:ext uri="{FF2B5EF4-FFF2-40B4-BE49-F238E27FC236}">
                  <a16:creationId xmlns:a16="http://schemas.microsoft.com/office/drawing/2014/main" id="{8EAF9812-4107-382C-3837-930D45A88DFE}"/>
                </a:ext>
              </a:extLst>
            </p:cNvPr>
            <p:cNvSpPr/>
            <p:nvPr/>
          </p:nvSpPr>
          <p:spPr>
            <a:xfrm>
              <a:off x="8072329" y="2851187"/>
              <a:ext cx="79960" cy="254521"/>
            </a:xfrm>
            <a:custGeom>
              <a:avLst/>
              <a:gdLst/>
              <a:ahLst/>
              <a:cxnLst/>
              <a:rect l="l" t="t" r="r" b="b"/>
              <a:pathLst>
                <a:path w="4260" h="13560" extrusionOk="0">
                  <a:moveTo>
                    <a:pt x="3963" y="1"/>
                  </a:moveTo>
                  <a:lnTo>
                    <a:pt x="189" y="28"/>
                  </a:lnTo>
                  <a:lnTo>
                    <a:pt x="108" y="28"/>
                  </a:lnTo>
                  <a:lnTo>
                    <a:pt x="54" y="82"/>
                  </a:lnTo>
                  <a:lnTo>
                    <a:pt x="0" y="136"/>
                  </a:lnTo>
                  <a:lnTo>
                    <a:pt x="0" y="217"/>
                  </a:lnTo>
                  <a:lnTo>
                    <a:pt x="108" y="13371"/>
                  </a:lnTo>
                  <a:lnTo>
                    <a:pt x="108" y="13425"/>
                  </a:lnTo>
                  <a:lnTo>
                    <a:pt x="162" y="13505"/>
                  </a:lnTo>
                  <a:lnTo>
                    <a:pt x="216" y="13532"/>
                  </a:lnTo>
                  <a:lnTo>
                    <a:pt x="297" y="13559"/>
                  </a:lnTo>
                  <a:lnTo>
                    <a:pt x="4071" y="13532"/>
                  </a:lnTo>
                  <a:lnTo>
                    <a:pt x="4152" y="13505"/>
                  </a:lnTo>
                  <a:lnTo>
                    <a:pt x="4205" y="13452"/>
                  </a:lnTo>
                  <a:lnTo>
                    <a:pt x="4259" y="13398"/>
                  </a:lnTo>
                  <a:lnTo>
                    <a:pt x="4259" y="13344"/>
                  </a:lnTo>
                  <a:lnTo>
                    <a:pt x="4152" y="190"/>
                  </a:lnTo>
                  <a:lnTo>
                    <a:pt x="4152" y="109"/>
                  </a:lnTo>
                  <a:lnTo>
                    <a:pt x="4098" y="55"/>
                  </a:lnTo>
                  <a:lnTo>
                    <a:pt x="40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861;p74">
              <a:extLst>
                <a:ext uri="{FF2B5EF4-FFF2-40B4-BE49-F238E27FC236}">
                  <a16:creationId xmlns:a16="http://schemas.microsoft.com/office/drawing/2014/main" id="{E3F1D31E-FDEB-DE9A-DCF8-950A84387F9E}"/>
                </a:ext>
              </a:extLst>
            </p:cNvPr>
            <p:cNvSpPr/>
            <p:nvPr/>
          </p:nvSpPr>
          <p:spPr>
            <a:xfrm>
              <a:off x="7041737" y="2772768"/>
              <a:ext cx="79960" cy="254521"/>
            </a:xfrm>
            <a:custGeom>
              <a:avLst/>
              <a:gdLst/>
              <a:ahLst/>
              <a:cxnLst/>
              <a:rect l="l" t="t" r="r" b="b"/>
              <a:pathLst>
                <a:path w="4260" h="13560" extrusionOk="0">
                  <a:moveTo>
                    <a:pt x="3963" y="1"/>
                  </a:moveTo>
                  <a:lnTo>
                    <a:pt x="189" y="55"/>
                  </a:lnTo>
                  <a:lnTo>
                    <a:pt x="109" y="55"/>
                  </a:lnTo>
                  <a:lnTo>
                    <a:pt x="55" y="109"/>
                  </a:lnTo>
                  <a:lnTo>
                    <a:pt x="28" y="163"/>
                  </a:lnTo>
                  <a:lnTo>
                    <a:pt x="1" y="243"/>
                  </a:lnTo>
                  <a:lnTo>
                    <a:pt x="109" y="13371"/>
                  </a:lnTo>
                  <a:lnTo>
                    <a:pt x="109" y="13451"/>
                  </a:lnTo>
                  <a:lnTo>
                    <a:pt x="163" y="13505"/>
                  </a:lnTo>
                  <a:lnTo>
                    <a:pt x="216" y="13559"/>
                  </a:lnTo>
                  <a:lnTo>
                    <a:pt x="297" y="13559"/>
                  </a:lnTo>
                  <a:lnTo>
                    <a:pt x="4071" y="13532"/>
                  </a:lnTo>
                  <a:lnTo>
                    <a:pt x="4152" y="13532"/>
                  </a:lnTo>
                  <a:lnTo>
                    <a:pt x="4206" y="13478"/>
                  </a:lnTo>
                  <a:lnTo>
                    <a:pt x="4260" y="13425"/>
                  </a:lnTo>
                  <a:lnTo>
                    <a:pt x="4260" y="13344"/>
                  </a:lnTo>
                  <a:lnTo>
                    <a:pt x="4152" y="189"/>
                  </a:lnTo>
                  <a:lnTo>
                    <a:pt x="4152" y="136"/>
                  </a:lnTo>
                  <a:lnTo>
                    <a:pt x="4098" y="55"/>
                  </a:lnTo>
                  <a:lnTo>
                    <a:pt x="4044" y="28"/>
                  </a:lnTo>
                  <a:lnTo>
                    <a:pt x="39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862;p74">
              <a:extLst>
                <a:ext uri="{FF2B5EF4-FFF2-40B4-BE49-F238E27FC236}">
                  <a16:creationId xmlns:a16="http://schemas.microsoft.com/office/drawing/2014/main" id="{6FDB3348-3691-EBAD-B32F-ACD129480C88}"/>
                </a:ext>
              </a:extLst>
            </p:cNvPr>
            <p:cNvSpPr/>
            <p:nvPr/>
          </p:nvSpPr>
          <p:spPr>
            <a:xfrm>
              <a:off x="6882365" y="2860308"/>
              <a:ext cx="80467" cy="254502"/>
            </a:xfrm>
            <a:custGeom>
              <a:avLst/>
              <a:gdLst/>
              <a:ahLst/>
              <a:cxnLst/>
              <a:rect l="l" t="t" r="r" b="b"/>
              <a:pathLst>
                <a:path w="4287" h="13559" extrusionOk="0">
                  <a:moveTo>
                    <a:pt x="3990" y="0"/>
                  </a:moveTo>
                  <a:lnTo>
                    <a:pt x="190" y="27"/>
                  </a:lnTo>
                  <a:lnTo>
                    <a:pt x="136" y="54"/>
                  </a:lnTo>
                  <a:lnTo>
                    <a:pt x="55" y="108"/>
                  </a:lnTo>
                  <a:lnTo>
                    <a:pt x="28" y="162"/>
                  </a:lnTo>
                  <a:lnTo>
                    <a:pt x="1" y="216"/>
                  </a:lnTo>
                  <a:lnTo>
                    <a:pt x="109" y="13370"/>
                  </a:lnTo>
                  <a:lnTo>
                    <a:pt x="136" y="13451"/>
                  </a:lnTo>
                  <a:lnTo>
                    <a:pt x="163" y="13505"/>
                  </a:lnTo>
                  <a:lnTo>
                    <a:pt x="243" y="13559"/>
                  </a:lnTo>
                  <a:lnTo>
                    <a:pt x="297" y="13559"/>
                  </a:lnTo>
                  <a:lnTo>
                    <a:pt x="4098" y="13532"/>
                  </a:lnTo>
                  <a:lnTo>
                    <a:pt x="4152" y="13532"/>
                  </a:lnTo>
                  <a:lnTo>
                    <a:pt x="4233" y="13478"/>
                  </a:lnTo>
                  <a:lnTo>
                    <a:pt x="4260" y="13424"/>
                  </a:lnTo>
                  <a:lnTo>
                    <a:pt x="4287" y="13343"/>
                  </a:lnTo>
                  <a:lnTo>
                    <a:pt x="4179" y="189"/>
                  </a:lnTo>
                  <a:lnTo>
                    <a:pt x="4152" y="135"/>
                  </a:lnTo>
                  <a:lnTo>
                    <a:pt x="4125" y="54"/>
                  </a:lnTo>
                  <a:lnTo>
                    <a:pt x="4071" y="27"/>
                  </a:lnTo>
                  <a:lnTo>
                    <a:pt x="3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863;p74">
              <a:extLst>
                <a:ext uri="{FF2B5EF4-FFF2-40B4-BE49-F238E27FC236}">
                  <a16:creationId xmlns:a16="http://schemas.microsoft.com/office/drawing/2014/main" id="{4A0A5FAD-B08C-B458-E2F6-E819704BF6B2}"/>
                </a:ext>
              </a:extLst>
            </p:cNvPr>
            <p:cNvSpPr/>
            <p:nvPr/>
          </p:nvSpPr>
          <p:spPr>
            <a:xfrm>
              <a:off x="7586126" y="2676651"/>
              <a:ext cx="837874" cy="543917"/>
            </a:xfrm>
            <a:custGeom>
              <a:avLst/>
              <a:gdLst/>
              <a:ahLst/>
              <a:cxnLst/>
              <a:rect l="l" t="t" r="r" b="b"/>
              <a:pathLst>
                <a:path w="44639" h="28978" extrusionOk="0">
                  <a:moveTo>
                    <a:pt x="1" y="0"/>
                  </a:moveTo>
                  <a:lnTo>
                    <a:pt x="809" y="18465"/>
                  </a:lnTo>
                  <a:lnTo>
                    <a:pt x="42617" y="28923"/>
                  </a:lnTo>
                  <a:lnTo>
                    <a:pt x="42832" y="28950"/>
                  </a:lnTo>
                  <a:lnTo>
                    <a:pt x="43075" y="28977"/>
                  </a:lnTo>
                  <a:lnTo>
                    <a:pt x="43290" y="28950"/>
                  </a:lnTo>
                  <a:lnTo>
                    <a:pt x="43506" y="28896"/>
                  </a:lnTo>
                  <a:lnTo>
                    <a:pt x="43722" y="28815"/>
                  </a:lnTo>
                  <a:lnTo>
                    <a:pt x="43910" y="28708"/>
                  </a:lnTo>
                  <a:lnTo>
                    <a:pt x="44072" y="28573"/>
                  </a:lnTo>
                  <a:lnTo>
                    <a:pt x="44234" y="28411"/>
                  </a:lnTo>
                  <a:lnTo>
                    <a:pt x="44342" y="28249"/>
                  </a:lnTo>
                  <a:lnTo>
                    <a:pt x="44477" y="28061"/>
                  </a:lnTo>
                  <a:lnTo>
                    <a:pt x="44557" y="27872"/>
                  </a:lnTo>
                  <a:lnTo>
                    <a:pt x="44611" y="27656"/>
                  </a:lnTo>
                  <a:lnTo>
                    <a:pt x="44638" y="27441"/>
                  </a:lnTo>
                  <a:lnTo>
                    <a:pt x="44638" y="27225"/>
                  </a:lnTo>
                  <a:lnTo>
                    <a:pt x="44611" y="26982"/>
                  </a:lnTo>
                  <a:lnTo>
                    <a:pt x="44530" y="26767"/>
                  </a:lnTo>
                  <a:lnTo>
                    <a:pt x="43210" y="23263"/>
                  </a:lnTo>
                  <a:lnTo>
                    <a:pt x="43075" y="22993"/>
                  </a:lnTo>
                  <a:lnTo>
                    <a:pt x="42886" y="22751"/>
                  </a:lnTo>
                  <a:lnTo>
                    <a:pt x="42671" y="22535"/>
                  </a:lnTo>
                  <a:lnTo>
                    <a:pt x="42428" y="2237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864;p74">
              <a:extLst>
                <a:ext uri="{FF2B5EF4-FFF2-40B4-BE49-F238E27FC236}">
                  <a16:creationId xmlns:a16="http://schemas.microsoft.com/office/drawing/2014/main" id="{17B82295-82A6-7D32-92CE-2AC5CB3CE38D}"/>
                </a:ext>
              </a:extLst>
            </p:cNvPr>
            <p:cNvSpPr/>
            <p:nvPr/>
          </p:nvSpPr>
          <p:spPr>
            <a:xfrm>
              <a:off x="6614225" y="2677664"/>
              <a:ext cx="829784" cy="556549"/>
            </a:xfrm>
            <a:custGeom>
              <a:avLst/>
              <a:gdLst/>
              <a:ahLst/>
              <a:cxnLst/>
              <a:rect l="l" t="t" r="r" b="b"/>
              <a:pathLst>
                <a:path w="44208" h="29651" extrusionOk="0">
                  <a:moveTo>
                    <a:pt x="44207" y="0"/>
                  </a:moveTo>
                  <a:lnTo>
                    <a:pt x="2130" y="23047"/>
                  </a:lnTo>
                  <a:lnTo>
                    <a:pt x="1888" y="23236"/>
                  </a:lnTo>
                  <a:lnTo>
                    <a:pt x="1672" y="23424"/>
                  </a:lnTo>
                  <a:lnTo>
                    <a:pt x="1510" y="23667"/>
                  </a:lnTo>
                  <a:lnTo>
                    <a:pt x="1375" y="23936"/>
                  </a:lnTo>
                  <a:lnTo>
                    <a:pt x="108" y="27468"/>
                  </a:lnTo>
                  <a:lnTo>
                    <a:pt x="55" y="27683"/>
                  </a:lnTo>
                  <a:lnTo>
                    <a:pt x="1" y="27926"/>
                  </a:lnTo>
                  <a:lnTo>
                    <a:pt x="1" y="28141"/>
                  </a:lnTo>
                  <a:lnTo>
                    <a:pt x="55" y="28357"/>
                  </a:lnTo>
                  <a:lnTo>
                    <a:pt x="108" y="28573"/>
                  </a:lnTo>
                  <a:lnTo>
                    <a:pt x="189" y="28761"/>
                  </a:lnTo>
                  <a:lnTo>
                    <a:pt x="297" y="28950"/>
                  </a:lnTo>
                  <a:lnTo>
                    <a:pt x="432" y="29112"/>
                  </a:lnTo>
                  <a:lnTo>
                    <a:pt x="594" y="29274"/>
                  </a:lnTo>
                  <a:lnTo>
                    <a:pt x="755" y="29381"/>
                  </a:lnTo>
                  <a:lnTo>
                    <a:pt x="944" y="29489"/>
                  </a:lnTo>
                  <a:lnTo>
                    <a:pt x="1160" y="29570"/>
                  </a:lnTo>
                  <a:lnTo>
                    <a:pt x="1375" y="29624"/>
                  </a:lnTo>
                  <a:lnTo>
                    <a:pt x="1591" y="29651"/>
                  </a:lnTo>
                  <a:lnTo>
                    <a:pt x="1834" y="29651"/>
                  </a:lnTo>
                  <a:lnTo>
                    <a:pt x="2049" y="29597"/>
                  </a:lnTo>
                  <a:lnTo>
                    <a:pt x="43695" y="18465"/>
                  </a:lnTo>
                  <a:lnTo>
                    <a:pt x="4420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865;p74">
              <a:extLst>
                <a:ext uri="{FF2B5EF4-FFF2-40B4-BE49-F238E27FC236}">
                  <a16:creationId xmlns:a16="http://schemas.microsoft.com/office/drawing/2014/main" id="{1029A570-34D3-D711-00D1-FFB0857E4F06}"/>
                </a:ext>
              </a:extLst>
            </p:cNvPr>
            <p:cNvSpPr/>
            <p:nvPr/>
          </p:nvSpPr>
          <p:spPr>
            <a:xfrm>
              <a:off x="7281047" y="2105950"/>
              <a:ext cx="519629" cy="1783488"/>
            </a:xfrm>
            <a:custGeom>
              <a:avLst/>
              <a:gdLst/>
              <a:ahLst/>
              <a:cxnLst/>
              <a:rect l="l" t="t" r="r" b="b"/>
              <a:pathLst>
                <a:path w="27684" h="95018" extrusionOk="0">
                  <a:moveTo>
                    <a:pt x="11241" y="1"/>
                  </a:moveTo>
                  <a:lnTo>
                    <a:pt x="10998" y="28"/>
                  </a:lnTo>
                  <a:lnTo>
                    <a:pt x="10729" y="55"/>
                  </a:lnTo>
                  <a:lnTo>
                    <a:pt x="10405" y="163"/>
                  </a:lnTo>
                  <a:lnTo>
                    <a:pt x="10082" y="297"/>
                  </a:lnTo>
                  <a:lnTo>
                    <a:pt x="9731" y="540"/>
                  </a:lnTo>
                  <a:lnTo>
                    <a:pt x="9543" y="675"/>
                  </a:lnTo>
                  <a:lnTo>
                    <a:pt x="9354" y="863"/>
                  </a:lnTo>
                  <a:lnTo>
                    <a:pt x="9165" y="1052"/>
                  </a:lnTo>
                  <a:lnTo>
                    <a:pt x="8977" y="1268"/>
                  </a:lnTo>
                  <a:lnTo>
                    <a:pt x="8788" y="1510"/>
                  </a:lnTo>
                  <a:lnTo>
                    <a:pt x="8626" y="1780"/>
                  </a:lnTo>
                  <a:lnTo>
                    <a:pt x="8438" y="2103"/>
                  </a:lnTo>
                  <a:lnTo>
                    <a:pt x="8249" y="2427"/>
                  </a:lnTo>
                  <a:lnTo>
                    <a:pt x="8060" y="2804"/>
                  </a:lnTo>
                  <a:lnTo>
                    <a:pt x="7871" y="3208"/>
                  </a:lnTo>
                  <a:lnTo>
                    <a:pt x="7710" y="3667"/>
                  </a:lnTo>
                  <a:lnTo>
                    <a:pt x="7521" y="4125"/>
                  </a:lnTo>
                  <a:lnTo>
                    <a:pt x="7359" y="4664"/>
                  </a:lnTo>
                  <a:lnTo>
                    <a:pt x="7198" y="5230"/>
                  </a:lnTo>
                  <a:lnTo>
                    <a:pt x="7036" y="5823"/>
                  </a:lnTo>
                  <a:lnTo>
                    <a:pt x="6874" y="6470"/>
                  </a:lnTo>
                  <a:lnTo>
                    <a:pt x="6739" y="7171"/>
                  </a:lnTo>
                  <a:lnTo>
                    <a:pt x="6578" y="7899"/>
                  </a:lnTo>
                  <a:lnTo>
                    <a:pt x="6443" y="8707"/>
                  </a:lnTo>
                  <a:lnTo>
                    <a:pt x="6335" y="9543"/>
                  </a:lnTo>
                  <a:lnTo>
                    <a:pt x="6227" y="10432"/>
                  </a:lnTo>
                  <a:lnTo>
                    <a:pt x="6119" y="11376"/>
                  </a:lnTo>
                  <a:lnTo>
                    <a:pt x="6012" y="12724"/>
                  </a:lnTo>
                  <a:lnTo>
                    <a:pt x="5931" y="14287"/>
                  </a:lnTo>
                  <a:lnTo>
                    <a:pt x="5904" y="16066"/>
                  </a:lnTo>
                  <a:lnTo>
                    <a:pt x="5877" y="18034"/>
                  </a:lnTo>
                  <a:lnTo>
                    <a:pt x="5877" y="20163"/>
                  </a:lnTo>
                  <a:lnTo>
                    <a:pt x="5931" y="22455"/>
                  </a:lnTo>
                  <a:lnTo>
                    <a:pt x="5985" y="24854"/>
                  </a:lnTo>
                  <a:lnTo>
                    <a:pt x="6065" y="27387"/>
                  </a:lnTo>
                  <a:lnTo>
                    <a:pt x="6308" y="32751"/>
                  </a:lnTo>
                  <a:lnTo>
                    <a:pt x="6578" y="38385"/>
                  </a:lnTo>
                  <a:lnTo>
                    <a:pt x="6928" y="44153"/>
                  </a:lnTo>
                  <a:lnTo>
                    <a:pt x="7278" y="49895"/>
                  </a:lnTo>
                  <a:lnTo>
                    <a:pt x="7683" y="55529"/>
                  </a:lnTo>
                  <a:lnTo>
                    <a:pt x="8060" y="60893"/>
                  </a:lnTo>
                  <a:lnTo>
                    <a:pt x="8788" y="70219"/>
                  </a:lnTo>
                  <a:lnTo>
                    <a:pt x="9327" y="76850"/>
                  </a:lnTo>
                  <a:lnTo>
                    <a:pt x="9570" y="79680"/>
                  </a:lnTo>
                  <a:lnTo>
                    <a:pt x="890" y="87821"/>
                  </a:lnTo>
                  <a:lnTo>
                    <a:pt x="701" y="88037"/>
                  </a:lnTo>
                  <a:lnTo>
                    <a:pt x="567" y="88279"/>
                  </a:lnTo>
                  <a:lnTo>
                    <a:pt x="459" y="88522"/>
                  </a:lnTo>
                  <a:lnTo>
                    <a:pt x="405" y="88791"/>
                  </a:lnTo>
                  <a:lnTo>
                    <a:pt x="1" y="93050"/>
                  </a:lnTo>
                  <a:lnTo>
                    <a:pt x="1" y="93293"/>
                  </a:lnTo>
                  <a:lnTo>
                    <a:pt x="28" y="93509"/>
                  </a:lnTo>
                  <a:lnTo>
                    <a:pt x="81" y="93724"/>
                  </a:lnTo>
                  <a:lnTo>
                    <a:pt x="162" y="93913"/>
                  </a:lnTo>
                  <a:lnTo>
                    <a:pt x="270" y="94075"/>
                  </a:lnTo>
                  <a:lnTo>
                    <a:pt x="405" y="94236"/>
                  </a:lnTo>
                  <a:lnTo>
                    <a:pt x="567" y="94371"/>
                  </a:lnTo>
                  <a:lnTo>
                    <a:pt x="728" y="94506"/>
                  </a:lnTo>
                  <a:lnTo>
                    <a:pt x="890" y="94587"/>
                  </a:lnTo>
                  <a:lnTo>
                    <a:pt x="1079" y="94668"/>
                  </a:lnTo>
                  <a:lnTo>
                    <a:pt x="1294" y="94695"/>
                  </a:lnTo>
                  <a:lnTo>
                    <a:pt x="1483" y="94722"/>
                  </a:lnTo>
                  <a:lnTo>
                    <a:pt x="1699" y="94722"/>
                  </a:lnTo>
                  <a:lnTo>
                    <a:pt x="1914" y="94668"/>
                  </a:lnTo>
                  <a:lnTo>
                    <a:pt x="2130" y="94614"/>
                  </a:lnTo>
                  <a:lnTo>
                    <a:pt x="2319" y="94506"/>
                  </a:lnTo>
                  <a:lnTo>
                    <a:pt x="13909" y="87390"/>
                  </a:lnTo>
                  <a:lnTo>
                    <a:pt x="25338" y="94775"/>
                  </a:lnTo>
                  <a:lnTo>
                    <a:pt x="25554" y="94883"/>
                  </a:lnTo>
                  <a:lnTo>
                    <a:pt x="25743" y="94964"/>
                  </a:lnTo>
                  <a:lnTo>
                    <a:pt x="25958" y="94991"/>
                  </a:lnTo>
                  <a:lnTo>
                    <a:pt x="26174" y="95018"/>
                  </a:lnTo>
                  <a:lnTo>
                    <a:pt x="26363" y="94991"/>
                  </a:lnTo>
                  <a:lnTo>
                    <a:pt x="26578" y="94964"/>
                  </a:lnTo>
                  <a:lnTo>
                    <a:pt x="26767" y="94883"/>
                  </a:lnTo>
                  <a:lnTo>
                    <a:pt x="26929" y="94802"/>
                  </a:lnTo>
                  <a:lnTo>
                    <a:pt x="27117" y="94695"/>
                  </a:lnTo>
                  <a:lnTo>
                    <a:pt x="27252" y="94560"/>
                  </a:lnTo>
                  <a:lnTo>
                    <a:pt x="27387" y="94398"/>
                  </a:lnTo>
                  <a:lnTo>
                    <a:pt x="27495" y="94236"/>
                  </a:lnTo>
                  <a:lnTo>
                    <a:pt x="27603" y="94048"/>
                  </a:lnTo>
                  <a:lnTo>
                    <a:pt x="27657" y="93832"/>
                  </a:lnTo>
                  <a:lnTo>
                    <a:pt x="27683" y="93616"/>
                  </a:lnTo>
                  <a:lnTo>
                    <a:pt x="27683" y="93374"/>
                  </a:lnTo>
                  <a:lnTo>
                    <a:pt x="27387" y="89115"/>
                  </a:lnTo>
                  <a:lnTo>
                    <a:pt x="27333" y="88845"/>
                  </a:lnTo>
                  <a:lnTo>
                    <a:pt x="27252" y="88576"/>
                  </a:lnTo>
                  <a:lnTo>
                    <a:pt x="27117" y="88360"/>
                  </a:lnTo>
                  <a:lnTo>
                    <a:pt x="26929" y="88144"/>
                  </a:lnTo>
                  <a:lnTo>
                    <a:pt x="18007" y="79330"/>
                  </a:lnTo>
                  <a:lnTo>
                    <a:pt x="17899" y="79249"/>
                  </a:lnTo>
                  <a:lnTo>
                    <a:pt x="17980" y="75826"/>
                  </a:lnTo>
                  <a:lnTo>
                    <a:pt x="18114" y="68898"/>
                  </a:lnTo>
                  <a:lnTo>
                    <a:pt x="18249" y="59491"/>
                  </a:lnTo>
                  <a:lnTo>
                    <a:pt x="18330" y="54181"/>
                  </a:lnTo>
                  <a:lnTo>
                    <a:pt x="18357" y="48628"/>
                  </a:lnTo>
                  <a:lnTo>
                    <a:pt x="18357" y="42967"/>
                  </a:lnTo>
                  <a:lnTo>
                    <a:pt x="18357" y="37307"/>
                  </a:lnTo>
                  <a:lnTo>
                    <a:pt x="18303" y="31808"/>
                  </a:lnTo>
                  <a:lnTo>
                    <a:pt x="18195" y="26606"/>
                  </a:lnTo>
                  <a:lnTo>
                    <a:pt x="18114" y="24126"/>
                  </a:lnTo>
                  <a:lnTo>
                    <a:pt x="18034" y="21781"/>
                  </a:lnTo>
                  <a:lnTo>
                    <a:pt x="17926" y="19570"/>
                  </a:lnTo>
                  <a:lnTo>
                    <a:pt x="17818" y="17495"/>
                  </a:lnTo>
                  <a:lnTo>
                    <a:pt x="17683" y="15581"/>
                  </a:lnTo>
                  <a:lnTo>
                    <a:pt x="17548" y="13856"/>
                  </a:lnTo>
                  <a:lnTo>
                    <a:pt x="17360" y="12346"/>
                  </a:lnTo>
                  <a:lnTo>
                    <a:pt x="17171" y="11025"/>
                  </a:lnTo>
                  <a:lnTo>
                    <a:pt x="17009" y="10055"/>
                  </a:lnTo>
                  <a:lnTo>
                    <a:pt x="16848" y="9139"/>
                  </a:lnTo>
                  <a:lnTo>
                    <a:pt x="16659" y="8303"/>
                  </a:lnTo>
                  <a:lnTo>
                    <a:pt x="16470" y="7494"/>
                  </a:lnTo>
                  <a:lnTo>
                    <a:pt x="16281" y="6740"/>
                  </a:lnTo>
                  <a:lnTo>
                    <a:pt x="16093" y="6066"/>
                  </a:lnTo>
                  <a:lnTo>
                    <a:pt x="15904" y="5419"/>
                  </a:lnTo>
                  <a:lnTo>
                    <a:pt x="15688" y="4799"/>
                  </a:lnTo>
                  <a:lnTo>
                    <a:pt x="15473" y="4260"/>
                  </a:lnTo>
                  <a:lnTo>
                    <a:pt x="15284" y="3721"/>
                  </a:lnTo>
                  <a:lnTo>
                    <a:pt x="15068" y="3262"/>
                  </a:lnTo>
                  <a:lnTo>
                    <a:pt x="14853" y="2831"/>
                  </a:lnTo>
                  <a:lnTo>
                    <a:pt x="14637" y="2427"/>
                  </a:lnTo>
                  <a:lnTo>
                    <a:pt x="14422" y="2076"/>
                  </a:lnTo>
                  <a:lnTo>
                    <a:pt x="14206" y="1753"/>
                  </a:lnTo>
                  <a:lnTo>
                    <a:pt x="14017" y="1483"/>
                  </a:lnTo>
                  <a:lnTo>
                    <a:pt x="13802" y="1214"/>
                  </a:lnTo>
                  <a:lnTo>
                    <a:pt x="13586" y="998"/>
                  </a:lnTo>
                  <a:lnTo>
                    <a:pt x="13397" y="783"/>
                  </a:lnTo>
                  <a:lnTo>
                    <a:pt x="13182" y="621"/>
                  </a:lnTo>
                  <a:lnTo>
                    <a:pt x="12993" y="459"/>
                  </a:lnTo>
                  <a:lnTo>
                    <a:pt x="12804" y="351"/>
                  </a:lnTo>
                  <a:lnTo>
                    <a:pt x="12427" y="163"/>
                  </a:lnTo>
                  <a:lnTo>
                    <a:pt x="12076" y="55"/>
                  </a:lnTo>
                  <a:lnTo>
                    <a:pt x="1178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866;p74">
              <a:extLst>
                <a:ext uri="{FF2B5EF4-FFF2-40B4-BE49-F238E27FC236}">
                  <a16:creationId xmlns:a16="http://schemas.microsoft.com/office/drawing/2014/main" id="{F328A367-1DF5-39AC-D6A8-2D4BA753C67C}"/>
                </a:ext>
              </a:extLst>
            </p:cNvPr>
            <p:cNvSpPr/>
            <p:nvPr/>
          </p:nvSpPr>
          <p:spPr>
            <a:xfrm>
              <a:off x="7411082" y="2351340"/>
              <a:ext cx="28849" cy="17719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1456" y="0"/>
                  </a:moveTo>
                  <a:lnTo>
                    <a:pt x="54" y="81"/>
                  </a:lnTo>
                  <a:lnTo>
                    <a:pt x="27" y="108"/>
                  </a:lnTo>
                  <a:lnTo>
                    <a:pt x="0" y="135"/>
                  </a:lnTo>
                  <a:lnTo>
                    <a:pt x="54" y="917"/>
                  </a:lnTo>
                  <a:lnTo>
                    <a:pt x="54" y="944"/>
                  </a:lnTo>
                  <a:lnTo>
                    <a:pt x="81" y="944"/>
                  </a:lnTo>
                  <a:lnTo>
                    <a:pt x="1510" y="890"/>
                  </a:lnTo>
                  <a:lnTo>
                    <a:pt x="1536" y="863"/>
                  </a:lnTo>
                  <a:lnTo>
                    <a:pt x="1536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867;p74">
              <a:extLst>
                <a:ext uri="{FF2B5EF4-FFF2-40B4-BE49-F238E27FC236}">
                  <a16:creationId xmlns:a16="http://schemas.microsoft.com/office/drawing/2014/main" id="{286D96B4-970F-70C6-0DD8-6F76BD3782AF}"/>
                </a:ext>
              </a:extLst>
            </p:cNvPr>
            <p:cNvSpPr/>
            <p:nvPr/>
          </p:nvSpPr>
          <p:spPr>
            <a:xfrm>
              <a:off x="7412583" y="2417615"/>
              <a:ext cx="28868" cy="17719"/>
            </a:xfrm>
            <a:custGeom>
              <a:avLst/>
              <a:gdLst/>
              <a:ahLst/>
              <a:cxnLst/>
              <a:rect l="l" t="t" r="r" b="b"/>
              <a:pathLst>
                <a:path w="1538" h="944" extrusionOk="0">
                  <a:moveTo>
                    <a:pt x="1456" y="0"/>
                  </a:moveTo>
                  <a:lnTo>
                    <a:pt x="55" y="81"/>
                  </a:lnTo>
                  <a:lnTo>
                    <a:pt x="28" y="108"/>
                  </a:lnTo>
                  <a:lnTo>
                    <a:pt x="1" y="135"/>
                  </a:lnTo>
                  <a:lnTo>
                    <a:pt x="55" y="917"/>
                  </a:lnTo>
                  <a:lnTo>
                    <a:pt x="55" y="944"/>
                  </a:lnTo>
                  <a:lnTo>
                    <a:pt x="109" y="944"/>
                  </a:lnTo>
                  <a:lnTo>
                    <a:pt x="1510" y="890"/>
                  </a:lnTo>
                  <a:lnTo>
                    <a:pt x="1537" y="863"/>
                  </a:lnTo>
                  <a:lnTo>
                    <a:pt x="1537" y="836"/>
                  </a:lnTo>
                  <a:lnTo>
                    <a:pt x="1510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868;p74">
              <a:extLst>
                <a:ext uri="{FF2B5EF4-FFF2-40B4-BE49-F238E27FC236}">
                  <a16:creationId xmlns:a16="http://schemas.microsoft.com/office/drawing/2014/main" id="{E488D6E3-C0D2-36BF-31ED-2D4B6DFB03DF}"/>
                </a:ext>
              </a:extLst>
            </p:cNvPr>
            <p:cNvSpPr/>
            <p:nvPr/>
          </p:nvSpPr>
          <p:spPr>
            <a:xfrm>
              <a:off x="7414104" y="2481356"/>
              <a:ext cx="28361" cy="17738"/>
            </a:xfrm>
            <a:custGeom>
              <a:avLst/>
              <a:gdLst/>
              <a:ahLst/>
              <a:cxnLst/>
              <a:rect l="l" t="t" r="r" b="b"/>
              <a:pathLst>
                <a:path w="1511" h="945" extrusionOk="0">
                  <a:moveTo>
                    <a:pt x="1429" y="1"/>
                  </a:moveTo>
                  <a:lnTo>
                    <a:pt x="28" y="81"/>
                  </a:lnTo>
                  <a:lnTo>
                    <a:pt x="1" y="81"/>
                  </a:lnTo>
                  <a:lnTo>
                    <a:pt x="1" y="108"/>
                  </a:lnTo>
                  <a:lnTo>
                    <a:pt x="28" y="917"/>
                  </a:lnTo>
                  <a:lnTo>
                    <a:pt x="55" y="944"/>
                  </a:lnTo>
                  <a:lnTo>
                    <a:pt x="82" y="944"/>
                  </a:lnTo>
                  <a:lnTo>
                    <a:pt x="1483" y="863"/>
                  </a:lnTo>
                  <a:lnTo>
                    <a:pt x="1510" y="863"/>
                  </a:lnTo>
                  <a:lnTo>
                    <a:pt x="1510" y="836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869;p74">
              <a:extLst>
                <a:ext uri="{FF2B5EF4-FFF2-40B4-BE49-F238E27FC236}">
                  <a16:creationId xmlns:a16="http://schemas.microsoft.com/office/drawing/2014/main" id="{CD6A2A16-8AA5-1C13-294F-5CEF2A25F059}"/>
                </a:ext>
              </a:extLst>
            </p:cNvPr>
            <p:cNvSpPr/>
            <p:nvPr/>
          </p:nvSpPr>
          <p:spPr>
            <a:xfrm>
              <a:off x="7414104" y="2547630"/>
              <a:ext cx="28361" cy="17738"/>
            </a:xfrm>
            <a:custGeom>
              <a:avLst/>
              <a:gdLst/>
              <a:ahLst/>
              <a:cxnLst/>
              <a:rect l="l" t="t" r="r" b="b"/>
              <a:pathLst>
                <a:path w="1511" h="945" extrusionOk="0">
                  <a:moveTo>
                    <a:pt x="1429" y="1"/>
                  </a:moveTo>
                  <a:lnTo>
                    <a:pt x="28" y="82"/>
                  </a:lnTo>
                  <a:lnTo>
                    <a:pt x="1" y="82"/>
                  </a:lnTo>
                  <a:lnTo>
                    <a:pt x="1" y="109"/>
                  </a:lnTo>
                  <a:lnTo>
                    <a:pt x="28" y="917"/>
                  </a:lnTo>
                  <a:lnTo>
                    <a:pt x="55" y="944"/>
                  </a:lnTo>
                  <a:lnTo>
                    <a:pt x="82" y="944"/>
                  </a:lnTo>
                  <a:lnTo>
                    <a:pt x="1483" y="863"/>
                  </a:lnTo>
                  <a:lnTo>
                    <a:pt x="1510" y="863"/>
                  </a:lnTo>
                  <a:lnTo>
                    <a:pt x="1510" y="836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870;p74">
              <a:extLst>
                <a:ext uri="{FF2B5EF4-FFF2-40B4-BE49-F238E27FC236}">
                  <a16:creationId xmlns:a16="http://schemas.microsoft.com/office/drawing/2014/main" id="{85DCDD9D-941F-20D2-62D0-9BA79D79E1FE}"/>
                </a:ext>
              </a:extLst>
            </p:cNvPr>
            <p:cNvSpPr/>
            <p:nvPr/>
          </p:nvSpPr>
          <p:spPr>
            <a:xfrm>
              <a:off x="7415624" y="2610883"/>
              <a:ext cx="28868" cy="17719"/>
            </a:xfrm>
            <a:custGeom>
              <a:avLst/>
              <a:gdLst/>
              <a:ahLst/>
              <a:cxnLst/>
              <a:rect l="l" t="t" r="r" b="b"/>
              <a:pathLst>
                <a:path w="1538" h="944" extrusionOk="0">
                  <a:moveTo>
                    <a:pt x="1456" y="0"/>
                  </a:moveTo>
                  <a:lnTo>
                    <a:pt x="28" y="54"/>
                  </a:lnTo>
                  <a:lnTo>
                    <a:pt x="1" y="81"/>
                  </a:lnTo>
                  <a:lnTo>
                    <a:pt x="1" y="108"/>
                  </a:lnTo>
                  <a:lnTo>
                    <a:pt x="55" y="890"/>
                  </a:lnTo>
                  <a:lnTo>
                    <a:pt x="55" y="917"/>
                  </a:lnTo>
                  <a:lnTo>
                    <a:pt x="81" y="944"/>
                  </a:lnTo>
                  <a:lnTo>
                    <a:pt x="1483" y="863"/>
                  </a:lnTo>
                  <a:lnTo>
                    <a:pt x="1510" y="863"/>
                  </a:lnTo>
                  <a:lnTo>
                    <a:pt x="1537" y="809"/>
                  </a:lnTo>
                  <a:lnTo>
                    <a:pt x="1483" y="27"/>
                  </a:lnTo>
                  <a:lnTo>
                    <a:pt x="14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871;p74">
              <a:extLst>
                <a:ext uri="{FF2B5EF4-FFF2-40B4-BE49-F238E27FC236}">
                  <a16:creationId xmlns:a16="http://schemas.microsoft.com/office/drawing/2014/main" id="{1733B218-B52B-9E85-0695-03E074E5940F}"/>
                </a:ext>
              </a:extLst>
            </p:cNvPr>
            <p:cNvSpPr/>
            <p:nvPr/>
          </p:nvSpPr>
          <p:spPr>
            <a:xfrm>
              <a:off x="7417144" y="2677157"/>
              <a:ext cx="28849" cy="17719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1456" y="0"/>
                  </a:moveTo>
                  <a:lnTo>
                    <a:pt x="54" y="54"/>
                  </a:lnTo>
                  <a:lnTo>
                    <a:pt x="27" y="81"/>
                  </a:lnTo>
                  <a:lnTo>
                    <a:pt x="0" y="108"/>
                  </a:lnTo>
                  <a:lnTo>
                    <a:pt x="54" y="890"/>
                  </a:lnTo>
                  <a:lnTo>
                    <a:pt x="54" y="917"/>
                  </a:lnTo>
                  <a:lnTo>
                    <a:pt x="81" y="944"/>
                  </a:lnTo>
                  <a:lnTo>
                    <a:pt x="1483" y="863"/>
                  </a:lnTo>
                  <a:lnTo>
                    <a:pt x="1510" y="863"/>
                  </a:lnTo>
                  <a:lnTo>
                    <a:pt x="1537" y="809"/>
                  </a:lnTo>
                  <a:lnTo>
                    <a:pt x="1483" y="27"/>
                  </a:lnTo>
                  <a:lnTo>
                    <a:pt x="14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872;p74">
              <a:extLst>
                <a:ext uri="{FF2B5EF4-FFF2-40B4-BE49-F238E27FC236}">
                  <a16:creationId xmlns:a16="http://schemas.microsoft.com/office/drawing/2014/main" id="{12013CAD-C0E3-AAD8-535C-D592961CE799}"/>
                </a:ext>
              </a:extLst>
            </p:cNvPr>
            <p:cNvSpPr/>
            <p:nvPr/>
          </p:nvSpPr>
          <p:spPr>
            <a:xfrm>
              <a:off x="7420185" y="2741405"/>
              <a:ext cx="28849" cy="17719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1456" y="1"/>
                  </a:moveTo>
                  <a:lnTo>
                    <a:pt x="54" y="81"/>
                  </a:lnTo>
                  <a:lnTo>
                    <a:pt x="27" y="81"/>
                  </a:lnTo>
                  <a:lnTo>
                    <a:pt x="0" y="135"/>
                  </a:lnTo>
                  <a:lnTo>
                    <a:pt x="54" y="917"/>
                  </a:lnTo>
                  <a:lnTo>
                    <a:pt x="54" y="944"/>
                  </a:lnTo>
                  <a:lnTo>
                    <a:pt x="81" y="944"/>
                  </a:lnTo>
                  <a:lnTo>
                    <a:pt x="1510" y="890"/>
                  </a:lnTo>
                  <a:lnTo>
                    <a:pt x="1537" y="863"/>
                  </a:lnTo>
                  <a:lnTo>
                    <a:pt x="1537" y="836"/>
                  </a:lnTo>
                  <a:lnTo>
                    <a:pt x="1483" y="54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873;p74">
              <a:extLst>
                <a:ext uri="{FF2B5EF4-FFF2-40B4-BE49-F238E27FC236}">
                  <a16:creationId xmlns:a16="http://schemas.microsoft.com/office/drawing/2014/main" id="{B8AE18DF-C255-68B9-B05C-9F696C506F24}"/>
                </a:ext>
              </a:extLst>
            </p:cNvPr>
            <p:cNvSpPr/>
            <p:nvPr/>
          </p:nvSpPr>
          <p:spPr>
            <a:xfrm>
              <a:off x="7421705" y="2807679"/>
              <a:ext cx="28849" cy="17738"/>
            </a:xfrm>
            <a:custGeom>
              <a:avLst/>
              <a:gdLst/>
              <a:ahLst/>
              <a:cxnLst/>
              <a:rect l="l" t="t" r="r" b="b"/>
              <a:pathLst>
                <a:path w="1537" h="945" extrusionOk="0">
                  <a:moveTo>
                    <a:pt x="1456" y="1"/>
                  </a:moveTo>
                  <a:lnTo>
                    <a:pt x="54" y="82"/>
                  </a:lnTo>
                  <a:lnTo>
                    <a:pt x="27" y="82"/>
                  </a:lnTo>
                  <a:lnTo>
                    <a:pt x="0" y="135"/>
                  </a:lnTo>
                  <a:lnTo>
                    <a:pt x="54" y="917"/>
                  </a:lnTo>
                  <a:lnTo>
                    <a:pt x="54" y="944"/>
                  </a:lnTo>
                  <a:lnTo>
                    <a:pt x="81" y="944"/>
                  </a:lnTo>
                  <a:lnTo>
                    <a:pt x="1510" y="890"/>
                  </a:lnTo>
                  <a:lnTo>
                    <a:pt x="1537" y="863"/>
                  </a:lnTo>
                  <a:lnTo>
                    <a:pt x="1537" y="836"/>
                  </a:lnTo>
                  <a:lnTo>
                    <a:pt x="1483" y="55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874;p74">
              <a:extLst>
                <a:ext uri="{FF2B5EF4-FFF2-40B4-BE49-F238E27FC236}">
                  <a16:creationId xmlns:a16="http://schemas.microsoft.com/office/drawing/2014/main" id="{1B4633C8-311A-F94F-E6B9-5F89A8573F24}"/>
                </a:ext>
              </a:extLst>
            </p:cNvPr>
            <p:cNvSpPr/>
            <p:nvPr/>
          </p:nvSpPr>
          <p:spPr>
            <a:xfrm>
              <a:off x="7424727" y="2871945"/>
              <a:ext cx="28868" cy="17719"/>
            </a:xfrm>
            <a:custGeom>
              <a:avLst/>
              <a:gdLst/>
              <a:ahLst/>
              <a:cxnLst/>
              <a:rect l="l" t="t" r="r" b="b"/>
              <a:pathLst>
                <a:path w="1538" h="944" extrusionOk="0">
                  <a:moveTo>
                    <a:pt x="1456" y="0"/>
                  </a:moveTo>
                  <a:lnTo>
                    <a:pt x="28" y="81"/>
                  </a:lnTo>
                  <a:lnTo>
                    <a:pt x="1" y="81"/>
                  </a:lnTo>
                  <a:lnTo>
                    <a:pt x="1" y="135"/>
                  </a:lnTo>
                  <a:lnTo>
                    <a:pt x="55" y="917"/>
                  </a:lnTo>
                  <a:lnTo>
                    <a:pt x="55" y="943"/>
                  </a:lnTo>
                  <a:lnTo>
                    <a:pt x="82" y="943"/>
                  </a:lnTo>
                  <a:lnTo>
                    <a:pt x="1483" y="890"/>
                  </a:lnTo>
                  <a:lnTo>
                    <a:pt x="1510" y="863"/>
                  </a:lnTo>
                  <a:lnTo>
                    <a:pt x="1537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875;p74">
              <a:extLst>
                <a:ext uri="{FF2B5EF4-FFF2-40B4-BE49-F238E27FC236}">
                  <a16:creationId xmlns:a16="http://schemas.microsoft.com/office/drawing/2014/main" id="{FE08D614-F22A-96C3-ADA0-959DCD83209A}"/>
                </a:ext>
              </a:extLst>
            </p:cNvPr>
            <p:cNvSpPr/>
            <p:nvPr/>
          </p:nvSpPr>
          <p:spPr>
            <a:xfrm>
              <a:off x="7426248" y="2938220"/>
              <a:ext cx="28868" cy="17719"/>
            </a:xfrm>
            <a:custGeom>
              <a:avLst/>
              <a:gdLst/>
              <a:ahLst/>
              <a:cxnLst/>
              <a:rect l="l" t="t" r="r" b="b"/>
              <a:pathLst>
                <a:path w="1538" h="944" extrusionOk="0">
                  <a:moveTo>
                    <a:pt x="1456" y="0"/>
                  </a:moveTo>
                  <a:lnTo>
                    <a:pt x="55" y="81"/>
                  </a:lnTo>
                  <a:lnTo>
                    <a:pt x="28" y="81"/>
                  </a:lnTo>
                  <a:lnTo>
                    <a:pt x="1" y="108"/>
                  </a:lnTo>
                  <a:lnTo>
                    <a:pt x="55" y="917"/>
                  </a:lnTo>
                  <a:lnTo>
                    <a:pt x="55" y="944"/>
                  </a:lnTo>
                  <a:lnTo>
                    <a:pt x="82" y="944"/>
                  </a:lnTo>
                  <a:lnTo>
                    <a:pt x="1483" y="890"/>
                  </a:lnTo>
                  <a:lnTo>
                    <a:pt x="1510" y="863"/>
                  </a:lnTo>
                  <a:lnTo>
                    <a:pt x="1537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876;p74">
              <a:extLst>
                <a:ext uri="{FF2B5EF4-FFF2-40B4-BE49-F238E27FC236}">
                  <a16:creationId xmlns:a16="http://schemas.microsoft.com/office/drawing/2014/main" id="{31C08794-7640-87F1-40C1-38A9602AC05D}"/>
                </a:ext>
              </a:extLst>
            </p:cNvPr>
            <p:cNvSpPr/>
            <p:nvPr/>
          </p:nvSpPr>
          <p:spPr>
            <a:xfrm>
              <a:off x="7429288" y="3002974"/>
              <a:ext cx="28849" cy="17719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1456" y="0"/>
                  </a:moveTo>
                  <a:lnTo>
                    <a:pt x="54" y="81"/>
                  </a:lnTo>
                  <a:lnTo>
                    <a:pt x="27" y="81"/>
                  </a:lnTo>
                  <a:lnTo>
                    <a:pt x="0" y="108"/>
                  </a:lnTo>
                  <a:lnTo>
                    <a:pt x="54" y="917"/>
                  </a:lnTo>
                  <a:lnTo>
                    <a:pt x="54" y="944"/>
                  </a:lnTo>
                  <a:lnTo>
                    <a:pt x="81" y="944"/>
                  </a:lnTo>
                  <a:lnTo>
                    <a:pt x="1483" y="863"/>
                  </a:lnTo>
                  <a:lnTo>
                    <a:pt x="1537" y="863"/>
                  </a:lnTo>
                  <a:lnTo>
                    <a:pt x="1537" y="836"/>
                  </a:lnTo>
                  <a:lnTo>
                    <a:pt x="1483" y="27"/>
                  </a:lnTo>
                  <a:lnTo>
                    <a:pt x="14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877;p74">
              <a:extLst>
                <a:ext uri="{FF2B5EF4-FFF2-40B4-BE49-F238E27FC236}">
                  <a16:creationId xmlns:a16="http://schemas.microsoft.com/office/drawing/2014/main" id="{2ED08D84-4D39-A8C0-2900-0ECFB4D46375}"/>
                </a:ext>
              </a:extLst>
            </p:cNvPr>
            <p:cNvSpPr/>
            <p:nvPr/>
          </p:nvSpPr>
          <p:spPr>
            <a:xfrm>
              <a:off x="7430809" y="3069249"/>
              <a:ext cx="28849" cy="17719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1456" y="1"/>
                  </a:moveTo>
                  <a:lnTo>
                    <a:pt x="54" y="81"/>
                  </a:lnTo>
                  <a:lnTo>
                    <a:pt x="27" y="81"/>
                  </a:lnTo>
                  <a:lnTo>
                    <a:pt x="0" y="108"/>
                  </a:lnTo>
                  <a:lnTo>
                    <a:pt x="54" y="890"/>
                  </a:lnTo>
                  <a:lnTo>
                    <a:pt x="54" y="917"/>
                  </a:lnTo>
                  <a:lnTo>
                    <a:pt x="81" y="944"/>
                  </a:lnTo>
                  <a:lnTo>
                    <a:pt x="1510" y="863"/>
                  </a:lnTo>
                  <a:lnTo>
                    <a:pt x="1537" y="863"/>
                  </a:lnTo>
                  <a:lnTo>
                    <a:pt x="1537" y="836"/>
                  </a:lnTo>
                  <a:lnTo>
                    <a:pt x="1483" y="28"/>
                  </a:lnTo>
                  <a:lnTo>
                    <a:pt x="1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878;p74">
              <a:extLst>
                <a:ext uri="{FF2B5EF4-FFF2-40B4-BE49-F238E27FC236}">
                  <a16:creationId xmlns:a16="http://schemas.microsoft.com/office/drawing/2014/main" id="{7AC900D3-2A81-AF3F-BE79-5F0F2EE6B279}"/>
                </a:ext>
              </a:extLst>
            </p:cNvPr>
            <p:cNvSpPr/>
            <p:nvPr/>
          </p:nvSpPr>
          <p:spPr>
            <a:xfrm>
              <a:off x="7433342" y="3133496"/>
              <a:ext cx="28849" cy="17738"/>
            </a:xfrm>
            <a:custGeom>
              <a:avLst/>
              <a:gdLst/>
              <a:ahLst/>
              <a:cxnLst/>
              <a:rect l="l" t="t" r="r" b="b"/>
              <a:pathLst>
                <a:path w="1537" h="945" extrusionOk="0">
                  <a:moveTo>
                    <a:pt x="1456" y="1"/>
                  </a:moveTo>
                  <a:lnTo>
                    <a:pt x="27" y="82"/>
                  </a:lnTo>
                  <a:lnTo>
                    <a:pt x="0" y="82"/>
                  </a:lnTo>
                  <a:lnTo>
                    <a:pt x="0" y="109"/>
                  </a:lnTo>
                  <a:lnTo>
                    <a:pt x="54" y="917"/>
                  </a:lnTo>
                  <a:lnTo>
                    <a:pt x="54" y="944"/>
                  </a:lnTo>
                  <a:lnTo>
                    <a:pt x="81" y="944"/>
                  </a:lnTo>
                  <a:lnTo>
                    <a:pt x="1483" y="863"/>
                  </a:lnTo>
                  <a:lnTo>
                    <a:pt x="1510" y="863"/>
                  </a:lnTo>
                  <a:lnTo>
                    <a:pt x="1537" y="836"/>
                  </a:lnTo>
                  <a:lnTo>
                    <a:pt x="1483" y="28"/>
                  </a:lnTo>
                  <a:lnTo>
                    <a:pt x="1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879;p74">
              <a:extLst>
                <a:ext uri="{FF2B5EF4-FFF2-40B4-BE49-F238E27FC236}">
                  <a16:creationId xmlns:a16="http://schemas.microsoft.com/office/drawing/2014/main" id="{9D3E06BE-2C45-9517-26BB-00BC756C4EC2}"/>
                </a:ext>
              </a:extLst>
            </p:cNvPr>
            <p:cNvSpPr/>
            <p:nvPr/>
          </p:nvSpPr>
          <p:spPr>
            <a:xfrm>
              <a:off x="7565385" y="2350834"/>
              <a:ext cx="28343" cy="16705"/>
            </a:xfrm>
            <a:custGeom>
              <a:avLst/>
              <a:gdLst/>
              <a:ahLst/>
              <a:cxnLst/>
              <a:rect l="l" t="t" r="r" b="b"/>
              <a:pathLst>
                <a:path w="1510" h="890" extrusionOk="0">
                  <a:moveTo>
                    <a:pt x="27" y="0"/>
                  </a:moveTo>
                  <a:lnTo>
                    <a:pt x="0" y="27"/>
                  </a:lnTo>
                  <a:lnTo>
                    <a:pt x="0" y="836"/>
                  </a:lnTo>
                  <a:lnTo>
                    <a:pt x="27" y="863"/>
                  </a:lnTo>
                  <a:lnTo>
                    <a:pt x="54" y="863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836"/>
                  </a:lnTo>
                  <a:lnTo>
                    <a:pt x="1510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880;p74">
              <a:extLst>
                <a:ext uri="{FF2B5EF4-FFF2-40B4-BE49-F238E27FC236}">
                  <a16:creationId xmlns:a16="http://schemas.microsoft.com/office/drawing/2014/main" id="{D1DA3723-3FE6-1D92-C3A6-EB8DDBC04615}"/>
                </a:ext>
              </a:extLst>
            </p:cNvPr>
            <p:cNvSpPr/>
            <p:nvPr/>
          </p:nvSpPr>
          <p:spPr>
            <a:xfrm>
              <a:off x="7566906" y="2417108"/>
              <a:ext cx="27836" cy="16705"/>
            </a:xfrm>
            <a:custGeom>
              <a:avLst/>
              <a:gdLst/>
              <a:ahLst/>
              <a:cxnLst/>
              <a:rect l="l" t="t" r="r" b="b"/>
              <a:pathLst>
                <a:path w="1483" h="890" extrusionOk="0">
                  <a:moveTo>
                    <a:pt x="0" y="0"/>
                  </a:moveTo>
                  <a:lnTo>
                    <a:pt x="0" y="27"/>
                  </a:lnTo>
                  <a:lnTo>
                    <a:pt x="0" y="836"/>
                  </a:lnTo>
                  <a:lnTo>
                    <a:pt x="0" y="863"/>
                  </a:lnTo>
                  <a:lnTo>
                    <a:pt x="27" y="863"/>
                  </a:lnTo>
                  <a:lnTo>
                    <a:pt x="1429" y="890"/>
                  </a:lnTo>
                  <a:lnTo>
                    <a:pt x="1456" y="863"/>
                  </a:lnTo>
                  <a:lnTo>
                    <a:pt x="1483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881;p74">
              <a:extLst>
                <a:ext uri="{FF2B5EF4-FFF2-40B4-BE49-F238E27FC236}">
                  <a16:creationId xmlns:a16="http://schemas.microsoft.com/office/drawing/2014/main" id="{8F7A126E-F298-15B9-A3AF-99E9DE74B9F9}"/>
                </a:ext>
              </a:extLst>
            </p:cNvPr>
            <p:cNvSpPr/>
            <p:nvPr/>
          </p:nvSpPr>
          <p:spPr>
            <a:xfrm>
              <a:off x="7568426" y="2480849"/>
              <a:ext cx="27836" cy="16217"/>
            </a:xfrm>
            <a:custGeom>
              <a:avLst/>
              <a:gdLst/>
              <a:ahLst/>
              <a:cxnLst/>
              <a:rect l="l" t="t" r="r" b="b"/>
              <a:pathLst>
                <a:path w="1483" h="864" extrusionOk="0">
                  <a:moveTo>
                    <a:pt x="0" y="1"/>
                  </a:moveTo>
                  <a:lnTo>
                    <a:pt x="0" y="28"/>
                  </a:lnTo>
                  <a:lnTo>
                    <a:pt x="0" y="809"/>
                  </a:lnTo>
                  <a:lnTo>
                    <a:pt x="0" y="836"/>
                  </a:lnTo>
                  <a:lnTo>
                    <a:pt x="27" y="863"/>
                  </a:lnTo>
                  <a:lnTo>
                    <a:pt x="1456" y="863"/>
                  </a:lnTo>
                  <a:lnTo>
                    <a:pt x="1483" y="836"/>
                  </a:lnTo>
                  <a:lnTo>
                    <a:pt x="1483" y="28"/>
                  </a:lnTo>
                  <a:lnTo>
                    <a:pt x="1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882;p74">
              <a:extLst>
                <a:ext uri="{FF2B5EF4-FFF2-40B4-BE49-F238E27FC236}">
                  <a16:creationId xmlns:a16="http://schemas.microsoft.com/office/drawing/2014/main" id="{D8AC33FD-77D7-C9E6-C031-378153853A66}"/>
                </a:ext>
              </a:extLst>
            </p:cNvPr>
            <p:cNvSpPr/>
            <p:nvPr/>
          </p:nvSpPr>
          <p:spPr>
            <a:xfrm>
              <a:off x="7571448" y="2546617"/>
              <a:ext cx="27855" cy="16724"/>
            </a:xfrm>
            <a:custGeom>
              <a:avLst/>
              <a:gdLst/>
              <a:ahLst/>
              <a:cxnLst/>
              <a:rect l="l" t="t" r="r" b="b"/>
              <a:pathLst>
                <a:path w="1484" h="891" extrusionOk="0">
                  <a:moveTo>
                    <a:pt x="28" y="1"/>
                  </a:moveTo>
                  <a:lnTo>
                    <a:pt x="1" y="28"/>
                  </a:lnTo>
                  <a:lnTo>
                    <a:pt x="1" y="55"/>
                  </a:lnTo>
                  <a:lnTo>
                    <a:pt x="1" y="836"/>
                  </a:lnTo>
                  <a:lnTo>
                    <a:pt x="1" y="863"/>
                  </a:lnTo>
                  <a:lnTo>
                    <a:pt x="28" y="890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55"/>
                  </a:lnTo>
                  <a:lnTo>
                    <a:pt x="1483" y="28"/>
                  </a:lnTo>
                  <a:lnTo>
                    <a:pt x="1456" y="28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883;p74">
              <a:extLst>
                <a:ext uri="{FF2B5EF4-FFF2-40B4-BE49-F238E27FC236}">
                  <a16:creationId xmlns:a16="http://schemas.microsoft.com/office/drawing/2014/main" id="{9728FC23-BC52-A3AC-4AC2-74E93D21AEE9}"/>
                </a:ext>
              </a:extLst>
            </p:cNvPr>
            <p:cNvSpPr/>
            <p:nvPr/>
          </p:nvSpPr>
          <p:spPr>
            <a:xfrm>
              <a:off x="7571955" y="2609869"/>
              <a:ext cx="28361" cy="16705"/>
            </a:xfrm>
            <a:custGeom>
              <a:avLst/>
              <a:gdLst/>
              <a:ahLst/>
              <a:cxnLst/>
              <a:rect l="l" t="t" r="r" b="b"/>
              <a:pathLst>
                <a:path w="1511" h="890" extrusionOk="0">
                  <a:moveTo>
                    <a:pt x="55" y="0"/>
                  </a:moveTo>
                  <a:lnTo>
                    <a:pt x="28" y="27"/>
                  </a:lnTo>
                  <a:lnTo>
                    <a:pt x="28" y="54"/>
                  </a:lnTo>
                  <a:lnTo>
                    <a:pt x="1" y="836"/>
                  </a:lnTo>
                  <a:lnTo>
                    <a:pt x="28" y="863"/>
                  </a:lnTo>
                  <a:lnTo>
                    <a:pt x="55" y="890"/>
                  </a:lnTo>
                  <a:lnTo>
                    <a:pt x="1483" y="890"/>
                  </a:lnTo>
                  <a:lnTo>
                    <a:pt x="1510" y="863"/>
                  </a:lnTo>
                  <a:lnTo>
                    <a:pt x="1510" y="54"/>
                  </a:lnTo>
                  <a:lnTo>
                    <a:pt x="1483" y="27"/>
                  </a:lnTo>
                  <a:lnTo>
                    <a:pt x="1456" y="27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884;p74">
              <a:extLst>
                <a:ext uri="{FF2B5EF4-FFF2-40B4-BE49-F238E27FC236}">
                  <a16:creationId xmlns:a16="http://schemas.microsoft.com/office/drawing/2014/main" id="{829F7A61-3430-7916-4860-FB1DAC58A120}"/>
                </a:ext>
              </a:extLst>
            </p:cNvPr>
            <p:cNvSpPr/>
            <p:nvPr/>
          </p:nvSpPr>
          <p:spPr>
            <a:xfrm>
              <a:off x="7573475" y="2676144"/>
              <a:ext cx="27855" cy="16705"/>
            </a:xfrm>
            <a:custGeom>
              <a:avLst/>
              <a:gdLst/>
              <a:ahLst/>
              <a:cxnLst/>
              <a:rect l="l" t="t" r="r" b="b"/>
              <a:pathLst>
                <a:path w="1484" h="890" extrusionOk="0">
                  <a:moveTo>
                    <a:pt x="55" y="0"/>
                  </a:moveTo>
                  <a:lnTo>
                    <a:pt x="28" y="27"/>
                  </a:lnTo>
                  <a:lnTo>
                    <a:pt x="1" y="54"/>
                  </a:lnTo>
                  <a:lnTo>
                    <a:pt x="1" y="836"/>
                  </a:lnTo>
                  <a:lnTo>
                    <a:pt x="1" y="863"/>
                  </a:lnTo>
                  <a:lnTo>
                    <a:pt x="28" y="890"/>
                  </a:lnTo>
                  <a:lnTo>
                    <a:pt x="1483" y="890"/>
                  </a:lnTo>
                  <a:lnTo>
                    <a:pt x="1483" y="863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27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885;p74">
              <a:extLst>
                <a:ext uri="{FF2B5EF4-FFF2-40B4-BE49-F238E27FC236}">
                  <a16:creationId xmlns:a16="http://schemas.microsoft.com/office/drawing/2014/main" id="{E350849F-257A-0B9A-6607-67FF7BB7DD5D}"/>
                </a:ext>
              </a:extLst>
            </p:cNvPr>
            <p:cNvSpPr/>
            <p:nvPr/>
          </p:nvSpPr>
          <p:spPr>
            <a:xfrm>
              <a:off x="7572968" y="2740898"/>
              <a:ext cx="28361" cy="16724"/>
            </a:xfrm>
            <a:custGeom>
              <a:avLst/>
              <a:gdLst/>
              <a:ahLst/>
              <a:cxnLst/>
              <a:rect l="l" t="t" r="r" b="b"/>
              <a:pathLst>
                <a:path w="1511" h="891" extrusionOk="0">
                  <a:moveTo>
                    <a:pt x="28" y="1"/>
                  </a:moveTo>
                  <a:lnTo>
                    <a:pt x="28" y="28"/>
                  </a:lnTo>
                  <a:lnTo>
                    <a:pt x="1" y="836"/>
                  </a:lnTo>
                  <a:lnTo>
                    <a:pt x="28" y="863"/>
                  </a:lnTo>
                  <a:lnTo>
                    <a:pt x="55" y="863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836"/>
                  </a:lnTo>
                  <a:lnTo>
                    <a:pt x="1510" y="55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886;p74">
              <a:extLst>
                <a:ext uri="{FF2B5EF4-FFF2-40B4-BE49-F238E27FC236}">
                  <a16:creationId xmlns:a16="http://schemas.microsoft.com/office/drawing/2014/main" id="{7042E308-C3FD-4730-EF3F-3D38CB1FBBD8}"/>
                </a:ext>
              </a:extLst>
            </p:cNvPr>
            <p:cNvSpPr/>
            <p:nvPr/>
          </p:nvSpPr>
          <p:spPr>
            <a:xfrm>
              <a:off x="7574489" y="2807172"/>
              <a:ext cx="27855" cy="16724"/>
            </a:xfrm>
            <a:custGeom>
              <a:avLst/>
              <a:gdLst/>
              <a:ahLst/>
              <a:cxnLst/>
              <a:rect l="l" t="t" r="r" b="b"/>
              <a:pathLst>
                <a:path w="1484" h="891" extrusionOk="0">
                  <a:moveTo>
                    <a:pt x="28" y="1"/>
                  </a:moveTo>
                  <a:lnTo>
                    <a:pt x="1" y="28"/>
                  </a:lnTo>
                  <a:lnTo>
                    <a:pt x="1" y="836"/>
                  </a:lnTo>
                  <a:lnTo>
                    <a:pt x="1" y="863"/>
                  </a:lnTo>
                  <a:lnTo>
                    <a:pt x="28" y="863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836"/>
                  </a:lnTo>
                  <a:lnTo>
                    <a:pt x="1483" y="55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887;p74">
              <a:extLst>
                <a:ext uri="{FF2B5EF4-FFF2-40B4-BE49-F238E27FC236}">
                  <a16:creationId xmlns:a16="http://schemas.microsoft.com/office/drawing/2014/main" id="{3C40434A-FB85-7A72-10F5-0D2D569B6D05}"/>
                </a:ext>
              </a:extLst>
            </p:cNvPr>
            <p:cNvSpPr/>
            <p:nvPr/>
          </p:nvSpPr>
          <p:spPr>
            <a:xfrm>
              <a:off x="7574489" y="2871439"/>
              <a:ext cx="27855" cy="16705"/>
            </a:xfrm>
            <a:custGeom>
              <a:avLst/>
              <a:gdLst/>
              <a:ahLst/>
              <a:cxnLst/>
              <a:rect l="l" t="t" r="r" b="b"/>
              <a:pathLst>
                <a:path w="1484" h="890" extrusionOk="0">
                  <a:moveTo>
                    <a:pt x="1" y="0"/>
                  </a:moveTo>
                  <a:lnTo>
                    <a:pt x="1" y="27"/>
                  </a:lnTo>
                  <a:lnTo>
                    <a:pt x="1" y="836"/>
                  </a:lnTo>
                  <a:lnTo>
                    <a:pt x="1" y="863"/>
                  </a:lnTo>
                  <a:lnTo>
                    <a:pt x="28" y="863"/>
                  </a:lnTo>
                  <a:lnTo>
                    <a:pt x="1429" y="890"/>
                  </a:lnTo>
                  <a:lnTo>
                    <a:pt x="1456" y="863"/>
                  </a:lnTo>
                  <a:lnTo>
                    <a:pt x="1483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2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888;p74">
              <a:extLst>
                <a:ext uri="{FF2B5EF4-FFF2-40B4-BE49-F238E27FC236}">
                  <a16:creationId xmlns:a16="http://schemas.microsoft.com/office/drawing/2014/main" id="{33F3820F-3D83-4BBF-C37C-E9F26061EBDF}"/>
                </a:ext>
              </a:extLst>
            </p:cNvPr>
            <p:cNvSpPr/>
            <p:nvPr/>
          </p:nvSpPr>
          <p:spPr>
            <a:xfrm>
              <a:off x="7575502" y="2937713"/>
              <a:ext cx="28343" cy="16705"/>
            </a:xfrm>
            <a:custGeom>
              <a:avLst/>
              <a:gdLst/>
              <a:ahLst/>
              <a:cxnLst/>
              <a:rect l="l" t="t" r="r" b="b"/>
              <a:pathLst>
                <a:path w="1510" h="890" extrusionOk="0">
                  <a:moveTo>
                    <a:pt x="27" y="0"/>
                  </a:moveTo>
                  <a:lnTo>
                    <a:pt x="27" y="27"/>
                  </a:lnTo>
                  <a:lnTo>
                    <a:pt x="0" y="836"/>
                  </a:lnTo>
                  <a:lnTo>
                    <a:pt x="27" y="863"/>
                  </a:lnTo>
                  <a:lnTo>
                    <a:pt x="54" y="863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836"/>
                  </a:lnTo>
                  <a:lnTo>
                    <a:pt x="1510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889;p74">
              <a:extLst>
                <a:ext uri="{FF2B5EF4-FFF2-40B4-BE49-F238E27FC236}">
                  <a16:creationId xmlns:a16="http://schemas.microsoft.com/office/drawing/2014/main" id="{F53A051C-B4B0-6762-A9BA-2C361E3C7441}"/>
                </a:ext>
              </a:extLst>
            </p:cNvPr>
            <p:cNvSpPr/>
            <p:nvPr/>
          </p:nvSpPr>
          <p:spPr>
            <a:xfrm>
              <a:off x="7575502" y="3002467"/>
              <a:ext cx="27836" cy="16705"/>
            </a:xfrm>
            <a:custGeom>
              <a:avLst/>
              <a:gdLst/>
              <a:ahLst/>
              <a:cxnLst/>
              <a:rect l="l" t="t" r="r" b="b"/>
              <a:pathLst>
                <a:path w="1483" h="890" extrusionOk="0">
                  <a:moveTo>
                    <a:pt x="0" y="0"/>
                  </a:moveTo>
                  <a:lnTo>
                    <a:pt x="0" y="27"/>
                  </a:lnTo>
                  <a:lnTo>
                    <a:pt x="0" y="836"/>
                  </a:lnTo>
                  <a:lnTo>
                    <a:pt x="0" y="863"/>
                  </a:lnTo>
                  <a:lnTo>
                    <a:pt x="27" y="863"/>
                  </a:lnTo>
                  <a:lnTo>
                    <a:pt x="1429" y="890"/>
                  </a:lnTo>
                  <a:lnTo>
                    <a:pt x="1456" y="863"/>
                  </a:lnTo>
                  <a:lnTo>
                    <a:pt x="1483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890;p74">
              <a:extLst>
                <a:ext uri="{FF2B5EF4-FFF2-40B4-BE49-F238E27FC236}">
                  <a16:creationId xmlns:a16="http://schemas.microsoft.com/office/drawing/2014/main" id="{D9FD2966-053E-CA9A-4FAB-47EBDE77E356}"/>
                </a:ext>
              </a:extLst>
            </p:cNvPr>
            <p:cNvSpPr/>
            <p:nvPr/>
          </p:nvSpPr>
          <p:spPr>
            <a:xfrm>
              <a:off x="7576516" y="3068742"/>
              <a:ext cx="27836" cy="16724"/>
            </a:xfrm>
            <a:custGeom>
              <a:avLst/>
              <a:gdLst/>
              <a:ahLst/>
              <a:cxnLst/>
              <a:rect l="l" t="t" r="r" b="b"/>
              <a:pathLst>
                <a:path w="1483" h="891" extrusionOk="0">
                  <a:moveTo>
                    <a:pt x="27" y="1"/>
                  </a:moveTo>
                  <a:lnTo>
                    <a:pt x="0" y="28"/>
                  </a:lnTo>
                  <a:lnTo>
                    <a:pt x="0" y="836"/>
                  </a:lnTo>
                  <a:lnTo>
                    <a:pt x="27" y="863"/>
                  </a:lnTo>
                  <a:lnTo>
                    <a:pt x="54" y="863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836"/>
                  </a:lnTo>
                  <a:lnTo>
                    <a:pt x="1483" y="55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891;p74">
              <a:extLst>
                <a:ext uri="{FF2B5EF4-FFF2-40B4-BE49-F238E27FC236}">
                  <a16:creationId xmlns:a16="http://schemas.microsoft.com/office/drawing/2014/main" id="{4ABF117D-4666-1728-10D0-CB59BB650B3B}"/>
                </a:ext>
              </a:extLst>
            </p:cNvPr>
            <p:cNvSpPr/>
            <p:nvPr/>
          </p:nvSpPr>
          <p:spPr>
            <a:xfrm>
              <a:off x="7577023" y="3132989"/>
              <a:ext cx="27836" cy="16724"/>
            </a:xfrm>
            <a:custGeom>
              <a:avLst/>
              <a:gdLst/>
              <a:ahLst/>
              <a:cxnLst/>
              <a:rect l="l" t="t" r="r" b="b"/>
              <a:pathLst>
                <a:path w="1483" h="891" extrusionOk="0">
                  <a:moveTo>
                    <a:pt x="27" y="1"/>
                  </a:moveTo>
                  <a:lnTo>
                    <a:pt x="0" y="28"/>
                  </a:lnTo>
                  <a:lnTo>
                    <a:pt x="0" y="837"/>
                  </a:lnTo>
                  <a:lnTo>
                    <a:pt x="0" y="863"/>
                  </a:lnTo>
                  <a:lnTo>
                    <a:pt x="27" y="863"/>
                  </a:lnTo>
                  <a:lnTo>
                    <a:pt x="1429" y="890"/>
                  </a:lnTo>
                  <a:lnTo>
                    <a:pt x="1483" y="863"/>
                  </a:lnTo>
                  <a:lnTo>
                    <a:pt x="1483" y="837"/>
                  </a:lnTo>
                  <a:lnTo>
                    <a:pt x="1483" y="55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892;p74">
              <a:extLst>
                <a:ext uri="{FF2B5EF4-FFF2-40B4-BE49-F238E27FC236}">
                  <a16:creationId xmlns:a16="http://schemas.microsoft.com/office/drawing/2014/main" id="{BDD5A7CB-C580-41D8-3942-B5E38DC59575}"/>
                </a:ext>
              </a:extLst>
            </p:cNvPr>
            <p:cNvSpPr/>
            <p:nvPr/>
          </p:nvSpPr>
          <p:spPr>
            <a:xfrm>
              <a:off x="7515797" y="3356626"/>
              <a:ext cx="50116" cy="465984"/>
            </a:xfrm>
            <a:custGeom>
              <a:avLst/>
              <a:gdLst/>
              <a:ahLst/>
              <a:cxnLst/>
              <a:rect l="l" t="t" r="r" b="b"/>
              <a:pathLst>
                <a:path w="2670" h="24826" extrusionOk="0">
                  <a:moveTo>
                    <a:pt x="1052" y="0"/>
                  </a:moveTo>
                  <a:lnTo>
                    <a:pt x="890" y="27"/>
                  </a:lnTo>
                  <a:lnTo>
                    <a:pt x="729" y="108"/>
                  </a:lnTo>
                  <a:lnTo>
                    <a:pt x="621" y="216"/>
                  </a:lnTo>
                  <a:lnTo>
                    <a:pt x="594" y="270"/>
                  </a:lnTo>
                  <a:lnTo>
                    <a:pt x="567" y="351"/>
                  </a:lnTo>
                  <a:lnTo>
                    <a:pt x="55" y="2911"/>
                  </a:lnTo>
                  <a:lnTo>
                    <a:pt x="28" y="3531"/>
                  </a:lnTo>
                  <a:lnTo>
                    <a:pt x="1" y="4502"/>
                  </a:lnTo>
                  <a:lnTo>
                    <a:pt x="28" y="7224"/>
                  </a:lnTo>
                  <a:lnTo>
                    <a:pt x="82" y="10701"/>
                  </a:lnTo>
                  <a:lnTo>
                    <a:pt x="189" y="14475"/>
                  </a:lnTo>
                  <a:lnTo>
                    <a:pt x="378" y="21268"/>
                  </a:lnTo>
                  <a:lnTo>
                    <a:pt x="486" y="24260"/>
                  </a:lnTo>
                  <a:lnTo>
                    <a:pt x="486" y="24368"/>
                  </a:lnTo>
                  <a:lnTo>
                    <a:pt x="540" y="24475"/>
                  </a:lnTo>
                  <a:lnTo>
                    <a:pt x="621" y="24583"/>
                  </a:lnTo>
                  <a:lnTo>
                    <a:pt x="702" y="24664"/>
                  </a:lnTo>
                  <a:lnTo>
                    <a:pt x="836" y="24718"/>
                  </a:lnTo>
                  <a:lnTo>
                    <a:pt x="971" y="24772"/>
                  </a:lnTo>
                  <a:lnTo>
                    <a:pt x="1106" y="24799"/>
                  </a:lnTo>
                  <a:lnTo>
                    <a:pt x="1268" y="24826"/>
                  </a:lnTo>
                  <a:lnTo>
                    <a:pt x="1888" y="24826"/>
                  </a:lnTo>
                  <a:lnTo>
                    <a:pt x="2049" y="24799"/>
                  </a:lnTo>
                  <a:lnTo>
                    <a:pt x="2211" y="24772"/>
                  </a:lnTo>
                  <a:lnTo>
                    <a:pt x="2346" y="24718"/>
                  </a:lnTo>
                  <a:lnTo>
                    <a:pt x="2454" y="24637"/>
                  </a:lnTo>
                  <a:lnTo>
                    <a:pt x="2535" y="24556"/>
                  </a:lnTo>
                  <a:lnTo>
                    <a:pt x="2615" y="24449"/>
                  </a:lnTo>
                  <a:lnTo>
                    <a:pt x="2669" y="24368"/>
                  </a:lnTo>
                  <a:lnTo>
                    <a:pt x="2669" y="24233"/>
                  </a:lnTo>
                  <a:lnTo>
                    <a:pt x="2211" y="2911"/>
                  </a:lnTo>
                  <a:lnTo>
                    <a:pt x="1537" y="324"/>
                  </a:lnTo>
                  <a:lnTo>
                    <a:pt x="1510" y="243"/>
                  </a:lnTo>
                  <a:lnTo>
                    <a:pt x="1456" y="189"/>
                  </a:lnTo>
                  <a:lnTo>
                    <a:pt x="1349" y="81"/>
                  </a:lnTo>
                  <a:lnTo>
                    <a:pt x="1214" y="27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851647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5">
          <a:extLst>
            <a:ext uri="{FF2B5EF4-FFF2-40B4-BE49-F238E27FC236}">
              <a16:creationId xmlns:a16="http://schemas.microsoft.com/office/drawing/2014/main" id="{8C779C52-757B-B28C-C4C3-4366B45EA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9" name="Google Shape;4339;p43">
            <a:extLst>
              <a:ext uri="{FF2B5EF4-FFF2-40B4-BE49-F238E27FC236}">
                <a16:creationId xmlns:a16="http://schemas.microsoft.com/office/drawing/2014/main" id="{E34C7043-EF51-AA02-AE13-942E894D78C8}"/>
              </a:ext>
            </a:extLst>
          </p:cNvPr>
          <p:cNvGrpSpPr/>
          <p:nvPr/>
        </p:nvGrpSpPr>
        <p:grpSpPr>
          <a:xfrm>
            <a:off x="-1060906" y="-451268"/>
            <a:ext cx="1143167" cy="451268"/>
            <a:chOff x="5454775" y="-1447800"/>
            <a:chExt cx="3232025" cy="1275850"/>
          </a:xfrm>
        </p:grpSpPr>
        <p:sp>
          <p:nvSpPr>
            <p:cNvPr id="4340" name="Google Shape;4340;p43">
              <a:extLst>
                <a:ext uri="{FF2B5EF4-FFF2-40B4-BE49-F238E27FC236}">
                  <a16:creationId xmlns:a16="http://schemas.microsoft.com/office/drawing/2014/main" id="{30DF4966-7BD6-EE6D-F995-7DDB144E1D06}"/>
                </a:ext>
              </a:extLst>
            </p:cNvPr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43">
              <a:extLst>
                <a:ext uri="{FF2B5EF4-FFF2-40B4-BE49-F238E27FC236}">
                  <a16:creationId xmlns:a16="http://schemas.microsoft.com/office/drawing/2014/main" id="{1A544F26-7032-C2C5-B8DE-FC8C64001677}"/>
                </a:ext>
              </a:extLst>
            </p:cNvPr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43">
              <a:extLst>
                <a:ext uri="{FF2B5EF4-FFF2-40B4-BE49-F238E27FC236}">
                  <a16:creationId xmlns:a16="http://schemas.microsoft.com/office/drawing/2014/main" id="{4DC37066-4F6C-86AD-9458-C969E9EDBD3F}"/>
                </a:ext>
              </a:extLst>
            </p:cNvPr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43">
              <a:extLst>
                <a:ext uri="{FF2B5EF4-FFF2-40B4-BE49-F238E27FC236}">
                  <a16:creationId xmlns:a16="http://schemas.microsoft.com/office/drawing/2014/main" id="{DD175EFF-02B5-CDC3-E751-8ECB204B13CB}"/>
                </a:ext>
              </a:extLst>
            </p:cNvPr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43">
              <a:extLst>
                <a:ext uri="{FF2B5EF4-FFF2-40B4-BE49-F238E27FC236}">
                  <a16:creationId xmlns:a16="http://schemas.microsoft.com/office/drawing/2014/main" id="{758EBA89-DD70-462C-1A92-C965B74B7D2F}"/>
                </a:ext>
              </a:extLst>
            </p:cNvPr>
            <p:cNvSpPr/>
            <p:nvPr/>
          </p:nvSpPr>
          <p:spPr>
            <a:xfrm>
              <a:off x="7169125" y="-1359675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43">
              <a:extLst>
                <a:ext uri="{FF2B5EF4-FFF2-40B4-BE49-F238E27FC236}">
                  <a16:creationId xmlns:a16="http://schemas.microsoft.com/office/drawing/2014/main" id="{32576E65-7D0C-3F18-D821-A6ADC5278BC0}"/>
                </a:ext>
              </a:extLst>
            </p:cNvPr>
            <p:cNvSpPr/>
            <p:nvPr/>
          </p:nvSpPr>
          <p:spPr>
            <a:xfrm>
              <a:off x="6634925" y="-1230150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43">
              <a:extLst>
                <a:ext uri="{FF2B5EF4-FFF2-40B4-BE49-F238E27FC236}">
                  <a16:creationId xmlns:a16="http://schemas.microsoft.com/office/drawing/2014/main" id="{D4C1EF0D-0B36-FEBC-A453-265B9B128819}"/>
                </a:ext>
              </a:extLst>
            </p:cNvPr>
            <p:cNvSpPr/>
            <p:nvPr/>
          </p:nvSpPr>
          <p:spPr>
            <a:xfrm>
              <a:off x="7169125" y="-1317750"/>
              <a:ext cx="489075" cy="106425"/>
            </a:xfrm>
            <a:custGeom>
              <a:avLst/>
              <a:gdLst/>
              <a:ahLst/>
              <a:cxnLst/>
              <a:rect l="l" t="t" r="r" b="b"/>
              <a:pathLst>
                <a:path w="19563" h="4257" extrusionOk="0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43">
              <a:extLst>
                <a:ext uri="{FF2B5EF4-FFF2-40B4-BE49-F238E27FC236}">
                  <a16:creationId xmlns:a16="http://schemas.microsoft.com/office/drawing/2014/main" id="{CE3E922C-14B6-B7B6-FA52-39C46B6806D8}"/>
                </a:ext>
              </a:extLst>
            </p:cNvPr>
            <p:cNvSpPr/>
            <p:nvPr/>
          </p:nvSpPr>
          <p:spPr>
            <a:xfrm>
              <a:off x="6637075" y="-1200600"/>
              <a:ext cx="486925" cy="98375"/>
            </a:xfrm>
            <a:custGeom>
              <a:avLst/>
              <a:gdLst/>
              <a:ahLst/>
              <a:cxnLst/>
              <a:rect l="l" t="t" r="r" b="b"/>
              <a:pathLst>
                <a:path w="19477" h="3935" extrusionOk="0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43">
              <a:extLst>
                <a:ext uri="{FF2B5EF4-FFF2-40B4-BE49-F238E27FC236}">
                  <a16:creationId xmlns:a16="http://schemas.microsoft.com/office/drawing/2014/main" id="{F5AE412D-06BE-A6F3-AB68-2EE08EDAE1A5}"/>
                </a:ext>
              </a:extLst>
            </p:cNvPr>
            <p:cNvSpPr/>
            <p:nvPr/>
          </p:nvSpPr>
          <p:spPr>
            <a:xfrm>
              <a:off x="6059900" y="-765300"/>
              <a:ext cx="419750" cy="224125"/>
            </a:xfrm>
            <a:custGeom>
              <a:avLst/>
              <a:gdLst/>
              <a:ahLst/>
              <a:cxnLst/>
              <a:rect l="l" t="t" r="r" b="b"/>
              <a:pathLst>
                <a:path w="16790" h="8965" extrusionOk="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43">
              <a:extLst>
                <a:ext uri="{FF2B5EF4-FFF2-40B4-BE49-F238E27FC236}">
                  <a16:creationId xmlns:a16="http://schemas.microsoft.com/office/drawing/2014/main" id="{08975E49-F09E-6B50-8E34-EB6DFFD26271}"/>
                </a:ext>
              </a:extLst>
            </p:cNvPr>
            <p:cNvSpPr/>
            <p:nvPr/>
          </p:nvSpPr>
          <p:spPr>
            <a:xfrm>
              <a:off x="6124925" y="-528300"/>
              <a:ext cx="420275" cy="223600"/>
            </a:xfrm>
            <a:custGeom>
              <a:avLst/>
              <a:gdLst/>
              <a:ahLst/>
              <a:cxnLst/>
              <a:rect l="l" t="t" r="r" b="b"/>
              <a:pathLst>
                <a:path w="16811" h="8944" extrusionOk="0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43">
              <a:extLst>
                <a:ext uri="{FF2B5EF4-FFF2-40B4-BE49-F238E27FC236}">
                  <a16:creationId xmlns:a16="http://schemas.microsoft.com/office/drawing/2014/main" id="{44D663C1-CF6E-BD1B-9B5A-B661093E42EB}"/>
                </a:ext>
              </a:extLst>
            </p:cNvPr>
            <p:cNvSpPr/>
            <p:nvPr/>
          </p:nvSpPr>
          <p:spPr>
            <a:xfrm>
              <a:off x="6188875" y="-758850"/>
              <a:ext cx="290775" cy="217675"/>
            </a:xfrm>
            <a:custGeom>
              <a:avLst/>
              <a:gdLst/>
              <a:ahLst/>
              <a:cxnLst/>
              <a:rect l="l" t="t" r="r" b="b"/>
              <a:pathLst>
                <a:path w="11631" h="8707" extrusionOk="0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43">
              <a:extLst>
                <a:ext uri="{FF2B5EF4-FFF2-40B4-BE49-F238E27FC236}">
                  <a16:creationId xmlns:a16="http://schemas.microsoft.com/office/drawing/2014/main" id="{7AB9919A-DF48-E8DF-5C10-336AE992A7D9}"/>
                </a:ext>
              </a:extLst>
            </p:cNvPr>
            <p:cNvSpPr/>
            <p:nvPr/>
          </p:nvSpPr>
          <p:spPr>
            <a:xfrm>
              <a:off x="6298500" y="-511625"/>
              <a:ext cx="246700" cy="206925"/>
            </a:xfrm>
            <a:custGeom>
              <a:avLst/>
              <a:gdLst/>
              <a:ahLst/>
              <a:cxnLst/>
              <a:rect l="l" t="t" r="r" b="b"/>
              <a:pathLst>
                <a:path w="9868" h="8277" extrusionOk="0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43">
              <a:extLst>
                <a:ext uri="{FF2B5EF4-FFF2-40B4-BE49-F238E27FC236}">
                  <a16:creationId xmlns:a16="http://schemas.microsoft.com/office/drawing/2014/main" id="{0912F5B9-4790-9501-AC29-65CA7C89771D}"/>
                </a:ext>
              </a:extLst>
            </p:cNvPr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extrusionOk="0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43">
              <a:extLst>
                <a:ext uri="{FF2B5EF4-FFF2-40B4-BE49-F238E27FC236}">
                  <a16:creationId xmlns:a16="http://schemas.microsoft.com/office/drawing/2014/main" id="{AC45BD3C-AB74-86E4-778D-48E8439D39F4}"/>
                </a:ext>
              </a:extLst>
            </p:cNvPr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fill="none" extrusionOk="0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43">
              <a:extLst>
                <a:ext uri="{FF2B5EF4-FFF2-40B4-BE49-F238E27FC236}">
                  <a16:creationId xmlns:a16="http://schemas.microsoft.com/office/drawing/2014/main" id="{FB729B2A-0770-9581-FA60-413CA3E7201E}"/>
                </a:ext>
              </a:extLst>
            </p:cNvPr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extrusionOk="0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43">
              <a:extLst>
                <a:ext uri="{FF2B5EF4-FFF2-40B4-BE49-F238E27FC236}">
                  <a16:creationId xmlns:a16="http://schemas.microsoft.com/office/drawing/2014/main" id="{D5097ACA-5AF5-7BDA-79BA-94AFB5AF0231}"/>
                </a:ext>
              </a:extLst>
            </p:cNvPr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fill="none" extrusionOk="0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43">
              <a:extLst>
                <a:ext uri="{FF2B5EF4-FFF2-40B4-BE49-F238E27FC236}">
                  <a16:creationId xmlns:a16="http://schemas.microsoft.com/office/drawing/2014/main" id="{6FC862B0-8C09-42CC-FF6E-B9A255896F86}"/>
                </a:ext>
              </a:extLst>
            </p:cNvPr>
            <p:cNvSpPr/>
            <p:nvPr/>
          </p:nvSpPr>
          <p:spPr>
            <a:xfrm>
              <a:off x="7617325" y="-1163525"/>
              <a:ext cx="835175" cy="557325"/>
            </a:xfrm>
            <a:custGeom>
              <a:avLst/>
              <a:gdLst/>
              <a:ahLst/>
              <a:cxnLst/>
              <a:rect l="l" t="t" r="r" b="b"/>
              <a:pathLst>
                <a:path w="33407" h="22293" extrusionOk="0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43">
              <a:extLst>
                <a:ext uri="{FF2B5EF4-FFF2-40B4-BE49-F238E27FC236}">
                  <a16:creationId xmlns:a16="http://schemas.microsoft.com/office/drawing/2014/main" id="{DDA9799B-666B-7B40-A130-CC21B39A894F}"/>
                </a:ext>
              </a:extLst>
            </p:cNvPr>
            <p:cNvSpPr/>
            <p:nvPr/>
          </p:nvSpPr>
          <p:spPr>
            <a:xfrm>
              <a:off x="6672000" y="-14478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43">
              <a:extLst>
                <a:ext uri="{FF2B5EF4-FFF2-40B4-BE49-F238E27FC236}">
                  <a16:creationId xmlns:a16="http://schemas.microsoft.com/office/drawing/2014/main" id="{F8B15498-774C-C073-B422-E8363A4A7938}"/>
                </a:ext>
              </a:extLst>
            </p:cNvPr>
            <p:cNvSpPr/>
            <p:nvPr/>
          </p:nvSpPr>
          <p:spPr>
            <a:xfrm>
              <a:off x="5536975" y="-1344100"/>
              <a:ext cx="50550" cy="59700"/>
            </a:xfrm>
            <a:custGeom>
              <a:avLst/>
              <a:gdLst/>
              <a:ahLst/>
              <a:cxnLst/>
              <a:rect l="l" t="t" r="r" b="b"/>
              <a:pathLst>
                <a:path w="2022" h="2388" extrusionOk="0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43">
              <a:extLst>
                <a:ext uri="{FF2B5EF4-FFF2-40B4-BE49-F238E27FC236}">
                  <a16:creationId xmlns:a16="http://schemas.microsoft.com/office/drawing/2014/main" id="{C6F412AB-F363-8D2B-5195-97CFAAB1FDFF}"/>
                </a:ext>
              </a:extLst>
            </p:cNvPr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43">
              <a:extLst>
                <a:ext uri="{FF2B5EF4-FFF2-40B4-BE49-F238E27FC236}">
                  <a16:creationId xmlns:a16="http://schemas.microsoft.com/office/drawing/2014/main" id="{2DA5065F-2E3C-DA27-C1F8-22AC35182321}"/>
                </a:ext>
              </a:extLst>
            </p:cNvPr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43">
              <a:extLst>
                <a:ext uri="{FF2B5EF4-FFF2-40B4-BE49-F238E27FC236}">
                  <a16:creationId xmlns:a16="http://schemas.microsoft.com/office/drawing/2014/main" id="{716CFE6D-3E20-6E7B-7462-169F3601096B}"/>
                </a:ext>
              </a:extLst>
            </p:cNvPr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43">
              <a:extLst>
                <a:ext uri="{FF2B5EF4-FFF2-40B4-BE49-F238E27FC236}">
                  <a16:creationId xmlns:a16="http://schemas.microsoft.com/office/drawing/2014/main" id="{46443022-1119-8111-492D-41C562DEF0D5}"/>
                </a:ext>
              </a:extLst>
            </p:cNvPr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43">
              <a:extLst>
                <a:ext uri="{FF2B5EF4-FFF2-40B4-BE49-F238E27FC236}">
                  <a16:creationId xmlns:a16="http://schemas.microsoft.com/office/drawing/2014/main" id="{C757CF2E-7F56-A49D-8F16-3394AF5A4E98}"/>
                </a:ext>
              </a:extLst>
            </p:cNvPr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43">
              <a:extLst>
                <a:ext uri="{FF2B5EF4-FFF2-40B4-BE49-F238E27FC236}">
                  <a16:creationId xmlns:a16="http://schemas.microsoft.com/office/drawing/2014/main" id="{25993E9C-3E49-2B0F-07AB-F8876D303686}"/>
                </a:ext>
              </a:extLst>
            </p:cNvPr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43">
              <a:extLst>
                <a:ext uri="{FF2B5EF4-FFF2-40B4-BE49-F238E27FC236}">
                  <a16:creationId xmlns:a16="http://schemas.microsoft.com/office/drawing/2014/main" id="{C6A5118A-26FD-DB56-5765-D3D629916DB9}"/>
                </a:ext>
              </a:extLst>
            </p:cNvPr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43">
              <a:extLst>
                <a:ext uri="{FF2B5EF4-FFF2-40B4-BE49-F238E27FC236}">
                  <a16:creationId xmlns:a16="http://schemas.microsoft.com/office/drawing/2014/main" id="{133F380A-D133-B8AC-AF46-A34C3B0D6F09}"/>
                </a:ext>
              </a:extLst>
            </p:cNvPr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43">
              <a:extLst>
                <a:ext uri="{FF2B5EF4-FFF2-40B4-BE49-F238E27FC236}">
                  <a16:creationId xmlns:a16="http://schemas.microsoft.com/office/drawing/2014/main" id="{BFAB8D05-05CD-FDB9-4B2F-6903027E6D92}"/>
                </a:ext>
              </a:extLst>
            </p:cNvPr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43">
              <a:extLst>
                <a:ext uri="{FF2B5EF4-FFF2-40B4-BE49-F238E27FC236}">
                  <a16:creationId xmlns:a16="http://schemas.microsoft.com/office/drawing/2014/main" id="{603B5AE9-10C7-C5A3-B683-C48016EE6556}"/>
                </a:ext>
              </a:extLst>
            </p:cNvPr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43">
              <a:extLst>
                <a:ext uri="{FF2B5EF4-FFF2-40B4-BE49-F238E27FC236}">
                  <a16:creationId xmlns:a16="http://schemas.microsoft.com/office/drawing/2014/main" id="{C29CA95F-EFEA-65BF-4F02-69BAE7C4A5E5}"/>
                </a:ext>
              </a:extLst>
            </p:cNvPr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43">
              <a:extLst>
                <a:ext uri="{FF2B5EF4-FFF2-40B4-BE49-F238E27FC236}">
                  <a16:creationId xmlns:a16="http://schemas.microsoft.com/office/drawing/2014/main" id="{4291682F-529B-8422-DA23-3945B23BF68C}"/>
                </a:ext>
              </a:extLst>
            </p:cNvPr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43">
              <a:extLst>
                <a:ext uri="{FF2B5EF4-FFF2-40B4-BE49-F238E27FC236}">
                  <a16:creationId xmlns:a16="http://schemas.microsoft.com/office/drawing/2014/main" id="{32C963FF-3445-335E-1CDF-D554941CBAED}"/>
                </a:ext>
              </a:extLst>
            </p:cNvPr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43">
              <a:extLst>
                <a:ext uri="{FF2B5EF4-FFF2-40B4-BE49-F238E27FC236}">
                  <a16:creationId xmlns:a16="http://schemas.microsoft.com/office/drawing/2014/main" id="{CE2789C9-4885-C036-CE53-13D78B79A3B9}"/>
                </a:ext>
              </a:extLst>
            </p:cNvPr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43">
              <a:extLst>
                <a:ext uri="{FF2B5EF4-FFF2-40B4-BE49-F238E27FC236}">
                  <a16:creationId xmlns:a16="http://schemas.microsoft.com/office/drawing/2014/main" id="{242B81B7-650E-F65D-9C38-9B6B9843D0F6}"/>
                </a:ext>
              </a:extLst>
            </p:cNvPr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43">
              <a:extLst>
                <a:ext uri="{FF2B5EF4-FFF2-40B4-BE49-F238E27FC236}">
                  <a16:creationId xmlns:a16="http://schemas.microsoft.com/office/drawing/2014/main" id="{6EB2EA57-8C30-D650-90FA-D36352BBEBF4}"/>
                </a:ext>
              </a:extLst>
            </p:cNvPr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43">
              <a:extLst>
                <a:ext uri="{FF2B5EF4-FFF2-40B4-BE49-F238E27FC236}">
                  <a16:creationId xmlns:a16="http://schemas.microsoft.com/office/drawing/2014/main" id="{0D05B478-110D-39C3-8253-F9183A14DD45}"/>
                </a:ext>
              </a:extLst>
            </p:cNvPr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43">
              <a:extLst>
                <a:ext uri="{FF2B5EF4-FFF2-40B4-BE49-F238E27FC236}">
                  <a16:creationId xmlns:a16="http://schemas.microsoft.com/office/drawing/2014/main" id="{77C24B96-EE18-DFB1-1AB6-3304F48797E1}"/>
                </a:ext>
              </a:extLst>
            </p:cNvPr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43">
              <a:extLst>
                <a:ext uri="{FF2B5EF4-FFF2-40B4-BE49-F238E27FC236}">
                  <a16:creationId xmlns:a16="http://schemas.microsoft.com/office/drawing/2014/main" id="{122F8480-95DF-AB86-E529-E2A9F80F207E}"/>
                </a:ext>
              </a:extLst>
            </p:cNvPr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43">
              <a:extLst>
                <a:ext uri="{FF2B5EF4-FFF2-40B4-BE49-F238E27FC236}">
                  <a16:creationId xmlns:a16="http://schemas.microsoft.com/office/drawing/2014/main" id="{465392CB-8BCA-AD2B-CE17-A613F5E5BC57}"/>
                </a:ext>
              </a:extLst>
            </p:cNvPr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43">
              <a:extLst>
                <a:ext uri="{FF2B5EF4-FFF2-40B4-BE49-F238E27FC236}">
                  <a16:creationId xmlns:a16="http://schemas.microsoft.com/office/drawing/2014/main" id="{A3CF0142-44E2-FE24-4567-142D380566DC}"/>
                </a:ext>
              </a:extLst>
            </p:cNvPr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extrusionOk="0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43">
              <a:extLst>
                <a:ext uri="{FF2B5EF4-FFF2-40B4-BE49-F238E27FC236}">
                  <a16:creationId xmlns:a16="http://schemas.microsoft.com/office/drawing/2014/main" id="{19FFE53D-E04F-DE13-1B70-A0ABC8F1B782}"/>
                </a:ext>
              </a:extLst>
            </p:cNvPr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43">
              <a:extLst>
                <a:ext uri="{FF2B5EF4-FFF2-40B4-BE49-F238E27FC236}">
                  <a16:creationId xmlns:a16="http://schemas.microsoft.com/office/drawing/2014/main" id="{ED5C547F-33BF-88E3-52B2-9E5ECE2F7D59}"/>
                </a:ext>
              </a:extLst>
            </p:cNvPr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43">
              <a:extLst>
                <a:ext uri="{FF2B5EF4-FFF2-40B4-BE49-F238E27FC236}">
                  <a16:creationId xmlns:a16="http://schemas.microsoft.com/office/drawing/2014/main" id="{66D0E53C-F67B-F7FD-A8E6-87A2F48F1D89}"/>
                </a:ext>
              </a:extLst>
            </p:cNvPr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43">
              <a:extLst>
                <a:ext uri="{FF2B5EF4-FFF2-40B4-BE49-F238E27FC236}">
                  <a16:creationId xmlns:a16="http://schemas.microsoft.com/office/drawing/2014/main" id="{B178D184-8DE4-BFEA-FE4A-3A4B2D335540}"/>
                </a:ext>
              </a:extLst>
            </p:cNvPr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43">
              <a:extLst>
                <a:ext uri="{FF2B5EF4-FFF2-40B4-BE49-F238E27FC236}">
                  <a16:creationId xmlns:a16="http://schemas.microsoft.com/office/drawing/2014/main" id="{695F84EB-B2EF-23E9-30F1-9DFF6727B641}"/>
                </a:ext>
              </a:extLst>
            </p:cNvPr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43">
              <a:extLst>
                <a:ext uri="{FF2B5EF4-FFF2-40B4-BE49-F238E27FC236}">
                  <a16:creationId xmlns:a16="http://schemas.microsoft.com/office/drawing/2014/main" id="{84D3F089-75B6-19F5-0206-66773BB21AEA}"/>
                </a:ext>
              </a:extLst>
            </p:cNvPr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43">
              <a:extLst>
                <a:ext uri="{FF2B5EF4-FFF2-40B4-BE49-F238E27FC236}">
                  <a16:creationId xmlns:a16="http://schemas.microsoft.com/office/drawing/2014/main" id="{B9C1A3F2-3569-AC38-2B74-27B976C72990}"/>
                </a:ext>
              </a:extLst>
            </p:cNvPr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43">
              <a:extLst>
                <a:ext uri="{FF2B5EF4-FFF2-40B4-BE49-F238E27FC236}">
                  <a16:creationId xmlns:a16="http://schemas.microsoft.com/office/drawing/2014/main" id="{41017E7C-B261-D8EC-353E-93635A6E60BE}"/>
                </a:ext>
              </a:extLst>
            </p:cNvPr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43">
              <a:extLst>
                <a:ext uri="{FF2B5EF4-FFF2-40B4-BE49-F238E27FC236}">
                  <a16:creationId xmlns:a16="http://schemas.microsoft.com/office/drawing/2014/main" id="{3D359ECD-0659-10DE-B59D-96396CE5B467}"/>
                </a:ext>
              </a:extLst>
            </p:cNvPr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43">
              <a:extLst>
                <a:ext uri="{FF2B5EF4-FFF2-40B4-BE49-F238E27FC236}">
                  <a16:creationId xmlns:a16="http://schemas.microsoft.com/office/drawing/2014/main" id="{F8C88427-F412-B3E7-B542-0B10B2B3D5B3}"/>
                </a:ext>
              </a:extLst>
            </p:cNvPr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43">
              <a:extLst>
                <a:ext uri="{FF2B5EF4-FFF2-40B4-BE49-F238E27FC236}">
                  <a16:creationId xmlns:a16="http://schemas.microsoft.com/office/drawing/2014/main" id="{B1207BBC-D29D-8A91-2797-3E08ED248F65}"/>
                </a:ext>
              </a:extLst>
            </p:cNvPr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43">
              <a:extLst>
                <a:ext uri="{FF2B5EF4-FFF2-40B4-BE49-F238E27FC236}">
                  <a16:creationId xmlns:a16="http://schemas.microsoft.com/office/drawing/2014/main" id="{DA2E4FA8-F6B7-DF1C-5780-B617BF16F739}"/>
                </a:ext>
              </a:extLst>
            </p:cNvPr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43">
              <a:extLst>
                <a:ext uri="{FF2B5EF4-FFF2-40B4-BE49-F238E27FC236}">
                  <a16:creationId xmlns:a16="http://schemas.microsoft.com/office/drawing/2014/main" id="{F577E720-9BDA-EA8D-41A9-2EE1224AA97A}"/>
                </a:ext>
              </a:extLst>
            </p:cNvPr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43">
              <a:extLst>
                <a:ext uri="{FF2B5EF4-FFF2-40B4-BE49-F238E27FC236}">
                  <a16:creationId xmlns:a16="http://schemas.microsoft.com/office/drawing/2014/main" id="{730BF468-32EE-3F61-F50F-50A4E10D7B76}"/>
                </a:ext>
              </a:extLst>
            </p:cNvPr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43">
              <a:extLst>
                <a:ext uri="{FF2B5EF4-FFF2-40B4-BE49-F238E27FC236}">
                  <a16:creationId xmlns:a16="http://schemas.microsoft.com/office/drawing/2014/main" id="{C723CDA0-C1A0-8E9B-96EB-4D1D5C2FCE31}"/>
                </a:ext>
              </a:extLst>
            </p:cNvPr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43">
              <a:extLst>
                <a:ext uri="{FF2B5EF4-FFF2-40B4-BE49-F238E27FC236}">
                  <a16:creationId xmlns:a16="http://schemas.microsoft.com/office/drawing/2014/main" id="{8716F46F-F2C6-A920-CA42-D2ADF5F3EFB2}"/>
                </a:ext>
              </a:extLst>
            </p:cNvPr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extrusionOk="0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43">
              <a:extLst>
                <a:ext uri="{FF2B5EF4-FFF2-40B4-BE49-F238E27FC236}">
                  <a16:creationId xmlns:a16="http://schemas.microsoft.com/office/drawing/2014/main" id="{9114CCBD-651F-3F25-18BC-E76F054AA17A}"/>
                </a:ext>
              </a:extLst>
            </p:cNvPr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43">
              <a:extLst>
                <a:ext uri="{FF2B5EF4-FFF2-40B4-BE49-F238E27FC236}">
                  <a16:creationId xmlns:a16="http://schemas.microsoft.com/office/drawing/2014/main" id="{838530E3-1C8B-575B-70A0-C00080BE0DCD}"/>
                </a:ext>
              </a:extLst>
            </p:cNvPr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43">
              <a:extLst>
                <a:ext uri="{FF2B5EF4-FFF2-40B4-BE49-F238E27FC236}">
                  <a16:creationId xmlns:a16="http://schemas.microsoft.com/office/drawing/2014/main" id="{82D4DEBF-3840-067F-56A5-0BA4CE07F611}"/>
                </a:ext>
              </a:extLst>
            </p:cNvPr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43">
              <a:extLst>
                <a:ext uri="{FF2B5EF4-FFF2-40B4-BE49-F238E27FC236}">
                  <a16:creationId xmlns:a16="http://schemas.microsoft.com/office/drawing/2014/main" id="{725A61D9-785A-0C6E-A003-4D6903169F8E}"/>
                </a:ext>
              </a:extLst>
            </p:cNvPr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43">
              <a:extLst>
                <a:ext uri="{FF2B5EF4-FFF2-40B4-BE49-F238E27FC236}">
                  <a16:creationId xmlns:a16="http://schemas.microsoft.com/office/drawing/2014/main" id="{0C338981-3EBC-5B91-BB50-AEF8E20232DA}"/>
                </a:ext>
              </a:extLst>
            </p:cNvPr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43">
              <a:extLst>
                <a:ext uri="{FF2B5EF4-FFF2-40B4-BE49-F238E27FC236}">
                  <a16:creationId xmlns:a16="http://schemas.microsoft.com/office/drawing/2014/main" id="{F2A95825-578C-11E2-32DD-67973052827E}"/>
                </a:ext>
              </a:extLst>
            </p:cNvPr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43">
              <a:extLst>
                <a:ext uri="{FF2B5EF4-FFF2-40B4-BE49-F238E27FC236}">
                  <a16:creationId xmlns:a16="http://schemas.microsoft.com/office/drawing/2014/main" id="{BF33D0F6-D919-48D8-FA5B-A43D63CD7260}"/>
                </a:ext>
              </a:extLst>
            </p:cNvPr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43">
              <a:extLst>
                <a:ext uri="{FF2B5EF4-FFF2-40B4-BE49-F238E27FC236}">
                  <a16:creationId xmlns:a16="http://schemas.microsoft.com/office/drawing/2014/main" id="{0B7DC735-C54E-0B42-6422-62EB7D403448}"/>
                </a:ext>
              </a:extLst>
            </p:cNvPr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43">
              <a:extLst>
                <a:ext uri="{FF2B5EF4-FFF2-40B4-BE49-F238E27FC236}">
                  <a16:creationId xmlns:a16="http://schemas.microsoft.com/office/drawing/2014/main" id="{66005726-B2CA-231E-DFD7-387C67C0CF6B}"/>
                </a:ext>
              </a:extLst>
            </p:cNvPr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43">
              <a:extLst>
                <a:ext uri="{FF2B5EF4-FFF2-40B4-BE49-F238E27FC236}">
                  <a16:creationId xmlns:a16="http://schemas.microsoft.com/office/drawing/2014/main" id="{12B2517A-0CF1-3407-C9C2-227C1527C516}"/>
                </a:ext>
              </a:extLst>
            </p:cNvPr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43">
              <a:extLst>
                <a:ext uri="{FF2B5EF4-FFF2-40B4-BE49-F238E27FC236}">
                  <a16:creationId xmlns:a16="http://schemas.microsoft.com/office/drawing/2014/main" id="{8CF2A719-3031-0D35-D30C-F59F3AC814D6}"/>
                </a:ext>
              </a:extLst>
            </p:cNvPr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43">
              <a:extLst>
                <a:ext uri="{FF2B5EF4-FFF2-40B4-BE49-F238E27FC236}">
                  <a16:creationId xmlns:a16="http://schemas.microsoft.com/office/drawing/2014/main" id="{18F92371-FFAF-697C-AEB5-369D09DD342E}"/>
                </a:ext>
              </a:extLst>
            </p:cNvPr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43">
              <a:extLst>
                <a:ext uri="{FF2B5EF4-FFF2-40B4-BE49-F238E27FC236}">
                  <a16:creationId xmlns:a16="http://schemas.microsoft.com/office/drawing/2014/main" id="{8AC9747D-0184-2228-DCBF-6FBEDA97977D}"/>
                </a:ext>
              </a:extLst>
            </p:cNvPr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43">
              <a:extLst>
                <a:ext uri="{FF2B5EF4-FFF2-40B4-BE49-F238E27FC236}">
                  <a16:creationId xmlns:a16="http://schemas.microsoft.com/office/drawing/2014/main" id="{3CFA4BA0-3C1B-BE8D-7189-F348E1E6EED0}"/>
                </a:ext>
              </a:extLst>
            </p:cNvPr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43">
              <a:extLst>
                <a:ext uri="{FF2B5EF4-FFF2-40B4-BE49-F238E27FC236}">
                  <a16:creationId xmlns:a16="http://schemas.microsoft.com/office/drawing/2014/main" id="{09DA0FEA-7D93-58ED-0C77-5158CA9B4EDA}"/>
                </a:ext>
              </a:extLst>
            </p:cNvPr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43">
              <a:extLst>
                <a:ext uri="{FF2B5EF4-FFF2-40B4-BE49-F238E27FC236}">
                  <a16:creationId xmlns:a16="http://schemas.microsoft.com/office/drawing/2014/main" id="{983AC8F7-B8EF-0F8D-041D-E89ECBBDF333}"/>
                </a:ext>
              </a:extLst>
            </p:cNvPr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43">
              <a:extLst>
                <a:ext uri="{FF2B5EF4-FFF2-40B4-BE49-F238E27FC236}">
                  <a16:creationId xmlns:a16="http://schemas.microsoft.com/office/drawing/2014/main" id="{9E060E1C-60E8-2B57-8779-38676F4DCAC6}"/>
                </a:ext>
              </a:extLst>
            </p:cNvPr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43">
              <a:extLst>
                <a:ext uri="{FF2B5EF4-FFF2-40B4-BE49-F238E27FC236}">
                  <a16:creationId xmlns:a16="http://schemas.microsoft.com/office/drawing/2014/main" id="{3509ED36-BC9F-DB5A-BDCF-AC6F4B5AEE25}"/>
                </a:ext>
              </a:extLst>
            </p:cNvPr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43">
              <a:extLst>
                <a:ext uri="{FF2B5EF4-FFF2-40B4-BE49-F238E27FC236}">
                  <a16:creationId xmlns:a16="http://schemas.microsoft.com/office/drawing/2014/main" id="{D17D59AF-681A-FDFA-A1E5-B238D440BC2F}"/>
                </a:ext>
              </a:extLst>
            </p:cNvPr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43">
              <a:extLst>
                <a:ext uri="{FF2B5EF4-FFF2-40B4-BE49-F238E27FC236}">
                  <a16:creationId xmlns:a16="http://schemas.microsoft.com/office/drawing/2014/main" id="{D2263031-455E-9DD2-4C46-9904ACFA9351}"/>
                </a:ext>
              </a:extLst>
            </p:cNvPr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43">
              <a:extLst>
                <a:ext uri="{FF2B5EF4-FFF2-40B4-BE49-F238E27FC236}">
                  <a16:creationId xmlns:a16="http://schemas.microsoft.com/office/drawing/2014/main" id="{EF259F3C-4409-C108-5038-44A773EFFEC5}"/>
                </a:ext>
              </a:extLst>
            </p:cNvPr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43">
              <a:extLst>
                <a:ext uri="{FF2B5EF4-FFF2-40B4-BE49-F238E27FC236}">
                  <a16:creationId xmlns:a16="http://schemas.microsoft.com/office/drawing/2014/main" id="{6F5FADA8-FC5C-8135-240E-E4F9A6A63E22}"/>
                </a:ext>
              </a:extLst>
            </p:cNvPr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43">
              <a:extLst>
                <a:ext uri="{FF2B5EF4-FFF2-40B4-BE49-F238E27FC236}">
                  <a16:creationId xmlns:a16="http://schemas.microsoft.com/office/drawing/2014/main" id="{312B60E3-49CE-2DFB-DB88-EC7CD7C327B2}"/>
                </a:ext>
              </a:extLst>
            </p:cNvPr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43">
              <a:extLst>
                <a:ext uri="{FF2B5EF4-FFF2-40B4-BE49-F238E27FC236}">
                  <a16:creationId xmlns:a16="http://schemas.microsoft.com/office/drawing/2014/main" id="{19502E19-8E36-6D6D-FE8C-AA8F2190014C}"/>
                </a:ext>
              </a:extLst>
            </p:cNvPr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43">
              <a:extLst>
                <a:ext uri="{FF2B5EF4-FFF2-40B4-BE49-F238E27FC236}">
                  <a16:creationId xmlns:a16="http://schemas.microsoft.com/office/drawing/2014/main" id="{77233101-CF92-C8B5-6743-1D68C0520BEB}"/>
                </a:ext>
              </a:extLst>
            </p:cNvPr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43">
              <a:extLst>
                <a:ext uri="{FF2B5EF4-FFF2-40B4-BE49-F238E27FC236}">
                  <a16:creationId xmlns:a16="http://schemas.microsoft.com/office/drawing/2014/main" id="{A28BF7E7-07E2-EB86-E554-E42FB497B959}"/>
                </a:ext>
              </a:extLst>
            </p:cNvPr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43">
              <a:extLst>
                <a:ext uri="{FF2B5EF4-FFF2-40B4-BE49-F238E27FC236}">
                  <a16:creationId xmlns:a16="http://schemas.microsoft.com/office/drawing/2014/main" id="{EA184759-F284-4082-DAC5-7335F9B23681}"/>
                </a:ext>
              </a:extLst>
            </p:cNvPr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43">
              <a:extLst>
                <a:ext uri="{FF2B5EF4-FFF2-40B4-BE49-F238E27FC236}">
                  <a16:creationId xmlns:a16="http://schemas.microsoft.com/office/drawing/2014/main" id="{C9F34455-FA43-D4F9-C8A8-B577D330EC0E}"/>
                </a:ext>
              </a:extLst>
            </p:cNvPr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43">
              <a:extLst>
                <a:ext uri="{FF2B5EF4-FFF2-40B4-BE49-F238E27FC236}">
                  <a16:creationId xmlns:a16="http://schemas.microsoft.com/office/drawing/2014/main" id="{58CA96DB-8417-2744-552A-CAE155AD3D3F}"/>
                </a:ext>
              </a:extLst>
            </p:cNvPr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43">
              <a:extLst>
                <a:ext uri="{FF2B5EF4-FFF2-40B4-BE49-F238E27FC236}">
                  <a16:creationId xmlns:a16="http://schemas.microsoft.com/office/drawing/2014/main" id="{B30C25CE-238E-DB8E-AF6C-89EA294D5995}"/>
                </a:ext>
              </a:extLst>
            </p:cNvPr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43">
              <a:extLst>
                <a:ext uri="{FF2B5EF4-FFF2-40B4-BE49-F238E27FC236}">
                  <a16:creationId xmlns:a16="http://schemas.microsoft.com/office/drawing/2014/main" id="{7825FE91-E14F-DCC6-C191-0BDF809BC508}"/>
                </a:ext>
              </a:extLst>
            </p:cNvPr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43">
              <a:extLst>
                <a:ext uri="{FF2B5EF4-FFF2-40B4-BE49-F238E27FC236}">
                  <a16:creationId xmlns:a16="http://schemas.microsoft.com/office/drawing/2014/main" id="{1AD88438-FA1B-1D92-081D-C4EAC7ADD412}"/>
                </a:ext>
              </a:extLst>
            </p:cNvPr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43">
              <a:extLst>
                <a:ext uri="{FF2B5EF4-FFF2-40B4-BE49-F238E27FC236}">
                  <a16:creationId xmlns:a16="http://schemas.microsoft.com/office/drawing/2014/main" id="{B26CA6A0-B794-CAB7-BC71-4DC96C5ADA1E}"/>
                </a:ext>
              </a:extLst>
            </p:cNvPr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43">
              <a:extLst>
                <a:ext uri="{FF2B5EF4-FFF2-40B4-BE49-F238E27FC236}">
                  <a16:creationId xmlns:a16="http://schemas.microsoft.com/office/drawing/2014/main" id="{5C1B403B-AB47-5BDD-24EA-582BE768492B}"/>
                </a:ext>
              </a:extLst>
            </p:cNvPr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43">
              <a:extLst>
                <a:ext uri="{FF2B5EF4-FFF2-40B4-BE49-F238E27FC236}">
                  <a16:creationId xmlns:a16="http://schemas.microsoft.com/office/drawing/2014/main" id="{ED9AB410-F5E8-B550-70B3-982F44815C0D}"/>
                </a:ext>
              </a:extLst>
            </p:cNvPr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43">
              <a:extLst>
                <a:ext uri="{FF2B5EF4-FFF2-40B4-BE49-F238E27FC236}">
                  <a16:creationId xmlns:a16="http://schemas.microsoft.com/office/drawing/2014/main" id="{33E6403C-38C4-B4FC-6E9B-B76BAD8B1FCF}"/>
                </a:ext>
              </a:extLst>
            </p:cNvPr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43">
              <a:extLst>
                <a:ext uri="{FF2B5EF4-FFF2-40B4-BE49-F238E27FC236}">
                  <a16:creationId xmlns:a16="http://schemas.microsoft.com/office/drawing/2014/main" id="{354F7E69-4A1F-BB07-A477-2443FF4306A5}"/>
                </a:ext>
              </a:extLst>
            </p:cNvPr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43">
              <a:extLst>
                <a:ext uri="{FF2B5EF4-FFF2-40B4-BE49-F238E27FC236}">
                  <a16:creationId xmlns:a16="http://schemas.microsoft.com/office/drawing/2014/main" id="{CC22465D-5164-EF95-50AC-379B47F9BD55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43">
              <a:extLst>
                <a:ext uri="{FF2B5EF4-FFF2-40B4-BE49-F238E27FC236}">
                  <a16:creationId xmlns:a16="http://schemas.microsoft.com/office/drawing/2014/main" id="{97F310B3-2636-AC85-19D1-A6031297D74C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43">
              <a:extLst>
                <a:ext uri="{FF2B5EF4-FFF2-40B4-BE49-F238E27FC236}">
                  <a16:creationId xmlns:a16="http://schemas.microsoft.com/office/drawing/2014/main" id="{731AD16D-4553-853A-F61B-E659AC374AE0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43">
              <a:extLst>
                <a:ext uri="{FF2B5EF4-FFF2-40B4-BE49-F238E27FC236}">
                  <a16:creationId xmlns:a16="http://schemas.microsoft.com/office/drawing/2014/main" id="{D0152F79-E9BC-ACAE-BD5D-6D425AE87562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43">
              <a:extLst>
                <a:ext uri="{FF2B5EF4-FFF2-40B4-BE49-F238E27FC236}">
                  <a16:creationId xmlns:a16="http://schemas.microsoft.com/office/drawing/2014/main" id="{6E31F04B-539D-B4DE-F7F6-223160F776A8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43">
              <a:extLst>
                <a:ext uri="{FF2B5EF4-FFF2-40B4-BE49-F238E27FC236}">
                  <a16:creationId xmlns:a16="http://schemas.microsoft.com/office/drawing/2014/main" id="{6104961A-47DC-F0ED-C802-991558E00B56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43">
              <a:extLst>
                <a:ext uri="{FF2B5EF4-FFF2-40B4-BE49-F238E27FC236}">
                  <a16:creationId xmlns:a16="http://schemas.microsoft.com/office/drawing/2014/main" id="{35275FA4-D4EA-5B84-80F1-F47C61C4BAF7}"/>
                </a:ext>
              </a:extLst>
            </p:cNvPr>
            <p:cNvSpPr/>
            <p:nvPr/>
          </p:nvSpPr>
          <p:spPr>
            <a:xfrm>
              <a:off x="6103425" y="-1128050"/>
              <a:ext cx="51075" cy="93000"/>
            </a:xfrm>
            <a:custGeom>
              <a:avLst/>
              <a:gdLst/>
              <a:ahLst/>
              <a:cxnLst/>
              <a:rect l="l" t="t" r="r" b="b"/>
              <a:pathLst>
                <a:path w="2043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43">
              <a:extLst>
                <a:ext uri="{FF2B5EF4-FFF2-40B4-BE49-F238E27FC236}">
                  <a16:creationId xmlns:a16="http://schemas.microsoft.com/office/drawing/2014/main" id="{68DE5FF3-BECD-ADF0-CD9A-2DE72B4170A6}"/>
                </a:ext>
              </a:extLst>
            </p:cNvPr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43">
              <a:extLst>
                <a:ext uri="{FF2B5EF4-FFF2-40B4-BE49-F238E27FC236}">
                  <a16:creationId xmlns:a16="http://schemas.microsoft.com/office/drawing/2014/main" id="{F2A94C2A-49F1-460A-E88A-06322322FAB7}"/>
                </a:ext>
              </a:extLst>
            </p:cNvPr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43">
              <a:extLst>
                <a:ext uri="{FF2B5EF4-FFF2-40B4-BE49-F238E27FC236}">
                  <a16:creationId xmlns:a16="http://schemas.microsoft.com/office/drawing/2014/main" id="{0862BA48-AAFD-3DE1-8541-299F4E4EE91A}"/>
                </a:ext>
              </a:extLst>
            </p:cNvPr>
            <p:cNvSpPr/>
            <p:nvPr/>
          </p:nvSpPr>
          <p:spPr>
            <a:xfrm>
              <a:off x="7394850" y="-1138800"/>
              <a:ext cx="1057650" cy="643850"/>
            </a:xfrm>
            <a:custGeom>
              <a:avLst/>
              <a:gdLst/>
              <a:ahLst/>
              <a:cxnLst/>
              <a:rect l="l" t="t" r="r" b="b"/>
              <a:pathLst>
                <a:path w="42306" h="25754" fill="none" extrusionOk="0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43">
              <a:extLst>
                <a:ext uri="{FF2B5EF4-FFF2-40B4-BE49-F238E27FC236}">
                  <a16:creationId xmlns:a16="http://schemas.microsoft.com/office/drawing/2014/main" id="{93564E04-F5F8-0C12-8115-4601091730BA}"/>
                </a:ext>
              </a:extLst>
            </p:cNvPr>
            <p:cNvSpPr/>
            <p:nvPr/>
          </p:nvSpPr>
          <p:spPr>
            <a:xfrm>
              <a:off x="5455300" y="-1260800"/>
              <a:ext cx="550" cy="3800"/>
            </a:xfrm>
            <a:custGeom>
              <a:avLst/>
              <a:gdLst/>
              <a:ahLst/>
              <a:cxnLst/>
              <a:rect l="l" t="t" r="r" b="b"/>
              <a:pathLst>
                <a:path w="22" h="152" extrusionOk="0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43">
              <a:extLst>
                <a:ext uri="{FF2B5EF4-FFF2-40B4-BE49-F238E27FC236}">
                  <a16:creationId xmlns:a16="http://schemas.microsoft.com/office/drawing/2014/main" id="{ABED1CD5-0B52-9745-4F5F-26D6E4F8B054}"/>
                </a:ext>
              </a:extLst>
            </p:cNvPr>
            <p:cNvSpPr/>
            <p:nvPr/>
          </p:nvSpPr>
          <p:spPr>
            <a:xfrm>
              <a:off x="5455300" y="-125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43">
              <a:extLst>
                <a:ext uri="{FF2B5EF4-FFF2-40B4-BE49-F238E27FC236}">
                  <a16:creationId xmlns:a16="http://schemas.microsoft.com/office/drawing/2014/main" id="{D2F14436-42E4-932A-05FB-69EFE9A7E125}"/>
                </a:ext>
              </a:extLst>
            </p:cNvPr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43">
              <a:extLst>
                <a:ext uri="{FF2B5EF4-FFF2-40B4-BE49-F238E27FC236}">
                  <a16:creationId xmlns:a16="http://schemas.microsoft.com/office/drawing/2014/main" id="{2B7A5973-4206-B85E-F708-046448A0F386}"/>
                </a:ext>
              </a:extLst>
            </p:cNvPr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43">
              <a:extLst>
                <a:ext uri="{FF2B5EF4-FFF2-40B4-BE49-F238E27FC236}">
                  <a16:creationId xmlns:a16="http://schemas.microsoft.com/office/drawing/2014/main" id="{FC7BDD8C-15A8-1CB8-11B9-820F0F28AF19}"/>
                </a:ext>
              </a:extLst>
            </p:cNvPr>
            <p:cNvSpPr/>
            <p:nvPr/>
          </p:nvSpPr>
          <p:spPr>
            <a:xfrm>
              <a:off x="5455300" y="-1258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43">
              <a:extLst>
                <a:ext uri="{FF2B5EF4-FFF2-40B4-BE49-F238E27FC236}">
                  <a16:creationId xmlns:a16="http://schemas.microsoft.com/office/drawing/2014/main" id="{9915AFA9-8F70-DEC6-18EE-7A20EB462BA8}"/>
                </a:ext>
              </a:extLst>
            </p:cNvPr>
            <p:cNvSpPr/>
            <p:nvPr/>
          </p:nvSpPr>
          <p:spPr>
            <a:xfrm>
              <a:off x="5455300" y="-1258650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43">
              <a:extLst>
                <a:ext uri="{FF2B5EF4-FFF2-40B4-BE49-F238E27FC236}">
                  <a16:creationId xmlns:a16="http://schemas.microsoft.com/office/drawing/2014/main" id="{01BF30A9-2744-0EE8-E57C-EFA2E20A13D6}"/>
                </a:ext>
              </a:extLst>
            </p:cNvPr>
            <p:cNvSpPr/>
            <p:nvPr/>
          </p:nvSpPr>
          <p:spPr>
            <a:xfrm>
              <a:off x="5455300" y="-1258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43">
              <a:extLst>
                <a:ext uri="{FF2B5EF4-FFF2-40B4-BE49-F238E27FC236}">
                  <a16:creationId xmlns:a16="http://schemas.microsoft.com/office/drawing/2014/main" id="{2F0BD050-0A3F-86E9-35AD-2BFB1B00F047}"/>
                </a:ext>
              </a:extLst>
            </p:cNvPr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43">
              <a:extLst>
                <a:ext uri="{FF2B5EF4-FFF2-40B4-BE49-F238E27FC236}">
                  <a16:creationId xmlns:a16="http://schemas.microsoft.com/office/drawing/2014/main" id="{3CEB2849-7534-E2BE-97DA-BAE8E4019560}"/>
                </a:ext>
              </a:extLst>
            </p:cNvPr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43">
              <a:extLst>
                <a:ext uri="{FF2B5EF4-FFF2-40B4-BE49-F238E27FC236}">
                  <a16:creationId xmlns:a16="http://schemas.microsoft.com/office/drawing/2014/main" id="{FA885A58-BEC9-A733-52AE-7EE2327F3530}"/>
                </a:ext>
              </a:extLst>
            </p:cNvPr>
            <p:cNvSpPr/>
            <p:nvPr/>
          </p:nvSpPr>
          <p:spPr>
            <a:xfrm>
              <a:off x="5455300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43">
              <a:extLst>
                <a:ext uri="{FF2B5EF4-FFF2-40B4-BE49-F238E27FC236}">
                  <a16:creationId xmlns:a16="http://schemas.microsoft.com/office/drawing/2014/main" id="{5633B008-A4D4-7DA2-0D7E-373D7AED3CEC}"/>
                </a:ext>
              </a:extLst>
            </p:cNvPr>
            <p:cNvSpPr/>
            <p:nvPr/>
          </p:nvSpPr>
          <p:spPr>
            <a:xfrm>
              <a:off x="5455825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43">
              <a:extLst>
                <a:ext uri="{FF2B5EF4-FFF2-40B4-BE49-F238E27FC236}">
                  <a16:creationId xmlns:a16="http://schemas.microsoft.com/office/drawing/2014/main" id="{D5781388-BD5A-A30E-8FCB-A5BC67CD885A}"/>
                </a:ext>
              </a:extLst>
            </p:cNvPr>
            <p:cNvSpPr/>
            <p:nvPr/>
          </p:nvSpPr>
          <p:spPr>
            <a:xfrm>
              <a:off x="5455825" y="-1260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43">
              <a:extLst>
                <a:ext uri="{FF2B5EF4-FFF2-40B4-BE49-F238E27FC236}">
                  <a16:creationId xmlns:a16="http://schemas.microsoft.com/office/drawing/2014/main" id="{185DFB3A-CD67-5211-C852-DFBC382B811B}"/>
                </a:ext>
              </a:extLst>
            </p:cNvPr>
            <p:cNvSpPr/>
            <p:nvPr/>
          </p:nvSpPr>
          <p:spPr>
            <a:xfrm>
              <a:off x="5455825" y="-1260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43">
              <a:extLst>
                <a:ext uri="{FF2B5EF4-FFF2-40B4-BE49-F238E27FC236}">
                  <a16:creationId xmlns:a16="http://schemas.microsoft.com/office/drawing/2014/main" id="{3CFB8121-BE95-7B5C-14ED-BF3AE3A38826}"/>
                </a:ext>
              </a:extLst>
            </p:cNvPr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extrusionOk="0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43">
              <a:extLst>
                <a:ext uri="{FF2B5EF4-FFF2-40B4-BE49-F238E27FC236}">
                  <a16:creationId xmlns:a16="http://schemas.microsoft.com/office/drawing/2014/main" id="{6DC533A2-0BCF-4EFB-536F-6EF36C9A3D5A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43">
              <a:extLst>
                <a:ext uri="{FF2B5EF4-FFF2-40B4-BE49-F238E27FC236}">
                  <a16:creationId xmlns:a16="http://schemas.microsoft.com/office/drawing/2014/main" id="{65C74BBC-A2C9-564B-9C67-8D371A235284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43">
              <a:extLst>
                <a:ext uri="{FF2B5EF4-FFF2-40B4-BE49-F238E27FC236}">
                  <a16:creationId xmlns:a16="http://schemas.microsoft.com/office/drawing/2014/main" id="{DE1E0745-413A-5405-A6CF-6F45B720BAD9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43">
              <a:extLst>
                <a:ext uri="{FF2B5EF4-FFF2-40B4-BE49-F238E27FC236}">
                  <a16:creationId xmlns:a16="http://schemas.microsoft.com/office/drawing/2014/main" id="{5580D674-B757-682A-8A5C-1DB84B83BC94}"/>
                </a:ext>
              </a:extLst>
            </p:cNvPr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fill="none" extrusionOk="0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43">
              <a:extLst>
                <a:ext uri="{FF2B5EF4-FFF2-40B4-BE49-F238E27FC236}">
                  <a16:creationId xmlns:a16="http://schemas.microsoft.com/office/drawing/2014/main" id="{FFD82B32-54DC-E725-5D65-BB72A232A626}"/>
                </a:ext>
              </a:extLst>
            </p:cNvPr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extrusionOk="0">
                  <a:moveTo>
                    <a:pt x="130" y="1"/>
                  </a:move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43">
              <a:extLst>
                <a:ext uri="{FF2B5EF4-FFF2-40B4-BE49-F238E27FC236}">
                  <a16:creationId xmlns:a16="http://schemas.microsoft.com/office/drawing/2014/main" id="{2638D9AA-60DF-0FCD-7708-0BA03024CF7F}"/>
                </a:ext>
              </a:extLst>
            </p:cNvPr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fill="none" extrusionOk="0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43">
              <a:extLst>
                <a:ext uri="{FF2B5EF4-FFF2-40B4-BE49-F238E27FC236}">
                  <a16:creationId xmlns:a16="http://schemas.microsoft.com/office/drawing/2014/main" id="{4F559030-19C4-76DD-F935-E1B89CE7A2E1}"/>
                </a:ext>
              </a:extLst>
            </p:cNvPr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extrusionOk="0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43">
              <a:extLst>
                <a:ext uri="{FF2B5EF4-FFF2-40B4-BE49-F238E27FC236}">
                  <a16:creationId xmlns:a16="http://schemas.microsoft.com/office/drawing/2014/main" id="{A2CDDF82-EB5A-9F0F-6E69-6B7402822504}"/>
                </a:ext>
              </a:extLst>
            </p:cNvPr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43">
              <a:extLst>
                <a:ext uri="{FF2B5EF4-FFF2-40B4-BE49-F238E27FC236}">
                  <a16:creationId xmlns:a16="http://schemas.microsoft.com/office/drawing/2014/main" id="{8CBE8935-1A60-9384-7A3B-4B7904A5C475}"/>
                </a:ext>
              </a:extLst>
            </p:cNvPr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extrusionOk="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43">
              <a:extLst>
                <a:ext uri="{FF2B5EF4-FFF2-40B4-BE49-F238E27FC236}">
                  <a16:creationId xmlns:a16="http://schemas.microsoft.com/office/drawing/2014/main" id="{E8F23A3C-193D-1580-E578-EC9FBFFD49BF}"/>
                </a:ext>
              </a:extLst>
            </p:cNvPr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43">
              <a:extLst>
                <a:ext uri="{FF2B5EF4-FFF2-40B4-BE49-F238E27FC236}">
                  <a16:creationId xmlns:a16="http://schemas.microsoft.com/office/drawing/2014/main" id="{3FEF934F-DA3A-E7D2-5F12-913072AD18E5}"/>
                </a:ext>
              </a:extLst>
            </p:cNvPr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extrusionOk="0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43">
              <a:extLst>
                <a:ext uri="{FF2B5EF4-FFF2-40B4-BE49-F238E27FC236}">
                  <a16:creationId xmlns:a16="http://schemas.microsoft.com/office/drawing/2014/main" id="{B74F4157-E19A-8924-A1D4-EB984DDFF9F5}"/>
                </a:ext>
              </a:extLst>
            </p:cNvPr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43">
              <a:extLst>
                <a:ext uri="{FF2B5EF4-FFF2-40B4-BE49-F238E27FC236}">
                  <a16:creationId xmlns:a16="http://schemas.microsoft.com/office/drawing/2014/main" id="{19CAAAFD-66F6-EEC4-F3B8-9AC01765A4F0}"/>
                </a:ext>
              </a:extLst>
            </p:cNvPr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extrusionOk="0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43">
              <a:extLst>
                <a:ext uri="{FF2B5EF4-FFF2-40B4-BE49-F238E27FC236}">
                  <a16:creationId xmlns:a16="http://schemas.microsoft.com/office/drawing/2014/main" id="{C8C2F448-A501-3CA6-6C0F-C77C2E18E7AA}"/>
                </a:ext>
              </a:extLst>
            </p:cNvPr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43">
              <a:extLst>
                <a:ext uri="{FF2B5EF4-FFF2-40B4-BE49-F238E27FC236}">
                  <a16:creationId xmlns:a16="http://schemas.microsoft.com/office/drawing/2014/main" id="{4FE1074D-BB28-E2FB-A380-BB23D937875C}"/>
                </a:ext>
              </a:extLst>
            </p:cNvPr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extrusionOk="0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43">
              <a:extLst>
                <a:ext uri="{FF2B5EF4-FFF2-40B4-BE49-F238E27FC236}">
                  <a16:creationId xmlns:a16="http://schemas.microsoft.com/office/drawing/2014/main" id="{56EB1466-3D9C-B92B-CADE-3928377C1F46}"/>
                </a:ext>
              </a:extLst>
            </p:cNvPr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fill="none" extrusionOk="0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43">
              <a:extLst>
                <a:ext uri="{FF2B5EF4-FFF2-40B4-BE49-F238E27FC236}">
                  <a16:creationId xmlns:a16="http://schemas.microsoft.com/office/drawing/2014/main" id="{27B2F8E4-AFD9-5E5C-9847-055D1EE8BDFA}"/>
                </a:ext>
              </a:extLst>
            </p:cNvPr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extrusionOk="0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43">
              <a:extLst>
                <a:ext uri="{FF2B5EF4-FFF2-40B4-BE49-F238E27FC236}">
                  <a16:creationId xmlns:a16="http://schemas.microsoft.com/office/drawing/2014/main" id="{6AAF5955-6ED1-E1CF-9DB1-C123BEA3A165}"/>
                </a:ext>
              </a:extLst>
            </p:cNvPr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fill="none" extrusionOk="0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43">
              <a:extLst>
                <a:ext uri="{FF2B5EF4-FFF2-40B4-BE49-F238E27FC236}">
                  <a16:creationId xmlns:a16="http://schemas.microsoft.com/office/drawing/2014/main" id="{06212646-7049-5C22-22A6-4DAABA70B62E}"/>
                </a:ext>
              </a:extLst>
            </p:cNvPr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extrusionOk="0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43">
              <a:extLst>
                <a:ext uri="{FF2B5EF4-FFF2-40B4-BE49-F238E27FC236}">
                  <a16:creationId xmlns:a16="http://schemas.microsoft.com/office/drawing/2014/main" id="{A3C942A9-F9DB-3BDE-0489-05350C8E7E40}"/>
                </a:ext>
              </a:extLst>
            </p:cNvPr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fill="none" extrusionOk="0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43">
              <a:extLst>
                <a:ext uri="{FF2B5EF4-FFF2-40B4-BE49-F238E27FC236}">
                  <a16:creationId xmlns:a16="http://schemas.microsoft.com/office/drawing/2014/main" id="{6E9F7A5B-73A5-9F63-E413-8B6C759E072E}"/>
                </a:ext>
              </a:extLst>
            </p:cNvPr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extrusionOk="0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43">
              <a:extLst>
                <a:ext uri="{FF2B5EF4-FFF2-40B4-BE49-F238E27FC236}">
                  <a16:creationId xmlns:a16="http://schemas.microsoft.com/office/drawing/2014/main" id="{9A3B8FDB-8509-7BC3-295B-79E360FC3AA6}"/>
                </a:ext>
              </a:extLst>
            </p:cNvPr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fill="none" extrusionOk="0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43">
              <a:extLst>
                <a:ext uri="{FF2B5EF4-FFF2-40B4-BE49-F238E27FC236}">
                  <a16:creationId xmlns:a16="http://schemas.microsoft.com/office/drawing/2014/main" id="{19319DF1-7214-E593-0C8C-F08BB1A382F6}"/>
                </a:ext>
              </a:extLst>
            </p:cNvPr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extrusionOk="0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43">
              <a:extLst>
                <a:ext uri="{FF2B5EF4-FFF2-40B4-BE49-F238E27FC236}">
                  <a16:creationId xmlns:a16="http://schemas.microsoft.com/office/drawing/2014/main" id="{9A8C783B-D472-38DF-1AEF-2F2C8C932342}"/>
                </a:ext>
              </a:extLst>
            </p:cNvPr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fill="none" extrusionOk="0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43">
              <a:extLst>
                <a:ext uri="{FF2B5EF4-FFF2-40B4-BE49-F238E27FC236}">
                  <a16:creationId xmlns:a16="http://schemas.microsoft.com/office/drawing/2014/main" id="{19913587-5CD1-407B-7B08-FADF2E77BD3E}"/>
                </a:ext>
              </a:extLst>
            </p:cNvPr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extrusionOk="0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43">
              <a:extLst>
                <a:ext uri="{FF2B5EF4-FFF2-40B4-BE49-F238E27FC236}">
                  <a16:creationId xmlns:a16="http://schemas.microsoft.com/office/drawing/2014/main" id="{C90A7D6E-9C14-C4A0-5C14-517F48719634}"/>
                </a:ext>
              </a:extLst>
            </p:cNvPr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fill="none" extrusionOk="0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43">
              <a:extLst>
                <a:ext uri="{FF2B5EF4-FFF2-40B4-BE49-F238E27FC236}">
                  <a16:creationId xmlns:a16="http://schemas.microsoft.com/office/drawing/2014/main" id="{AE485B91-D965-0AE9-7DAE-37516DEB68D1}"/>
                </a:ext>
              </a:extLst>
            </p:cNvPr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extrusionOk="0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43">
              <a:extLst>
                <a:ext uri="{FF2B5EF4-FFF2-40B4-BE49-F238E27FC236}">
                  <a16:creationId xmlns:a16="http://schemas.microsoft.com/office/drawing/2014/main" id="{C22814C2-DA95-5806-F499-B60C9BC587FB}"/>
                </a:ext>
              </a:extLst>
            </p:cNvPr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fill="none" extrusionOk="0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43">
              <a:extLst>
                <a:ext uri="{FF2B5EF4-FFF2-40B4-BE49-F238E27FC236}">
                  <a16:creationId xmlns:a16="http://schemas.microsoft.com/office/drawing/2014/main" id="{FCF7E0B2-1763-0E53-EE0B-43EDCE50F702}"/>
                </a:ext>
              </a:extLst>
            </p:cNvPr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extrusionOk="0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43">
              <a:extLst>
                <a:ext uri="{FF2B5EF4-FFF2-40B4-BE49-F238E27FC236}">
                  <a16:creationId xmlns:a16="http://schemas.microsoft.com/office/drawing/2014/main" id="{639C8560-84AC-88D0-47F2-3D65E09A15BE}"/>
                </a:ext>
              </a:extLst>
            </p:cNvPr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fill="none" extrusionOk="0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43">
              <a:extLst>
                <a:ext uri="{FF2B5EF4-FFF2-40B4-BE49-F238E27FC236}">
                  <a16:creationId xmlns:a16="http://schemas.microsoft.com/office/drawing/2014/main" id="{3F6AA47D-0AB3-E6FE-3799-81937B0638BD}"/>
                </a:ext>
              </a:extLst>
            </p:cNvPr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43">
              <a:extLst>
                <a:ext uri="{FF2B5EF4-FFF2-40B4-BE49-F238E27FC236}">
                  <a16:creationId xmlns:a16="http://schemas.microsoft.com/office/drawing/2014/main" id="{31B38786-A48F-F2E7-CBA7-A4762814D7DA}"/>
                </a:ext>
              </a:extLst>
            </p:cNvPr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43">
              <a:extLst>
                <a:ext uri="{FF2B5EF4-FFF2-40B4-BE49-F238E27FC236}">
                  <a16:creationId xmlns:a16="http://schemas.microsoft.com/office/drawing/2014/main" id="{1C5EEF54-A6DE-FCF8-C69B-18F20AD35068}"/>
                </a:ext>
              </a:extLst>
            </p:cNvPr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extrusionOk="0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43">
              <a:extLst>
                <a:ext uri="{FF2B5EF4-FFF2-40B4-BE49-F238E27FC236}">
                  <a16:creationId xmlns:a16="http://schemas.microsoft.com/office/drawing/2014/main" id="{D38D842F-7209-8BBE-20E8-BA61557C636E}"/>
                </a:ext>
              </a:extLst>
            </p:cNvPr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fill="none" extrusionOk="0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43">
              <a:extLst>
                <a:ext uri="{FF2B5EF4-FFF2-40B4-BE49-F238E27FC236}">
                  <a16:creationId xmlns:a16="http://schemas.microsoft.com/office/drawing/2014/main" id="{DBE88B7E-E0CA-5FBA-534F-8BA52A3810D3}"/>
                </a:ext>
              </a:extLst>
            </p:cNvPr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extrusionOk="0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43">
              <a:extLst>
                <a:ext uri="{FF2B5EF4-FFF2-40B4-BE49-F238E27FC236}">
                  <a16:creationId xmlns:a16="http://schemas.microsoft.com/office/drawing/2014/main" id="{68FF5FC6-01D6-6196-171E-1B9B43EF5427}"/>
                </a:ext>
              </a:extLst>
            </p:cNvPr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43">
              <a:extLst>
                <a:ext uri="{FF2B5EF4-FFF2-40B4-BE49-F238E27FC236}">
                  <a16:creationId xmlns:a16="http://schemas.microsoft.com/office/drawing/2014/main" id="{F7D87D41-5BDF-880E-FDBA-6FDC3D5D417A}"/>
                </a:ext>
              </a:extLst>
            </p:cNvPr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extrusionOk="0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43">
              <a:extLst>
                <a:ext uri="{FF2B5EF4-FFF2-40B4-BE49-F238E27FC236}">
                  <a16:creationId xmlns:a16="http://schemas.microsoft.com/office/drawing/2014/main" id="{8C5F5C26-BCA4-1702-7F6F-41B93D0DFB00}"/>
                </a:ext>
              </a:extLst>
            </p:cNvPr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43">
              <a:extLst>
                <a:ext uri="{FF2B5EF4-FFF2-40B4-BE49-F238E27FC236}">
                  <a16:creationId xmlns:a16="http://schemas.microsoft.com/office/drawing/2014/main" id="{8FCE3A29-D1D9-E25A-5EA4-62A03CB13955}"/>
                </a:ext>
              </a:extLst>
            </p:cNvPr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extrusionOk="0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43">
              <a:extLst>
                <a:ext uri="{FF2B5EF4-FFF2-40B4-BE49-F238E27FC236}">
                  <a16:creationId xmlns:a16="http://schemas.microsoft.com/office/drawing/2014/main" id="{D879749A-F997-EA6C-7104-107289D5427C}"/>
                </a:ext>
              </a:extLst>
            </p:cNvPr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43">
              <a:extLst>
                <a:ext uri="{FF2B5EF4-FFF2-40B4-BE49-F238E27FC236}">
                  <a16:creationId xmlns:a16="http://schemas.microsoft.com/office/drawing/2014/main" id="{C4E6FB1C-BE8D-7605-27FB-C56A9B7EDD3A}"/>
                </a:ext>
              </a:extLst>
            </p:cNvPr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extrusionOk="0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43">
              <a:extLst>
                <a:ext uri="{FF2B5EF4-FFF2-40B4-BE49-F238E27FC236}">
                  <a16:creationId xmlns:a16="http://schemas.microsoft.com/office/drawing/2014/main" id="{4BE4CFB4-6A73-DCDC-C4D0-53433F780F2C}"/>
                </a:ext>
              </a:extLst>
            </p:cNvPr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fill="none" extrusionOk="0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43">
              <a:extLst>
                <a:ext uri="{FF2B5EF4-FFF2-40B4-BE49-F238E27FC236}">
                  <a16:creationId xmlns:a16="http://schemas.microsoft.com/office/drawing/2014/main" id="{D31BFF03-1DBD-5748-8069-79A8CFF8514F}"/>
                </a:ext>
              </a:extLst>
            </p:cNvPr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extrusionOk="0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43">
              <a:extLst>
                <a:ext uri="{FF2B5EF4-FFF2-40B4-BE49-F238E27FC236}">
                  <a16:creationId xmlns:a16="http://schemas.microsoft.com/office/drawing/2014/main" id="{7E811D42-A89C-C142-F959-5D1EF73C3632}"/>
                </a:ext>
              </a:extLst>
            </p:cNvPr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fill="none" extrusionOk="0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43">
              <a:extLst>
                <a:ext uri="{FF2B5EF4-FFF2-40B4-BE49-F238E27FC236}">
                  <a16:creationId xmlns:a16="http://schemas.microsoft.com/office/drawing/2014/main" id="{2464F960-910F-40BF-11A3-68F2FDDF4A21}"/>
                </a:ext>
              </a:extLst>
            </p:cNvPr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extrusionOk="0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43">
              <a:extLst>
                <a:ext uri="{FF2B5EF4-FFF2-40B4-BE49-F238E27FC236}">
                  <a16:creationId xmlns:a16="http://schemas.microsoft.com/office/drawing/2014/main" id="{F6E9987F-1A7D-63E0-665D-3DAA4FD17245}"/>
                </a:ext>
              </a:extLst>
            </p:cNvPr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fill="none" extrusionOk="0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43">
              <a:extLst>
                <a:ext uri="{FF2B5EF4-FFF2-40B4-BE49-F238E27FC236}">
                  <a16:creationId xmlns:a16="http://schemas.microsoft.com/office/drawing/2014/main" id="{B6CD9A2F-6237-BC3B-3D63-181C6E03E41A}"/>
                </a:ext>
              </a:extLst>
            </p:cNvPr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extrusionOk="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43">
              <a:extLst>
                <a:ext uri="{FF2B5EF4-FFF2-40B4-BE49-F238E27FC236}">
                  <a16:creationId xmlns:a16="http://schemas.microsoft.com/office/drawing/2014/main" id="{4B5A9028-AA5A-EDDE-C52B-EE01F3405F71}"/>
                </a:ext>
              </a:extLst>
            </p:cNvPr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fill="none" extrusionOk="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43">
              <a:extLst>
                <a:ext uri="{FF2B5EF4-FFF2-40B4-BE49-F238E27FC236}">
                  <a16:creationId xmlns:a16="http://schemas.microsoft.com/office/drawing/2014/main" id="{97710722-550C-2154-E1E2-24BF2585DBDA}"/>
                </a:ext>
              </a:extLst>
            </p:cNvPr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extrusionOk="0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43">
              <a:extLst>
                <a:ext uri="{FF2B5EF4-FFF2-40B4-BE49-F238E27FC236}">
                  <a16:creationId xmlns:a16="http://schemas.microsoft.com/office/drawing/2014/main" id="{26D1B702-98B7-26A3-BD44-542DC6B94809}"/>
                </a:ext>
              </a:extLst>
            </p:cNvPr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fill="none" extrusionOk="0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43">
              <a:extLst>
                <a:ext uri="{FF2B5EF4-FFF2-40B4-BE49-F238E27FC236}">
                  <a16:creationId xmlns:a16="http://schemas.microsoft.com/office/drawing/2014/main" id="{3B594C7F-CCB6-99DC-FD51-E6D546191671}"/>
                </a:ext>
              </a:extLst>
            </p:cNvPr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extrusionOk="0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43">
              <a:extLst>
                <a:ext uri="{FF2B5EF4-FFF2-40B4-BE49-F238E27FC236}">
                  <a16:creationId xmlns:a16="http://schemas.microsoft.com/office/drawing/2014/main" id="{F655E38C-F99A-44B6-5182-0C86CAECF59F}"/>
                </a:ext>
              </a:extLst>
            </p:cNvPr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fill="none" extrusionOk="0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43">
              <a:extLst>
                <a:ext uri="{FF2B5EF4-FFF2-40B4-BE49-F238E27FC236}">
                  <a16:creationId xmlns:a16="http://schemas.microsoft.com/office/drawing/2014/main" id="{4D4CEDE6-75B8-47F1-25AB-51B6874383DF}"/>
                </a:ext>
              </a:extLst>
            </p:cNvPr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extrusionOk="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43">
              <a:extLst>
                <a:ext uri="{FF2B5EF4-FFF2-40B4-BE49-F238E27FC236}">
                  <a16:creationId xmlns:a16="http://schemas.microsoft.com/office/drawing/2014/main" id="{04160388-3185-0051-C597-2F42F8D8D347}"/>
                </a:ext>
              </a:extLst>
            </p:cNvPr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fill="none" extrusionOk="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43">
              <a:extLst>
                <a:ext uri="{FF2B5EF4-FFF2-40B4-BE49-F238E27FC236}">
                  <a16:creationId xmlns:a16="http://schemas.microsoft.com/office/drawing/2014/main" id="{FC1A7BBE-24CD-298A-70A9-95AC49C71B30}"/>
                </a:ext>
              </a:extLst>
            </p:cNvPr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extrusionOk="0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43">
              <a:extLst>
                <a:ext uri="{FF2B5EF4-FFF2-40B4-BE49-F238E27FC236}">
                  <a16:creationId xmlns:a16="http://schemas.microsoft.com/office/drawing/2014/main" id="{993B646E-83B8-AD3D-210B-D744975D5035}"/>
                </a:ext>
              </a:extLst>
            </p:cNvPr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fill="none" extrusionOk="0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43">
              <a:extLst>
                <a:ext uri="{FF2B5EF4-FFF2-40B4-BE49-F238E27FC236}">
                  <a16:creationId xmlns:a16="http://schemas.microsoft.com/office/drawing/2014/main" id="{ED8693AF-DBC7-AD43-1862-4258F5F1429B}"/>
                </a:ext>
              </a:extLst>
            </p:cNvPr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extrusionOk="0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43">
              <a:extLst>
                <a:ext uri="{FF2B5EF4-FFF2-40B4-BE49-F238E27FC236}">
                  <a16:creationId xmlns:a16="http://schemas.microsoft.com/office/drawing/2014/main" id="{9150A1A5-24DC-F6CB-0F89-883CD8854990}"/>
                </a:ext>
              </a:extLst>
            </p:cNvPr>
            <p:cNvSpPr/>
            <p:nvPr/>
          </p:nvSpPr>
          <p:spPr>
            <a:xfrm>
              <a:off x="7675375" y="-499275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43">
              <a:extLst>
                <a:ext uri="{FF2B5EF4-FFF2-40B4-BE49-F238E27FC236}">
                  <a16:creationId xmlns:a16="http://schemas.microsoft.com/office/drawing/2014/main" id="{71637E68-3EAE-2AB6-BCFB-5828194A1C61}"/>
                </a:ext>
              </a:extLst>
            </p:cNvPr>
            <p:cNvSpPr/>
            <p:nvPr/>
          </p:nvSpPr>
          <p:spPr>
            <a:xfrm>
              <a:off x="76743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43">
              <a:extLst>
                <a:ext uri="{FF2B5EF4-FFF2-40B4-BE49-F238E27FC236}">
                  <a16:creationId xmlns:a16="http://schemas.microsoft.com/office/drawing/2014/main" id="{3F5B6F3C-F557-E3EF-B9CA-9FEB533715ED}"/>
                </a:ext>
              </a:extLst>
            </p:cNvPr>
            <p:cNvSpPr/>
            <p:nvPr/>
          </p:nvSpPr>
          <p:spPr>
            <a:xfrm>
              <a:off x="76737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43">
              <a:extLst>
                <a:ext uri="{FF2B5EF4-FFF2-40B4-BE49-F238E27FC236}">
                  <a16:creationId xmlns:a16="http://schemas.microsoft.com/office/drawing/2014/main" id="{AEC4F5E6-2453-A96F-54A8-BC0DBCE07612}"/>
                </a:ext>
              </a:extLst>
            </p:cNvPr>
            <p:cNvSpPr/>
            <p:nvPr/>
          </p:nvSpPr>
          <p:spPr>
            <a:xfrm>
              <a:off x="7673225" y="-499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43">
              <a:extLst>
                <a:ext uri="{FF2B5EF4-FFF2-40B4-BE49-F238E27FC236}">
                  <a16:creationId xmlns:a16="http://schemas.microsoft.com/office/drawing/2014/main" id="{303EEA22-C6FF-430E-3FC8-96CB38A54246}"/>
                </a:ext>
              </a:extLst>
            </p:cNvPr>
            <p:cNvSpPr/>
            <p:nvPr/>
          </p:nvSpPr>
          <p:spPr>
            <a:xfrm>
              <a:off x="767215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43">
              <a:extLst>
                <a:ext uri="{FF2B5EF4-FFF2-40B4-BE49-F238E27FC236}">
                  <a16:creationId xmlns:a16="http://schemas.microsoft.com/office/drawing/2014/main" id="{C6DB0E0A-5EDA-67E8-D736-2D2C26320206}"/>
                </a:ext>
              </a:extLst>
            </p:cNvPr>
            <p:cNvSpPr/>
            <p:nvPr/>
          </p:nvSpPr>
          <p:spPr>
            <a:xfrm>
              <a:off x="767160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43">
              <a:extLst>
                <a:ext uri="{FF2B5EF4-FFF2-40B4-BE49-F238E27FC236}">
                  <a16:creationId xmlns:a16="http://schemas.microsoft.com/office/drawing/2014/main" id="{DC1BE47D-5C71-FD22-2FAF-96A3E0C3D597}"/>
                </a:ext>
              </a:extLst>
            </p:cNvPr>
            <p:cNvSpPr/>
            <p:nvPr/>
          </p:nvSpPr>
          <p:spPr>
            <a:xfrm>
              <a:off x="7671075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43">
              <a:extLst>
                <a:ext uri="{FF2B5EF4-FFF2-40B4-BE49-F238E27FC236}">
                  <a16:creationId xmlns:a16="http://schemas.microsoft.com/office/drawing/2014/main" id="{A8B69461-2F31-CA27-FB6E-224B637D0224}"/>
                </a:ext>
              </a:extLst>
            </p:cNvPr>
            <p:cNvSpPr/>
            <p:nvPr/>
          </p:nvSpPr>
          <p:spPr>
            <a:xfrm>
              <a:off x="76700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43">
              <a:extLst>
                <a:ext uri="{FF2B5EF4-FFF2-40B4-BE49-F238E27FC236}">
                  <a16:creationId xmlns:a16="http://schemas.microsoft.com/office/drawing/2014/main" id="{A59A1591-B900-2366-6273-1BBEB422F254}"/>
                </a:ext>
              </a:extLst>
            </p:cNvPr>
            <p:cNvSpPr/>
            <p:nvPr/>
          </p:nvSpPr>
          <p:spPr>
            <a:xfrm>
              <a:off x="76694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43">
              <a:extLst>
                <a:ext uri="{FF2B5EF4-FFF2-40B4-BE49-F238E27FC236}">
                  <a16:creationId xmlns:a16="http://schemas.microsoft.com/office/drawing/2014/main" id="{5AE7E30F-1127-451F-6D67-6C9D0CC5AA31}"/>
                </a:ext>
              </a:extLst>
            </p:cNvPr>
            <p:cNvSpPr/>
            <p:nvPr/>
          </p:nvSpPr>
          <p:spPr>
            <a:xfrm>
              <a:off x="7668925" y="-499800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43">
              <a:extLst>
                <a:ext uri="{FF2B5EF4-FFF2-40B4-BE49-F238E27FC236}">
                  <a16:creationId xmlns:a16="http://schemas.microsoft.com/office/drawing/2014/main" id="{4E3F9019-D2E3-E274-312B-768ADE1255A7}"/>
                </a:ext>
              </a:extLst>
            </p:cNvPr>
            <p:cNvSpPr/>
            <p:nvPr/>
          </p:nvSpPr>
          <p:spPr>
            <a:xfrm>
              <a:off x="7667850" y="-499800"/>
              <a:ext cx="1100" cy="25"/>
            </a:xfrm>
            <a:custGeom>
              <a:avLst/>
              <a:gdLst/>
              <a:ahLst/>
              <a:cxnLst/>
              <a:rect l="l" t="t" r="r" b="b"/>
              <a:pathLst>
                <a:path w="44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43">
              <a:extLst>
                <a:ext uri="{FF2B5EF4-FFF2-40B4-BE49-F238E27FC236}">
                  <a16:creationId xmlns:a16="http://schemas.microsoft.com/office/drawing/2014/main" id="{FDD4B2A2-0F28-4721-58BF-40D5F5F5AB22}"/>
                </a:ext>
              </a:extLst>
            </p:cNvPr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fill="none" extrusionOk="0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43">
              <a:extLst>
                <a:ext uri="{FF2B5EF4-FFF2-40B4-BE49-F238E27FC236}">
                  <a16:creationId xmlns:a16="http://schemas.microsoft.com/office/drawing/2014/main" id="{04833F8E-B3EA-6005-23A5-AE8FEE5CE3AC}"/>
                </a:ext>
              </a:extLst>
            </p:cNvPr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extrusionOk="0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43">
              <a:extLst>
                <a:ext uri="{FF2B5EF4-FFF2-40B4-BE49-F238E27FC236}">
                  <a16:creationId xmlns:a16="http://schemas.microsoft.com/office/drawing/2014/main" id="{FDC75F86-2A88-4614-CD4A-0A8D3C3EB964}"/>
                </a:ext>
              </a:extLst>
            </p:cNvPr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fill="none" extrusionOk="0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43">
              <a:extLst>
                <a:ext uri="{FF2B5EF4-FFF2-40B4-BE49-F238E27FC236}">
                  <a16:creationId xmlns:a16="http://schemas.microsoft.com/office/drawing/2014/main" id="{A6D8F4FE-7F68-518C-6E4C-B961CFE16DA0}"/>
                </a:ext>
              </a:extLst>
            </p:cNvPr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extrusionOk="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43">
              <a:extLst>
                <a:ext uri="{FF2B5EF4-FFF2-40B4-BE49-F238E27FC236}">
                  <a16:creationId xmlns:a16="http://schemas.microsoft.com/office/drawing/2014/main" id="{E5BAF8DD-AF8F-D0D2-6F2C-1546E61B2630}"/>
                </a:ext>
              </a:extLst>
            </p:cNvPr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fill="none" extrusionOk="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43">
              <a:extLst>
                <a:ext uri="{FF2B5EF4-FFF2-40B4-BE49-F238E27FC236}">
                  <a16:creationId xmlns:a16="http://schemas.microsoft.com/office/drawing/2014/main" id="{B23E1790-4076-7F93-984E-0D7743A494B2}"/>
                </a:ext>
              </a:extLst>
            </p:cNvPr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extrusionOk="0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43">
              <a:extLst>
                <a:ext uri="{FF2B5EF4-FFF2-40B4-BE49-F238E27FC236}">
                  <a16:creationId xmlns:a16="http://schemas.microsoft.com/office/drawing/2014/main" id="{7EFB6D97-1013-4107-03C0-F773478212AC}"/>
                </a:ext>
              </a:extLst>
            </p:cNvPr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fill="none" extrusionOk="0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43">
              <a:extLst>
                <a:ext uri="{FF2B5EF4-FFF2-40B4-BE49-F238E27FC236}">
                  <a16:creationId xmlns:a16="http://schemas.microsoft.com/office/drawing/2014/main" id="{72A441D5-B9F0-CF94-9430-221B56164338}"/>
                </a:ext>
              </a:extLst>
            </p:cNvPr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43">
              <a:extLst>
                <a:ext uri="{FF2B5EF4-FFF2-40B4-BE49-F238E27FC236}">
                  <a16:creationId xmlns:a16="http://schemas.microsoft.com/office/drawing/2014/main" id="{05F7E7A1-ADE2-733F-8918-0A59B803DAA6}"/>
                </a:ext>
              </a:extLst>
            </p:cNvPr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43">
              <a:extLst>
                <a:ext uri="{FF2B5EF4-FFF2-40B4-BE49-F238E27FC236}">
                  <a16:creationId xmlns:a16="http://schemas.microsoft.com/office/drawing/2014/main" id="{1536B87E-1E69-D958-394F-68BB0038A14D}"/>
                </a:ext>
              </a:extLst>
            </p:cNvPr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extrusionOk="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43">
              <a:extLst>
                <a:ext uri="{FF2B5EF4-FFF2-40B4-BE49-F238E27FC236}">
                  <a16:creationId xmlns:a16="http://schemas.microsoft.com/office/drawing/2014/main" id="{392C5798-64FE-CCA6-6305-C42998138F5F}"/>
                </a:ext>
              </a:extLst>
            </p:cNvPr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fill="none" extrusionOk="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43">
              <a:extLst>
                <a:ext uri="{FF2B5EF4-FFF2-40B4-BE49-F238E27FC236}">
                  <a16:creationId xmlns:a16="http://schemas.microsoft.com/office/drawing/2014/main" id="{5D6E3BB5-8067-2AB9-AE2E-93BA6BCF3A37}"/>
                </a:ext>
              </a:extLst>
            </p:cNvPr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extrusionOk="0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43">
              <a:extLst>
                <a:ext uri="{FF2B5EF4-FFF2-40B4-BE49-F238E27FC236}">
                  <a16:creationId xmlns:a16="http://schemas.microsoft.com/office/drawing/2014/main" id="{2F8AAAC3-1FA6-CCCB-E7C1-04C8AF46A48A}"/>
                </a:ext>
              </a:extLst>
            </p:cNvPr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fill="none" extrusionOk="0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43">
              <a:extLst>
                <a:ext uri="{FF2B5EF4-FFF2-40B4-BE49-F238E27FC236}">
                  <a16:creationId xmlns:a16="http://schemas.microsoft.com/office/drawing/2014/main" id="{7C68AFC2-8377-A52C-751D-2F8BC32C2B3C}"/>
                </a:ext>
              </a:extLst>
            </p:cNvPr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extrusionOk="0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43">
              <a:extLst>
                <a:ext uri="{FF2B5EF4-FFF2-40B4-BE49-F238E27FC236}">
                  <a16:creationId xmlns:a16="http://schemas.microsoft.com/office/drawing/2014/main" id="{7AB61A6C-EB34-63F3-92B4-5541E20F89E3}"/>
                </a:ext>
              </a:extLst>
            </p:cNvPr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fill="none" extrusionOk="0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43">
              <a:extLst>
                <a:ext uri="{FF2B5EF4-FFF2-40B4-BE49-F238E27FC236}">
                  <a16:creationId xmlns:a16="http://schemas.microsoft.com/office/drawing/2014/main" id="{2C09723A-4EC0-84D5-D700-7256451EE9ED}"/>
                </a:ext>
              </a:extLst>
            </p:cNvPr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extrusionOk="0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43">
              <a:extLst>
                <a:ext uri="{FF2B5EF4-FFF2-40B4-BE49-F238E27FC236}">
                  <a16:creationId xmlns:a16="http://schemas.microsoft.com/office/drawing/2014/main" id="{3A1C8D5E-783B-F44B-D46B-990B7CF21154}"/>
                </a:ext>
              </a:extLst>
            </p:cNvPr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fill="none" extrusionOk="0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43">
              <a:extLst>
                <a:ext uri="{FF2B5EF4-FFF2-40B4-BE49-F238E27FC236}">
                  <a16:creationId xmlns:a16="http://schemas.microsoft.com/office/drawing/2014/main" id="{2CB16D72-CCBF-A1EE-F657-C9448F97865A}"/>
                </a:ext>
              </a:extLst>
            </p:cNvPr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extrusionOk="0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43">
              <a:extLst>
                <a:ext uri="{FF2B5EF4-FFF2-40B4-BE49-F238E27FC236}">
                  <a16:creationId xmlns:a16="http://schemas.microsoft.com/office/drawing/2014/main" id="{71FA9340-3C93-A3EC-A6E5-59294BB0F239}"/>
                </a:ext>
              </a:extLst>
            </p:cNvPr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fill="none" extrusionOk="0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43">
              <a:extLst>
                <a:ext uri="{FF2B5EF4-FFF2-40B4-BE49-F238E27FC236}">
                  <a16:creationId xmlns:a16="http://schemas.microsoft.com/office/drawing/2014/main" id="{EAD4689D-7D21-7501-0223-2D1024BA2474}"/>
                </a:ext>
              </a:extLst>
            </p:cNvPr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extrusionOk="0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43">
              <a:extLst>
                <a:ext uri="{FF2B5EF4-FFF2-40B4-BE49-F238E27FC236}">
                  <a16:creationId xmlns:a16="http://schemas.microsoft.com/office/drawing/2014/main" id="{451BCEED-2A21-5DD2-365A-E0AFBC9F46AE}"/>
                </a:ext>
              </a:extLst>
            </p:cNvPr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fill="none" extrusionOk="0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43">
              <a:extLst>
                <a:ext uri="{FF2B5EF4-FFF2-40B4-BE49-F238E27FC236}">
                  <a16:creationId xmlns:a16="http://schemas.microsoft.com/office/drawing/2014/main" id="{EE2A5A25-731B-7726-5997-D29E6897B3C4}"/>
                </a:ext>
              </a:extLst>
            </p:cNvPr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43">
              <a:extLst>
                <a:ext uri="{FF2B5EF4-FFF2-40B4-BE49-F238E27FC236}">
                  <a16:creationId xmlns:a16="http://schemas.microsoft.com/office/drawing/2014/main" id="{7F2E180D-1FF1-5E14-A370-B2E095E2418C}"/>
                </a:ext>
              </a:extLst>
            </p:cNvPr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43">
              <a:extLst>
                <a:ext uri="{FF2B5EF4-FFF2-40B4-BE49-F238E27FC236}">
                  <a16:creationId xmlns:a16="http://schemas.microsoft.com/office/drawing/2014/main" id="{20DDD93F-C92E-DFED-775A-DC17C72293D7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43">
              <a:extLst>
                <a:ext uri="{FF2B5EF4-FFF2-40B4-BE49-F238E27FC236}">
                  <a16:creationId xmlns:a16="http://schemas.microsoft.com/office/drawing/2014/main" id="{3D6FE01B-B0CE-CFB0-9B30-6256B13D5F47}"/>
                </a:ext>
              </a:extLst>
            </p:cNvPr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43">
              <a:extLst>
                <a:ext uri="{FF2B5EF4-FFF2-40B4-BE49-F238E27FC236}">
                  <a16:creationId xmlns:a16="http://schemas.microsoft.com/office/drawing/2014/main" id="{80712E5D-8080-7E24-1D85-08259D1E0BD7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43">
              <a:extLst>
                <a:ext uri="{FF2B5EF4-FFF2-40B4-BE49-F238E27FC236}">
                  <a16:creationId xmlns:a16="http://schemas.microsoft.com/office/drawing/2014/main" id="{62A93D42-5EDA-68CC-093C-9AAE29FADAA8}"/>
                </a:ext>
              </a:extLst>
            </p:cNvPr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43">
              <a:extLst>
                <a:ext uri="{FF2B5EF4-FFF2-40B4-BE49-F238E27FC236}">
                  <a16:creationId xmlns:a16="http://schemas.microsoft.com/office/drawing/2014/main" id="{18B324ED-5807-4719-05F7-451B77A56E4E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43">
              <a:extLst>
                <a:ext uri="{FF2B5EF4-FFF2-40B4-BE49-F238E27FC236}">
                  <a16:creationId xmlns:a16="http://schemas.microsoft.com/office/drawing/2014/main" id="{EFAD1D23-FBE8-DE68-B678-7FB2D94EB845}"/>
                </a:ext>
              </a:extLst>
            </p:cNvPr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43">
              <a:extLst>
                <a:ext uri="{FF2B5EF4-FFF2-40B4-BE49-F238E27FC236}">
                  <a16:creationId xmlns:a16="http://schemas.microsoft.com/office/drawing/2014/main" id="{BC408B93-7CCD-4FCC-2774-4340EA4AAED8}"/>
                </a:ext>
              </a:extLst>
            </p:cNvPr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43">
              <a:extLst>
                <a:ext uri="{FF2B5EF4-FFF2-40B4-BE49-F238E27FC236}">
                  <a16:creationId xmlns:a16="http://schemas.microsoft.com/office/drawing/2014/main" id="{304E8A8A-BC58-EFF5-6F66-DEBD61F1E03A}"/>
                </a:ext>
              </a:extLst>
            </p:cNvPr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43">
              <a:extLst>
                <a:ext uri="{FF2B5EF4-FFF2-40B4-BE49-F238E27FC236}">
                  <a16:creationId xmlns:a16="http://schemas.microsoft.com/office/drawing/2014/main" id="{79D16785-D2D6-4F8F-B93F-BEA12EE32340}"/>
                </a:ext>
              </a:extLst>
            </p:cNvPr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extrusionOk="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43">
              <a:extLst>
                <a:ext uri="{FF2B5EF4-FFF2-40B4-BE49-F238E27FC236}">
                  <a16:creationId xmlns:a16="http://schemas.microsoft.com/office/drawing/2014/main" id="{8F9C49A7-8780-0F10-0DAB-43F6A63E0D09}"/>
                </a:ext>
              </a:extLst>
            </p:cNvPr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fill="none" extrusionOk="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43">
              <a:extLst>
                <a:ext uri="{FF2B5EF4-FFF2-40B4-BE49-F238E27FC236}">
                  <a16:creationId xmlns:a16="http://schemas.microsoft.com/office/drawing/2014/main" id="{02AA378D-02D5-8635-567A-4C6BC658F3D1}"/>
                </a:ext>
              </a:extLst>
            </p:cNvPr>
            <p:cNvSpPr/>
            <p:nvPr/>
          </p:nvSpPr>
          <p:spPr>
            <a:xfrm>
              <a:off x="6045925" y="-987250"/>
              <a:ext cx="735750" cy="815300"/>
            </a:xfrm>
            <a:custGeom>
              <a:avLst/>
              <a:gdLst/>
              <a:ahLst/>
              <a:cxnLst/>
              <a:rect l="l" t="t" r="r" b="b"/>
              <a:pathLst>
                <a:path w="29430" h="32612" extrusionOk="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43">
              <a:extLst>
                <a:ext uri="{FF2B5EF4-FFF2-40B4-BE49-F238E27FC236}">
                  <a16:creationId xmlns:a16="http://schemas.microsoft.com/office/drawing/2014/main" id="{17781A1B-5AFD-ED78-D4B0-7893D2F2225C}"/>
                </a:ext>
              </a:extLst>
            </p:cNvPr>
            <p:cNvSpPr/>
            <p:nvPr/>
          </p:nvSpPr>
          <p:spPr>
            <a:xfrm>
              <a:off x="7752225" y="-585800"/>
              <a:ext cx="394475" cy="311725"/>
            </a:xfrm>
            <a:custGeom>
              <a:avLst/>
              <a:gdLst/>
              <a:ahLst/>
              <a:cxnLst/>
              <a:rect l="l" t="t" r="r" b="b"/>
              <a:pathLst>
                <a:path w="15779" h="12469" extrusionOk="0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43">
              <a:extLst>
                <a:ext uri="{FF2B5EF4-FFF2-40B4-BE49-F238E27FC236}">
                  <a16:creationId xmlns:a16="http://schemas.microsoft.com/office/drawing/2014/main" id="{C9942715-C8B4-07BD-42C4-66BD9512B9FC}"/>
                </a:ext>
              </a:extLst>
            </p:cNvPr>
            <p:cNvSpPr/>
            <p:nvPr/>
          </p:nvSpPr>
          <p:spPr>
            <a:xfrm>
              <a:off x="6164700" y="-980800"/>
              <a:ext cx="616975" cy="778200"/>
            </a:xfrm>
            <a:custGeom>
              <a:avLst/>
              <a:gdLst/>
              <a:ahLst/>
              <a:cxnLst/>
              <a:rect l="l" t="t" r="r" b="b"/>
              <a:pathLst>
                <a:path w="24679" h="31128" extrusionOk="0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43">
              <a:extLst>
                <a:ext uri="{FF2B5EF4-FFF2-40B4-BE49-F238E27FC236}">
                  <a16:creationId xmlns:a16="http://schemas.microsoft.com/office/drawing/2014/main" id="{0009609D-0D5B-BFAA-A8F1-C330146529EB}"/>
                </a:ext>
              </a:extLst>
            </p:cNvPr>
            <p:cNvSpPr/>
            <p:nvPr/>
          </p:nvSpPr>
          <p:spPr>
            <a:xfrm>
              <a:off x="6672000" y="-13716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43">
              <a:extLst>
                <a:ext uri="{FF2B5EF4-FFF2-40B4-BE49-F238E27FC236}">
                  <a16:creationId xmlns:a16="http://schemas.microsoft.com/office/drawing/2014/main" id="{CD2FC37E-25AA-67B8-0888-EF94656D8911}"/>
                </a:ext>
              </a:extLst>
            </p:cNvPr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extrusionOk="0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43">
              <a:extLst>
                <a:ext uri="{FF2B5EF4-FFF2-40B4-BE49-F238E27FC236}">
                  <a16:creationId xmlns:a16="http://schemas.microsoft.com/office/drawing/2014/main" id="{225C0341-FBFE-CE04-F286-66060EE064C4}"/>
                </a:ext>
              </a:extLst>
            </p:cNvPr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43">
              <a:extLst>
                <a:ext uri="{FF2B5EF4-FFF2-40B4-BE49-F238E27FC236}">
                  <a16:creationId xmlns:a16="http://schemas.microsoft.com/office/drawing/2014/main" id="{46E15B33-C56A-1564-AC57-5CE379A85BD3}"/>
                </a:ext>
              </a:extLst>
            </p:cNvPr>
            <p:cNvSpPr/>
            <p:nvPr/>
          </p:nvSpPr>
          <p:spPr>
            <a:xfrm>
              <a:off x="7617325" y="-819575"/>
              <a:ext cx="147825" cy="62375"/>
            </a:xfrm>
            <a:custGeom>
              <a:avLst/>
              <a:gdLst/>
              <a:ahLst/>
              <a:cxnLst/>
              <a:rect l="l" t="t" r="r" b="b"/>
              <a:pathLst>
                <a:path w="5913" h="2495" extrusionOk="0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43">
              <a:extLst>
                <a:ext uri="{FF2B5EF4-FFF2-40B4-BE49-F238E27FC236}">
                  <a16:creationId xmlns:a16="http://schemas.microsoft.com/office/drawing/2014/main" id="{DD1E26C7-8C09-D635-8A7C-7A8A87A6E748}"/>
                </a:ext>
              </a:extLst>
            </p:cNvPr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43">
              <a:extLst>
                <a:ext uri="{FF2B5EF4-FFF2-40B4-BE49-F238E27FC236}">
                  <a16:creationId xmlns:a16="http://schemas.microsoft.com/office/drawing/2014/main" id="{5CA907A9-7740-5BCB-7E6B-20AC2F356C9A}"/>
                </a:ext>
              </a:extLst>
            </p:cNvPr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43">
              <a:extLst>
                <a:ext uri="{FF2B5EF4-FFF2-40B4-BE49-F238E27FC236}">
                  <a16:creationId xmlns:a16="http://schemas.microsoft.com/office/drawing/2014/main" id="{10553CD0-2C7E-36F0-3474-8AFF1E8B736D}"/>
                </a:ext>
              </a:extLst>
            </p:cNvPr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extrusionOk="0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43">
              <a:extLst>
                <a:ext uri="{FF2B5EF4-FFF2-40B4-BE49-F238E27FC236}">
                  <a16:creationId xmlns:a16="http://schemas.microsoft.com/office/drawing/2014/main" id="{6F0E3725-E78D-5B42-7C50-4208B6F56724}"/>
                </a:ext>
              </a:extLst>
            </p:cNvPr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fill="none" extrusionOk="0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43">
              <a:extLst>
                <a:ext uri="{FF2B5EF4-FFF2-40B4-BE49-F238E27FC236}">
                  <a16:creationId xmlns:a16="http://schemas.microsoft.com/office/drawing/2014/main" id="{E2647663-A83F-29A8-DC64-6828AAE15761}"/>
                </a:ext>
              </a:extLst>
            </p:cNvPr>
            <p:cNvSpPr/>
            <p:nvPr/>
          </p:nvSpPr>
          <p:spPr>
            <a:xfrm>
              <a:off x="7973625" y="-669625"/>
              <a:ext cx="139775" cy="63425"/>
            </a:xfrm>
            <a:custGeom>
              <a:avLst/>
              <a:gdLst/>
              <a:ahLst/>
              <a:cxnLst/>
              <a:rect l="l" t="t" r="r" b="b"/>
              <a:pathLst>
                <a:path w="5591" h="2537" extrusionOk="0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43">
              <a:extLst>
                <a:ext uri="{FF2B5EF4-FFF2-40B4-BE49-F238E27FC236}">
                  <a16:creationId xmlns:a16="http://schemas.microsoft.com/office/drawing/2014/main" id="{9DA57782-68E9-2053-5253-C38D01D52001}"/>
                </a:ext>
              </a:extLst>
            </p:cNvPr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43">
              <a:extLst>
                <a:ext uri="{FF2B5EF4-FFF2-40B4-BE49-F238E27FC236}">
                  <a16:creationId xmlns:a16="http://schemas.microsoft.com/office/drawing/2014/main" id="{91E1855F-448D-396C-CC02-601E9D9F5E6E}"/>
                </a:ext>
              </a:extLst>
            </p:cNvPr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fill="none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3543;p39">
            <a:extLst>
              <a:ext uri="{FF2B5EF4-FFF2-40B4-BE49-F238E27FC236}">
                <a16:creationId xmlns:a16="http://schemas.microsoft.com/office/drawing/2014/main" id="{250513E7-C6B4-84B6-EB7A-9437865DECFD}"/>
              </a:ext>
            </a:extLst>
          </p:cNvPr>
          <p:cNvSpPr txBox="1">
            <a:spLocks/>
          </p:cNvSpPr>
          <p:nvPr/>
        </p:nvSpPr>
        <p:spPr>
          <a:xfrm>
            <a:off x="2222500" y="185665"/>
            <a:ext cx="4699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 sz="5000" b="0" i="1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US" sz="3000" i="0" dirty="0">
                <a:solidFill>
                  <a:srgbClr val="4B94D8"/>
                </a:solidFill>
              </a:rPr>
              <a:t>Deployment Topology</a:t>
            </a:r>
            <a:endParaRPr lang="pl-PL" sz="3000" i="0" dirty="0">
              <a:solidFill>
                <a:srgbClr val="4B94D8"/>
              </a:solidFill>
            </a:endParaRPr>
          </a:p>
        </p:txBody>
      </p:sp>
      <p:sp>
        <p:nvSpPr>
          <p:cNvPr id="26" name="Google Shape;3546;p39">
            <a:extLst>
              <a:ext uri="{FF2B5EF4-FFF2-40B4-BE49-F238E27FC236}">
                <a16:creationId xmlns:a16="http://schemas.microsoft.com/office/drawing/2014/main" id="{8A166D34-4D0E-2960-4891-13F73C07AD21}"/>
              </a:ext>
            </a:extLst>
          </p:cNvPr>
          <p:cNvSpPr txBox="1">
            <a:spLocks/>
          </p:cNvSpPr>
          <p:nvPr/>
        </p:nvSpPr>
        <p:spPr>
          <a:xfrm>
            <a:off x="1760220" y="728146"/>
            <a:ext cx="5623560" cy="30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Arial Rounded MT Bold" panose="020F0704030504030204" pitchFamily="34" charset="0"/>
              </a:rPr>
              <a:t>Where Everything Lives</a:t>
            </a:r>
            <a:endParaRPr lang="en-IE" b="1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4293" name="Google Shape;7098;p62">
            <a:extLst>
              <a:ext uri="{FF2B5EF4-FFF2-40B4-BE49-F238E27FC236}">
                <a16:creationId xmlns:a16="http://schemas.microsoft.com/office/drawing/2014/main" id="{64F3ABD4-A573-6042-4C71-A8DE1A0044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3215668"/>
              </p:ext>
            </p:extLst>
          </p:nvPr>
        </p:nvGraphicFramePr>
        <p:xfrm>
          <a:off x="750570" y="1124446"/>
          <a:ext cx="7642860" cy="3738183"/>
        </p:xfrm>
        <a:graphic>
          <a:graphicData uri="http://schemas.openxmlformats.org/drawingml/2006/table">
            <a:tbl>
              <a:tblPr>
                <a:noFill/>
                <a:tableStyleId>{3DF74126-E0A0-4669-82F5-EB18FD654F70}</a:tableStyleId>
              </a:tblPr>
              <a:tblGrid>
                <a:gridCol w="174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1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D14000"/>
                          </a:solidFill>
                          <a:latin typeface="Arial Rounded MT Bold" panose="020F0704030504030204" pitchFamily="34" charset="0"/>
                        </a:rPr>
                        <a:t>Compute Platforms</a:t>
                      </a:r>
                    </a:p>
                  </a:txBody>
                  <a:tcPr anchor="ctr">
                    <a:lnL w="19050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Kubernetes microservices in cloud (auto-scaling)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Edge nodes for ADS-B / telemetry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On-prem for sensitive partner integrations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CDN for passenger app &amp; check-in portal</a:t>
                      </a:r>
                      <a:endParaRPr lang="pl-PL" sz="1200" dirty="0"/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D14000"/>
                          </a:solidFill>
                          <a:latin typeface="Arial Rounded MT Bold" panose="020F0704030504030204" pitchFamily="34" charset="0"/>
                        </a:rPr>
                        <a:t>Network &amp; Connectivity</a:t>
                      </a:r>
                    </a:p>
                  </a:txBody>
                  <a:tcPr anchor="ctr">
                    <a:lnL w="19050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SATCOM → VPN → Ground Station → Cloud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Segmented zones (public, partner, LAN, aircraft private LAN)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Failover architecture</a:t>
                      </a:r>
                      <a:endParaRPr lang="pl-PL" sz="1200" dirty="0"/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D14000"/>
                          </a:solidFill>
                          <a:latin typeface="Arial Rounded MT Bold" panose="020F0704030504030204" pitchFamily="34" charset="0"/>
                        </a:rPr>
                        <a:t>APIs &amp; Tech Stack</a:t>
                      </a:r>
                    </a:p>
                  </a:txBody>
                  <a:tcPr anchor="ctr">
                    <a:lnL w="19050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REST APIs: </a:t>
                      </a: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/flights, /bookings, /check-in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MQTT</a:t>
                      </a: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 for ADS-B telemetry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ESB </a:t>
                      </a: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for internal orchestration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API Gateway </a:t>
                      </a: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for authentication &amp; routing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Databases: </a:t>
                      </a: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relational, time-series, sharded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Observability: </a:t>
                      </a: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 Rounded MT Bold" panose="020F0704030504030204" pitchFamily="34" charset="0"/>
                        </a:rPr>
                        <a:t>ELK, Prometheus, tracing</a:t>
                      </a:r>
                      <a:endParaRPr lang="pl-PL" sz="1200" dirty="0"/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799" name="Google Shape;8858;p74">
            <a:extLst>
              <a:ext uri="{FF2B5EF4-FFF2-40B4-BE49-F238E27FC236}">
                <a16:creationId xmlns:a16="http://schemas.microsoft.com/office/drawing/2014/main" id="{5D175178-9DBC-ED0F-DFB9-89F10784598A}"/>
              </a:ext>
            </a:extLst>
          </p:cNvPr>
          <p:cNvGrpSpPr/>
          <p:nvPr/>
        </p:nvGrpSpPr>
        <p:grpSpPr>
          <a:xfrm>
            <a:off x="3667113" y="5465100"/>
            <a:ext cx="1809775" cy="1783488"/>
            <a:chOff x="6614225" y="2105950"/>
            <a:chExt cx="1809775" cy="1783488"/>
          </a:xfrm>
        </p:grpSpPr>
        <p:sp>
          <p:nvSpPr>
            <p:cNvPr id="4800" name="Google Shape;8859;p74">
              <a:extLst>
                <a:ext uri="{FF2B5EF4-FFF2-40B4-BE49-F238E27FC236}">
                  <a16:creationId xmlns:a16="http://schemas.microsoft.com/office/drawing/2014/main" id="{BC2D36E9-526E-C918-F388-2D1EA9FAE1C8}"/>
                </a:ext>
              </a:extLst>
            </p:cNvPr>
            <p:cNvSpPr/>
            <p:nvPr/>
          </p:nvSpPr>
          <p:spPr>
            <a:xfrm>
              <a:off x="7911945" y="2766199"/>
              <a:ext cx="79960" cy="254502"/>
            </a:xfrm>
            <a:custGeom>
              <a:avLst/>
              <a:gdLst/>
              <a:ahLst/>
              <a:cxnLst/>
              <a:rect l="l" t="t" r="r" b="b"/>
              <a:pathLst>
                <a:path w="4260" h="13559" extrusionOk="0">
                  <a:moveTo>
                    <a:pt x="3963" y="0"/>
                  </a:moveTo>
                  <a:lnTo>
                    <a:pt x="189" y="27"/>
                  </a:lnTo>
                  <a:lnTo>
                    <a:pt x="108" y="54"/>
                  </a:lnTo>
                  <a:lnTo>
                    <a:pt x="55" y="81"/>
                  </a:lnTo>
                  <a:lnTo>
                    <a:pt x="1" y="135"/>
                  </a:lnTo>
                  <a:lnTo>
                    <a:pt x="1" y="216"/>
                  </a:lnTo>
                  <a:lnTo>
                    <a:pt x="81" y="13370"/>
                  </a:lnTo>
                  <a:lnTo>
                    <a:pt x="108" y="13424"/>
                  </a:lnTo>
                  <a:lnTo>
                    <a:pt x="162" y="13505"/>
                  </a:lnTo>
                  <a:lnTo>
                    <a:pt x="216" y="13532"/>
                  </a:lnTo>
                  <a:lnTo>
                    <a:pt x="270" y="13559"/>
                  </a:lnTo>
                  <a:lnTo>
                    <a:pt x="4071" y="13532"/>
                  </a:lnTo>
                  <a:lnTo>
                    <a:pt x="4152" y="13505"/>
                  </a:lnTo>
                  <a:lnTo>
                    <a:pt x="4206" y="13478"/>
                  </a:lnTo>
                  <a:lnTo>
                    <a:pt x="4233" y="13397"/>
                  </a:lnTo>
                  <a:lnTo>
                    <a:pt x="4260" y="13343"/>
                  </a:lnTo>
                  <a:lnTo>
                    <a:pt x="4152" y="189"/>
                  </a:lnTo>
                  <a:lnTo>
                    <a:pt x="4125" y="108"/>
                  </a:lnTo>
                  <a:lnTo>
                    <a:pt x="4098" y="54"/>
                  </a:lnTo>
                  <a:lnTo>
                    <a:pt x="40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8860;p74">
              <a:extLst>
                <a:ext uri="{FF2B5EF4-FFF2-40B4-BE49-F238E27FC236}">
                  <a16:creationId xmlns:a16="http://schemas.microsoft.com/office/drawing/2014/main" id="{85963DE5-3177-F25F-B39E-093CA3012E0C}"/>
                </a:ext>
              </a:extLst>
            </p:cNvPr>
            <p:cNvSpPr/>
            <p:nvPr/>
          </p:nvSpPr>
          <p:spPr>
            <a:xfrm>
              <a:off x="8072329" y="2851187"/>
              <a:ext cx="79960" cy="254521"/>
            </a:xfrm>
            <a:custGeom>
              <a:avLst/>
              <a:gdLst/>
              <a:ahLst/>
              <a:cxnLst/>
              <a:rect l="l" t="t" r="r" b="b"/>
              <a:pathLst>
                <a:path w="4260" h="13560" extrusionOk="0">
                  <a:moveTo>
                    <a:pt x="3963" y="1"/>
                  </a:moveTo>
                  <a:lnTo>
                    <a:pt x="189" y="28"/>
                  </a:lnTo>
                  <a:lnTo>
                    <a:pt x="108" y="28"/>
                  </a:lnTo>
                  <a:lnTo>
                    <a:pt x="54" y="82"/>
                  </a:lnTo>
                  <a:lnTo>
                    <a:pt x="0" y="136"/>
                  </a:lnTo>
                  <a:lnTo>
                    <a:pt x="0" y="217"/>
                  </a:lnTo>
                  <a:lnTo>
                    <a:pt x="108" y="13371"/>
                  </a:lnTo>
                  <a:lnTo>
                    <a:pt x="108" y="13425"/>
                  </a:lnTo>
                  <a:lnTo>
                    <a:pt x="162" y="13505"/>
                  </a:lnTo>
                  <a:lnTo>
                    <a:pt x="216" y="13532"/>
                  </a:lnTo>
                  <a:lnTo>
                    <a:pt x="297" y="13559"/>
                  </a:lnTo>
                  <a:lnTo>
                    <a:pt x="4071" y="13532"/>
                  </a:lnTo>
                  <a:lnTo>
                    <a:pt x="4152" y="13505"/>
                  </a:lnTo>
                  <a:lnTo>
                    <a:pt x="4205" y="13452"/>
                  </a:lnTo>
                  <a:lnTo>
                    <a:pt x="4259" y="13398"/>
                  </a:lnTo>
                  <a:lnTo>
                    <a:pt x="4259" y="13344"/>
                  </a:lnTo>
                  <a:lnTo>
                    <a:pt x="4152" y="190"/>
                  </a:lnTo>
                  <a:lnTo>
                    <a:pt x="4152" y="109"/>
                  </a:lnTo>
                  <a:lnTo>
                    <a:pt x="4098" y="55"/>
                  </a:lnTo>
                  <a:lnTo>
                    <a:pt x="40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8861;p74">
              <a:extLst>
                <a:ext uri="{FF2B5EF4-FFF2-40B4-BE49-F238E27FC236}">
                  <a16:creationId xmlns:a16="http://schemas.microsoft.com/office/drawing/2014/main" id="{3ED15516-D506-F7FB-54F5-9F07466772BD}"/>
                </a:ext>
              </a:extLst>
            </p:cNvPr>
            <p:cNvSpPr/>
            <p:nvPr/>
          </p:nvSpPr>
          <p:spPr>
            <a:xfrm>
              <a:off x="7041737" y="2772768"/>
              <a:ext cx="79960" cy="254521"/>
            </a:xfrm>
            <a:custGeom>
              <a:avLst/>
              <a:gdLst/>
              <a:ahLst/>
              <a:cxnLst/>
              <a:rect l="l" t="t" r="r" b="b"/>
              <a:pathLst>
                <a:path w="4260" h="13560" extrusionOk="0">
                  <a:moveTo>
                    <a:pt x="3963" y="1"/>
                  </a:moveTo>
                  <a:lnTo>
                    <a:pt x="189" y="55"/>
                  </a:lnTo>
                  <a:lnTo>
                    <a:pt x="109" y="55"/>
                  </a:lnTo>
                  <a:lnTo>
                    <a:pt x="55" y="109"/>
                  </a:lnTo>
                  <a:lnTo>
                    <a:pt x="28" y="163"/>
                  </a:lnTo>
                  <a:lnTo>
                    <a:pt x="1" y="243"/>
                  </a:lnTo>
                  <a:lnTo>
                    <a:pt x="109" y="13371"/>
                  </a:lnTo>
                  <a:lnTo>
                    <a:pt x="109" y="13451"/>
                  </a:lnTo>
                  <a:lnTo>
                    <a:pt x="163" y="13505"/>
                  </a:lnTo>
                  <a:lnTo>
                    <a:pt x="216" y="13559"/>
                  </a:lnTo>
                  <a:lnTo>
                    <a:pt x="297" y="13559"/>
                  </a:lnTo>
                  <a:lnTo>
                    <a:pt x="4071" y="13532"/>
                  </a:lnTo>
                  <a:lnTo>
                    <a:pt x="4152" y="13532"/>
                  </a:lnTo>
                  <a:lnTo>
                    <a:pt x="4206" y="13478"/>
                  </a:lnTo>
                  <a:lnTo>
                    <a:pt x="4260" y="13425"/>
                  </a:lnTo>
                  <a:lnTo>
                    <a:pt x="4260" y="13344"/>
                  </a:lnTo>
                  <a:lnTo>
                    <a:pt x="4152" y="189"/>
                  </a:lnTo>
                  <a:lnTo>
                    <a:pt x="4152" y="136"/>
                  </a:lnTo>
                  <a:lnTo>
                    <a:pt x="4098" y="55"/>
                  </a:lnTo>
                  <a:lnTo>
                    <a:pt x="4044" y="28"/>
                  </a:lnTo>
                  <a:lnTo>
                    <a:pt x="39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8862;p74">
              <a:extLst>
                <a:ext uri="{FF2B5EF4-FFF2-40B4-BE49-F238E27FC236}">
                  <a16:creationId xmlns:a16="http://schemas.microsoft.com/office/drawing/2014/main" id="{024E6517-A631-6931-BDFF-E3A4AFEF1E9A}"/>
                </a:ext>
              </a:extLst>
            </p:cNvPr>
            <p:cNvSpPr/>
            <p:nvPr/>
          </p:nvSpPr>
          <p:spPr>
            <a:xfrm>
              <a:off x="6882365" y="2860308"/>
              <a:ext cx="80467" cy="254502"/>
            </a:xfrm>
            <a:custGeom>
              <a:avLst/>
              <a:gdLst/>
              <a:ahLst/>
              <a:cxnLst/>
              <a:rect l="l" t="t" r="r" b="b"/>
              <a:pathLst>
                <a:path w="4287" h="13559" extrusionOk="0">
                  <a:moveTo>
                    <a:pt x="3990" y="0"/>
                  </a:moveTo>
                  <a:lnTo>
                    <a:pt x="190" y="27"/>
                  </a:lnTo>
                  <a:lnTo>
                    <a:pt x="136" y="54"/>
                  </a:lnTo>
                  <a:lnTo>
                    <a:pt x="55" y="108"/>
                  </a:lnTo>
                  <a:lnTo>
                    <a:pt x="28" y="162"/>
                  </a:lnTo>
                  <a:lnTo>
                    <a:pt x="1" y="216"/>
                  </a:lnTo>
                  <a:lnTo>
                    <a:pt x="109" y="13370"/>
                  </a:lnTo>
                  <a:lnTo>
                    <a:pt x="136" y="13451"/>
                  </a:lnTo>
                  <a:lnTo>
                    <a:pt x="163" y="13505"/>
                  </a:lnTo>
                  <a:lnTo>
                    <a:pt x="243" y="13559"/>
                  </a:lnTo>
                  <a:lnTo>
                    <a:pt x="297" y="13559"/>
                  </a:lnTo>
                  <a:lnTo>
                    <a:pt x="4098" y="13532"/>
                  </a:lnTo>
                  <a:lnTo>
                    <a:pt x="4152" y="13532"/>
                  </a:lnTo>
                  <a:lnTo>
                    <a:pt x="4233" y="13478"/>
                  </a:lnTo>
                  <a:lnTo>
                    <a:pt x="4260" y="13424"/>
                  </a:lnTo>
                  <a:lnTo>
                    <a:pt x="4287" y="13343"/>
                  </a:lnTo>
                  <a:lnTo>
                    <a:pt x="4179" y="189"/>
                  </a:lnTo>
                  <a:lnTo>
                    <a:pt x="4152" y="135"/>
                  </a:lnTo>
                  <a:lnTo>
                    <a:pt x="4125" y="54"/>
                  </a:lnTo>
                  <a:lnTo>
                    <a:pt x="4071" y="27"/>
                  </a:lnTo>
                  <a:lnTo>
                    <a:pt x="3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8863;p74">
              <a:extLst>
                <a:ext uri="{FF2B5EF4-FFF2-40B4-BE49-F238E27FC236}">
                  <a16:creationId xmlns:a16="http://schemas.microsoft.com/office/drawing/2014/main" id="{F1101D02-111A-0B96-EF52-024B4A58D4D4}"/>
                </a:ext>
              </a:extLst>
            </p:cNvPr>
            <p:cNvSpPr/>
            <p:nvPr/>
          </p:nvSpPr>
          <p:spPr>
            <a:xfrm>
              <a:off x="7586126" y="2676651"/>
              <a:ext cx="837874" cy="543917"/>
            </a:xfrm>
            <a:custGeom>
              <a:avLst/>
              <a:gdLst/>
              <a:ahLst/>
              <a:cxnLst/>
              <a:rect l="l" t="t" r="r" b="b"/>
              <a:pathLst>
                <a:path w="44639" h="28978" extrusionOk="0">
                  <a:moveTo>
                    <a:pt x="1" y="0"/>
                  </a:moveTo>
                  <a:lnTo>
                    <a:pt x="809" y="18465"/>
                  </a:lnTo>
                  <a:lnTo>
                    <a:pt x="42617" y="28923"/>
                  </a:lnTo>
                  <a:lnTo>
                    <a:pt x="42832" y="28950"/>
                  </a:lnTo>
                  <a:lnTo>
                    <a:pt x="43075" y="28977"/>
                  </a:lnTo>
                  <a:lnTo>
                    <a:pt x="43290" y="28950"/>
                  </a:lnTo>
                  <a:lnTo>
                    <a:pt x="43506" y="28896"/>
                  </a:lnTo>
                  <a:lnTo>
                    <a:pt x="43722" y="28815"/>
                  </a:lnTo>
                  <a:lnTo>
                    <a:pt x="43910" y="28708"/>
                  </a:lnTo>
                  <a:lnTo>
                    <a:pt x="44072" y="28573"/>
                  </a:lnTo>
                  <a:lnTo>
                    <a:pt x="44234" y="28411"/>
                  </a:lnTo>
                  <a:lnTo>
                    <a:pt x="44342" y="28249"/>
                  </a:lnTo>
                  <a:lnTo>
                    <a:pt x="44477" y="28061"/>
                  </a:lnTo>
                  <a:lnTo>
                    <a:pt x="44557" y="27872"/>
                  </a:lnTo>
                  <a:lnTo>
                    <a:pt x="44611" y="27656"/>
                  </a:lnTo>
                  <a:lnTo>
                    <a:pt x="44638" y="27441"/>
                  </a:lnTo>
                  <a:lnTo>
                    <a:pt x="44638" y="27225"/>
                  </a:lnTo>
                  <a:lnTo>
                    <a:pt x="44611" y="26982"/>
                  </a:lnTo>
                  <a:lnTo>
                    <a:pt x="44530" y="26767"/>
                  </a:lnTo>
                  <a:lnTo>
                    <a:pt x="43210" y="23263"/>
                  </a:lnTo>
                  <a:lnTo>
                    <a:pt x="43075" y="22993"/>
                  </a:lnTo>
                  <a:lnTo>
                    <a:pt x="42886" y="22751"/>
                  </a:lnTo>
                  <a:lnTo>
                    <a:pt x="42671" y="22535"/>
                  </a:lnTo>
                  <a:lnTo>
                    <a:pt x="42428" y="2237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8864;p74">
              <a:extLst>
                <a:ext uri="{FF2B5EF4-FFF2-40B4-BE49-F238E27FC236}">
                  <a16:creationId xmlns:a16="http://schemas.microsoft.com/office/drawing/2014/main" id="{8BDD3565-21D9-36A3-7704-44211707E2CA}"/>
                </a:ext>
              </a:extLst>
            </p:cNvPr>
            <p:cNvSpPr/>
            <p:nvPr/>
          </p:nvSpPr>
          <p:spPr>
            <a:xfrm>
              <a:off x="6614225" y="2677664"/>
              <a:ext cx="829784" cy="556549"/>
            </a:xfrm>
            <a:custGeom>
              <a:avLst/>
              <a:gdLst/>
              <a:ahLst/>
              <a:cxnLst/>
              <a:rect l="l" t="t" r="r" b="b"/>
              <a:pathLst>
                <a:path w="44208" h="29651" extrusionOk="0">
                  <a:moveTo>
                    <a:pt x="44207" y="0"/>
                  </a:moveTo>
                  <a:lnTo>
                    <a:pt x="2130" y="23047"/>
                  </a:lnTo>
                  <a:lnTo>
                    <a:pt x="1888" y="23236"/>
                  </a:lnTo>
                  <a:lnTo>
                    <a:pt x="1672" y="23424"/>
                  </a:lnTo>
                  <a:lnTo>
                    <a:pt x="1510" y="23667"/>
                  </a:lnTo>
                  <a:lnTo>
                    <a:pt x="1375" y="23936"/>
                  </a:lnTo>
                  <a:lnTo>
                    <a:pt x="108" y="27468"/>
                  </a:lnTo>
                  <a:lnTo>
                    <a:pt x="55" y="27683"/>
                  </a:lnTo>
                  <a:lnTo>
                    <a:pt x="1" y="27926"/>
                  </a:lnTo>
                  <a:lnTo>
                    <a:pt x="1" y="28141"/>
                  </a:lnTo>
                  <a:lnTo>
                    <a:pt x="55" y="28357"/>
                  </a:lnTo>
                  <a:lnTo>
                    <a:pt x="108" y="28573"/>
                  </a:lnTo>
                  <a:lnTo>
                    <a:pt x="189" y="28761"/>
                  </a:lnTo>
                  <a:lnTo>
                    <a:pt x="297" y="28950"/>
                  </a:lnTo>
                  <a:lnTo>
                    <a:pt x="432" y="29112"/>
                  </a:lnTo>
                  <a:lnTo>
                    <a:pt x="594" y="29274"/>
                  </a:lnTo>
                  <a:lnTo>
                    <a:pt x="755" y="29381"/>
                  </a:lnTo>
                  <a:lnTo>
                    <a:pt x="944" y="29489"/>
                  </a:lnTo>
                  <a:lnTo>
                    <a:pt x="1160" y="29570"/>
                  </a:lnTo>
                  <a:lnTo>
                    <a:pt x="1375" y="29624"/>
                  </a:lnTo>
                  <a:lnTo>
                    <a:pt x="1591" y="29651"/>
                  </a:lnTo>
                  <a:lnTo>
                    <a:pt x="1834" y="29651"/>
                  </a:lnTo>
                  <a:lnTo>
                    <a:pt x="2049" y="29597"/>
                  </a:lnTo>
                  <a:lnTo>
                    <a:pt x="43695" y="18465"/>
                  </a:lnTo>
                  <a:lnTo>
                    <a:pt x="4420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8865;p74">
              <a:extLst>
                <a:ext uri="{FF2B5EF4-FFF2-40B4-BE49-F238E27FC236}">
                  <a16:creationId xmlns:a16="http://schemas.microsoft.com/office/drawing/2014/main" id="{5D4D99AE-399A-F028-9605-AC8ABD4755D7}"/>
                </a:ext>
              </a:extLst>
            </p:cNvPr>
            <p:cNvSpPr/>
            <p:nvPr/>
          </p:nvSpPr>
          <p:spPr>
            <a:xfrm>
              <a:off x="7281047" y="2105950"/>
              <a:ext cx="519629" cy="1783488"/>
            </a:xfrm>
            <a:custGeom>
              <a:avLst/>
              <a:gdLst/>
              <a:ahLst/>
              <a:cxnLst/>
              <a:rect l="l" t="t" r="r" b="b"/>
              <a:pathLst>
                <a:path w="27684" h="95018" extrusionOk="0">
                  <a:moveTo>
                    <a:pt x="11241" y="1"/>
                  </a:moveTo>
                  <a:lnTo>
                    <a:pt x="10998" y="28"/>
                  </a:lnTo>
                  <a:lnTo>
                    <a:pt x="10729" y="55"/>
                  </a:lnTo>
                  <a:lnTo>
                    <a:pt x="10405" y="163"/>
                  </a:lnTo>
                  <a:lnTo>
                    <a:pt x="10082" y="297"/>
                  </a:lnTo>
                  <a:lnTo>
                    <a:pt x="9731" y="540"/>
                  </a:lnTo>
                  <a:lnTo>
                    <a:pt x="9543" y="675"/>
                  </a:lnTo>
                  <a:lnTo>
                    <a:pt x="9354" y="863"/>
                  </a:lnTo>
                  <a:lnTo>
                    <a:pt x="9165" y="1052"/>
                  </a:lnTo>
                  <a:lnTo>
                    <a:pt x="8977" y="1268"/>
                  </a:lnTo>
                  <a:lnTo>
                    <a:pt x="8788" y="1510"/>
                  </a:lnTo>
                  <a:lnTo>
                    <a:pt x="8626" y="1780"/>
                  </a:lnTo>
                  <a:lnTo>
                    <a:pt x="8438" y="2103"/>
                  </a:lnTo>
                  <a:lnTo>
                    <a:pt x="8249" y="2427"/>
                  </a:lnTo>
                  <a:lnTo>
                    <a:pt x="8060" y="2804"/>
                  </a:lnTo>
                  <a:lnTo>
                    <a:pt x="7871" y="3208"/>
                  </a:lnTo>
                  <a:lnTo>
                    <a:pt x="7710" y="3667"/>
                  </a:lnTo>
                  <a:lnTo>
                    <a:pt x="7521" y="4125"/>
                  </a:lnTo>
                  <a:lnTo>
                    <a:pt x="7359" y="4664"/>
                  </a:lnTo>
                  <a:lnTo>
                    <a:pt x="7198" y="5230"/>
                  </a:lnTo>
                  <a:lnTo>
                    <a:pt x="7036" y="5823"/>
                  </a:lnTo>
                  <a:lnTo>
                    <a:pt x="6874" y="6470"/>
                  </a:lnTo>
                  <a:lnTo>
                    <a:pt x="6739" y="7171"/>
                  </a:lnTo>
                  <a:lnTo>
                    <a:pt x="6578" y="7899"/>
                  </a:lnTo>
                  <a:lnTo>
                    <a:pt x="6443" y="8707"/>
                  </a:lnTo>
                  <a:lnTo>
                    <a:pt x="6335" y="9543"/>
                  </a:lnTo>
                  <a:lnTo>
                    <a:pt x="6227" y="10432"/>
                  </a:lnTo>
                  <a:lnTo>
                    <a:pt x="6119" y="11376"/>
                  </a:lnTo>
                  <a:lnTo>
                    <a:pt x="6012" y="12724"/>
                  </a:lnTo>
                  <a:lnTo>
                    <a:pt x="5931" y="14287"/>
                  </a:lnTo>
                  <a:lnTo>
                    <a:pt x="5904" y="16066"/>
                  </a:lnTo>
                  <a:lnTo>
                    <a:pt x="5877" y="18034"/>
                  </a:lnTo>
                  <a:lnTo>
                    <a:pt x="5877" y="20163"/>
                  </a:lnTo>
                  <a:lnTo>
                    <a:pt x="5931" y="22455"/>
                  </a:lnTo>
                  <a:lnTo>
                    <a:pt x="5985" y="24854"/>
                  </a:lnTo>
                  <a:lnTo>
                    <a:pt x="6065" y="27387"/>
                  </a:lnTo>
                  <a:lnTo>
                    <a:pt x="6308" y="32751"/>
                  </a:lnTo>
                  <a:lnTo>
                    <a:pt x="6578" y="38385"/>
                  </a:lnTo>
                  <a:lnTo>
                    <a:pt x="6928" y="44153"/>
                  </a:lnTo>
                  <a:lnTo>
                    <a:pt x="7278" y="49895"/>
                  </a:lnTo>
                  <a:lnTo>
                    <a:pt x="7683" y="55529"/>
                  </a:lnTo>
                  <a:lnTo>
                    <a:pt x="8060" y="60893"/>
                  </a:lnTo>
                  <a:lnTo>
                    <a:pt x="8788" y="70219"/>
                  </a:lnTo>
                  <a:lnTo>
                    <a:pt x="9327" y="76850"/>
                  </a:lnTo>
                  <a:lnTo>
                    <a:pt x="9570" y="79680"/>
                  </a:lnTo>
                  <a:lnTo>
                    <a:pt x="890" y="87821"/>
                  </a:lnTo>
                  <a:lnTo>
                    <a:pt x="701" y="88037"/>
                  </a:lnTo>
                  <a:lnTo>
                    <a:pt x="567" y="88279"/>
                  </a:lnTo>
                  <a:lnTo>
                    <a:pt x="459" y="88522"/>
                  </a:lnTo>
                  <a:lnTo>
                    <a:pt x="405" y="88791"/>
                  </a:lnTo>
                  <a:lnTo>
                    <a:pt x="1" y="93050"/>
                  </a:lnTo>
                  <a:lnTo>
                    <a:pt x="1" y="93293"/>
                  </a:lnTo>
                  <a:lnTo>
                    <a:pt x="28" y="93509"/>
                  </a:lnTo>
                  <a:lnTo>
                    <a:pt x="81" y="93724"/>
                  </a:lnTo>
                  <a:lnTo>
                    <a:pt x="162" y="93913"/>
                  </a:lnTo>
                  <a:lnTo>
                    <a:pt x="270" y="94075"/>
                  </a:lnTo>
                  <a:lnTo>
                    <a:pt x="405" y="94236"/>
                  </a:lnTo>
                  <a:lnTo>
                    <a:pt x="567" y="94371"/>
                  </a:lnTo>
                  <a:lnTo>
                    <a:pt x="728" y="94506"/>
                  </a:lnTo>
                  <a:lnTo>
                    <a:pt x="890" y="94587"/>
                  </a:lnTo>
                  <a:lnTo>
                    <a:pt x="1079" y="94668"/>
                  </a:lnTo>
                  <a:lnTo>
                    <a:pt x="1294" y="94695"/>
                  </a:lnTo>
                  <a:lnTo>
                    <a:pt x="1483" y="94722"/>
                  </a:lnTo>
                  <a:lnTo>
                    <a:pt x="1699" y="94722"/>
                  </a:lnTo>
                  <a:lnTo>
                    <a:pt x="1914" y="94668"/>
                  </a:lnTo>
                  <a:lnTo>
                    <a:pt x="2130" y="94614"/>
                  </a:lnTo>
                  <a:lnTo>
                    <a:pt x="2319" y="94506"/>
                  </a:lnTo>
                  <a:lnTo>
                    <a:pt x="13909" y="87390"/>
                  </a:lnTo>
                  <a:lnTo>
                    <a:pt x="25338" y="94775"/>
                  </a:lnTo>
                  <a:lnTo>
                    <a:pt x="25554" y="94883"/>
                  </a:lnTo>
                  <a:lnTo>
                    <a:pt x="25743" y="94964"/>
                  </a:lnTo>
                  <a:lnTo>
                    <a:pt x="25958" y="94991"/>
                  </a:lnTo>
                  <a:lnTo>
                    <a:pt x="26174" y="95018"/>
                  </a:lnTo>
                  <a:lnTo>
                    <a:pt x="26363" y="94991"/>
                  </a:lnTo>
                  <a:lnTo>
                    <a:pt x="26578" y="94964"/>
                  </a:lnTo>
                  <a:lnTo>
                    <a:pt x="26767" y="94883"/>
                  </a:lnTo>
                  <a:lnTo>
                    <a:pt x="26929" y="94802"/>
                  </a:lnTo>
                  <a:lnTo>
                    <a:pt x="27117" y="94695"/>
                  </a:lnTo>
                  <a:lnTo>
                    <a:pt x="27252" y="94560"/>
                  </a:lnTo>
                  <a:lnTo>
                    <a:pt x="27387" y="94398"/>
                  </a:lnTo>
                  <a:lnTo>
                    <a:pt x="27495" y="94236"/>
                  </a:lnTo>
                  <a:lnTo>
                    <a:pt x="27603" y="94048"/>
                  </a:lnTo>
                  <a:lnTo>
                    <a:pt x="27657" y="93832"/>
                  </a:lnTo>
                  <a:lnTo>
                    <a:pt x="27683" y="93616"/>
                  </a:lnTo>
                  <a:lnTo>
                    <a:pt x="27683" y="93374"/>
                  </a:lnTo>
                  <a:lnTo>
                    <a:pt x="27387" y="89115"/>
                  </a:lnTo>
                  <a:lnTo>
                    <a:pt x="27333" y="88845"/>
                  </a:lnTo>
                  <a:lnTo>
                    <a:pt x="27252" y="88576"/>
                  </a:lnTo>
                  <a:lnTo>
                    <a:pt x="27117" y="88360"/>
                  </a:lnTo>
                  <a:lnTo>
                    <a:pt x="26929" y="88144"/>
                  </a:lnTo>
                  <a:lnTo>
                    <a:pt x="18007" y="79330"/>
                  </a:lnTo>
                  <a:lnTo>
                    <a:pt x="17899" y="79249"/>
                  </a:lnTo>
                  <a:lnTo>
                    <a:pt x="17980" y="75826"/>
                  </a:lnTo>
                  <a:lnTo>
                    <a:pt x="18114" y="68898"/>
                  </a:lnTo>
                  <a:lnTo>
                    <a:pt x="18249" y="59491"/>
                  </a:lnTo>
                  <a:lnTo>
                    <a:pt x="18330" y="54181"/>
                  </a:lnTo>
                  <a:lnTo>
                    <a:pt x="18357" y="48628"/>
                  </a:lnTo>
                  <a:lnTo>
                    <a:pt x="18357" y="42967"/>
                  </a:lnTo>
                  <a:lnTo>
                    <a:pt x="18357" y="37307"/>
                  </a:lnTo>
                  <a:lnTo>
                    <a:pt x="18303" y="31808"/>
                  </a:lnTo>
                  <a:lnTo>
                    <a:pt x="18195" y="26606"/>
                  </a:lnTo>
                  <a:lnTo>
                    <a:pt x="18114" y="24126"/>
                  </a:lnTo>
                  <a:lnTo>
                    <a:pt x="18034" y="21781"/>
                  </a:lnTo>
                  <a:lnTo>
                    <a:pt x="17926" y="19570"/>
                  </a:lnTo>
                  <a:lnTo>
                    <a:pt x="17818" y="17495"/>
                  </a:lnTo>
                  <a:lnTo>
                    <a:pt x="17683" y="15581"/>
                  </a:lnTo>
                  <a:lnTo>
                    <a:pt x="17548" y="13856"/>
                  </a:lnTo>
                  <a:lnTo>
                    <a:pt x="17360" y="12346"/>
                  </a:lnTo>
                  <a:lnTo>
                    <a:pt x="17171" y="11025"/>
                  </a:lnTo>
                  <a:lnTo>
                    <a:pt x="17009" y="10055"/>
                  </a:lnTo>
                  <a:lnTo>
                    <a:pt x="16848" y="9139"/>
                  </a:lnTo>
                  <a:lnTo>
                    <a:pt x="16659" y="8303"/>
                  </a:lnTo>
                  <a:lnTo>
                    <a:pt x="16470" y="7494"/>
                  </a:lnTo>
                  <a:lnTo>
                    <a:pt x="16281" y="6740"/>
                  </a:lnTo>
                  <a:lnTo>
                    <a:pt x="16093" y="6066"/>
                  </a:lnTo>
                  <a:lnTo>
                    <a:pt x="15904" y="5419"/>
                  </a:lnTo>
                  <a:lnTo>
                    <a:pt x="15688" y="4799"/>
                  </a:lnTo>
                  <a:lnTo>
                    <a:pt x="15473" y="4260"/>
                  </a:lnTo>
                  <a:lnTo>
                    <a:pt x="15284" y="3721"/>
                  </a:lnTo>
                  <a:lnTo>
                    <a:pt x="15068" y="3262"/>
                  </a:lnTo>
                  <a:lnTo>
                    <a:pt x="14853" y="2831"/>
                  </a:lnTo>
                  <a:lnTo>
                    <a:pt x="14637" y="2427"/>
                  </a:lnTo>
                  <a:lnTo>
                    <a:pt x="14422" y="2076"/>
                  </a:lnTo>
                  <a:lnTo>
                    <a:pt x="14206" y="1753"/>
                  </a:lnTo>
                  <a:lnTo>
                    <a:pt x="14017" y="1483"/>
                  </a:lnTo>
                  <a:lnTo>
                    <a:pt x="13802" y="1214"/>
                  </a:lnTo>
                  <a:lnTo>
                    <a:pt x="13586" y="998"/>
                  </a:lnTo>
                  <a:lnTo>
                    <a:pt x="13397" y="783"/>
                  </a:lnTo>
                  <a:lnTo>
                    <a:pt x="13182" y="621"/>
                  </a:lnTo>
                  <a:lnTo>
                    <a:pt x="12993" y="459"/>
                  </a:lnTo>
                  <a:lnTo>
                    <a:pt x="12804" y="351"/>
                  </a:lnTo>
                  <a:lnTo>
                    <a:pt x="12427" y="163"/>
                  </a:lnTo>
                  <a:lnTo>
                    <a:pt x="12076" y="55"/>
                  </a:lnTo>
                  <a:lnTo>
                    <a:pt x="1178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8866;p74">
              <a:extLst>
                <a:ext uri="{FF2B5EF4-FFF2-40B4-BE49-F238E27FC236}">
                  <a16:creationId xmlns:a16="http://schemas.microsoft.com/office/drawing/2014/main" id="{ED32AA47-9A7C-A624-4543-C4EC4C4E9845}"/>
                </a:ext>
              </a:extLst>
            </p:cNvPr>
            <p:cNvSpPr/>
            <p:nvPr/>
          </p:nvSpPr>
          <p:spPr>
            <a:xfrm>
              <a:off x="7411082" y="2351340"/>
              <a:ext cx="28849" cy="17719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1456" y="0"/>
                  </a:moveTo>
                  <a:lnTo>
                    <a:pt x="54" y="81"/>
                  </a:lnTo>
                  <a:lnTo>
                    <a:pt x="27" y="108"/>
                  </a:lnTo>
                  <a:lnTo>
                    <a:pt x="0" y="135"/>
                  </a:lnTo>
                  <a:lnTo>
                    <a:pt x="54" y="917"/>
                  </a:lnTo>
                  <a:lnTo>
                    <a:pt x="54" y="944"/>
                  </a:lnTo>
                  <a:lnTo>
                    <a:pt x="81" y="944"/>
                  </a:lnTo>
                  <a:lnTo>
                    <a:pt x="1510" y="890"/>
                  </a:lnTo>
                  <a:lnTo>
                    <a:pt x="1536" y="863"/>
                  </a:lnTo>
                  <a:lnTo>
                    <a:pt x="1536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8867;p74">
              <a:extLst>
                <a:ext uri="{FF2B5EF4-FFF2-40B4-BE49-F238E27FC236}">
                  <a16:creationId xmlns:a16="http://schemas.microsoft.com/office/drawing/2014/main" id="{6A5C1093-D54B-FA11-E48B-B4FA0B5782C7}"/>
                </a:ext>
              </a:extLst>
            </p:cNvPr>
            <p:cNvSpPr/>
            <p:nvPr/>
          </p:nvSpPr>
          <p:spPr>
            <a:xfrm>
              <a:off x="7412583" y="2417615"/>
              <a:ext cx="28868" cy="17719"/>
            </a:xfrm>
            <a:custGeom>
              <a:avLst/>
              <a:gdLst/>
              <a:ahLst/>
              <a:cxnLst/>
              <a:rect l="l" t="t" r="r" b="b"/>
              <a:pathLst>
                <a:path w="1538" h="944" extrusionOk="0">
                  <a:moveTo>
                    <a:pt x="1456" y="0"/>
                  </a:moveTo>
                  <a:lnTo>
                    <a:pt x="55" y="81"/>
                  </a:lnTo>
                  <a:lnTo>
                    <a:pt x="28" y="108"/>
                  </a:lnTo>
                  <a:lnTo>
                    <a:pt x="1" y="135"/>
                  </a:lnTo>
                  <a:lnTo>
                    <a:pt x="55" y="917"/>
                  </a:lnTo>
                  <a:lnTo>
                    <a:pt x="55" y="944"/>
                  </a:lnTo>
                  <a:lnTo>
                    <a:pt x="109" y="944"/>
                  </a:lnTo>
                  <a:lnTo>
                    <a:pt x="1510" y="890"/>
                  </a:lnTo>
                  <a:lnTo>
                    <a:pt x="1537" y="863"/>
                  </a:lnTo>
                  <a:lnTo>
                    <a:pt x="1537" y="836"/>
                  </a:lnTo>
                  <a:lnTo>
                    <a:pt x="1510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8868;p74">
              <a:extLst>
                <a:ext uri="{FF2B5EF4-FFF2-40B4-BE49-F238E27FC236}">
                  <a16:creationId xmlns:a16="http://schemas.microsoft.com/office/drawing/2014/main" id="{6C49DACA-699F-6F0A-2FAA-FADC14380C5C}"/>
                </a:ext>
              </a:extLst>
            </p:cNvPr>
            <p:cNvSpPr/>
            <p:nvPr/>
          </p:nvSpPr>
          <p:spPr>
            <a:xfrm>
              <a:off x="7414104" y="2481356"/>
              <a:ext cx="28361" cy="17738"/>
            </a:xfrm>
            <a:custGeom>
              <a:avLst/>
              <a:gdLst/>
              <a:ahLst/>
              <a:cxnLst/>
              <a:rect l="l" t="t" r="r" b="b"/>
              <a:pathLst>
                <a:path w="1511" h="945" extrusionOk="0">
                  <a:moveTo>
                    <a:pt x="1429" y="1"/>
                  </a:moveTo>
                  <a:lnTo>
                    <a:pt x="28" y="81"/>
                  </a:lnTo>
                  <a:lnTo>
                    <a:pt x="1" y="81"/>
                  </a:lnTo>
                  <a:lnTo>
                    <a:pt x="1" y="108"/>
                  </a:lnTo>
                  <a:lnTo>
                    <a:pt x="28" y="917"/>
                  </a:lnTo>
                  <a:lnTo>
                    <a:pt x="55" y="944"/>
                  </a:lnTo>
                  <a:lnTo>
                    <a:pt x="82" y="944"/>
                  </a:lnTo>
                  <a:lnTo>
                    <a:pt x="1483" y="863"/>
                  </a:lnTo>
                  <a:lnTo>
                    <a:pt x="1510" y="863"/>
                  </a:lnTo>
                  <a:lnTo>
                    <a:pt x="1510" y="836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8869;p74">
              <a:extLst>
                <a:ext uri="{FF2B5EF4-FFF2-40B4-BE49-F238E27FC236}">
                  <a16:creationId xmlns:a16="http://schemas.microsoft.com/office/drawing/2014/main" id="{30EA1B79-7946-0BE4-614F-CC0472E13760}"/>
                </a:ext>
              </a:extLst>
            </p:cNvPr>
            <p:cNvSpPr/>
            <p:nvPr/>
          </p:nvSpPr>
          <p:spPr>
            <a:xfrm>
              <a:off x="7414104" y="2547630"/>
              <a:ext cx="28361" cy="17738"/>
            </a:xfrm>
            <a:custGeom>
              <a:avLst/>
              <a:gdLst/>
              <a:ahLst/>
              <a:cxnLst/>
              <a:rect l="l" t="t" r="r" b="b"/>
              <a:pathLst>
                <a:path w="1511" h="945" extrusionOk="0">
                  <a:moveTo>
                    <a:pt x="1429" y="1"/>
                  </a:moveTo>
                  <a:lnTo>
                    <a:pt x="28" y="82"/>
                  </a:lnTo>
                  <a:lnTo>
                    <a:pt x="1" y="82"/>
                  </a:lnTo>
                  <a:lnTo>
                    <a:pt x="1" y="109"/>
                  </a:lnTo>
                  <a:lnTo>
                    <a:pt x="28" y="917"/>
                  </a:lnTo>
                  <a:lnTo>
                    <a:pt x="55" y="944"/>
                  </a:lnTo>
                  <a:lnTo>
                    <a:pt x="82" y="944"/>
                  </a:lnTo>
                  <a:lnTo>
                    <a:pt x="1483" y="863"/>
                  </a:lnTo>
                  <a:lnTo>
                    <a:pt x="1510" y="863"/>
                  </a:lnTo>
                  <a:lnTo>
                    <a:pt x="1510" y="836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8870;p74">
              <a:extLst>
                <a:ext uri="{FF2B5EF4-FFF2-40B4-BE49-F238E27FC236}">
                  <a16:creationId xmlns:a16="http://schemas.microsoft.com/office/drawing/2014/main" id="{D60357D0-F5AA-F984-9DFF-8C55F46F2377}"/>
                </a:ext>
              </a:extLst>
            </p:cNvPr>
            <p:cNvSpPr/>
            <p:nvPr/>
          </p:nvSpPr>
          <p:spPr>
            <a:xfrm>
              <a:off x="7415624" y="2610883"/>
              <a:ext cx="28868" cy="17719"/>
            </a:xfrm>
            <a:custGeom>
              <a:avLst/>
              <a:gdLst/>
              <a:ahLst/>
              <a:cxnLst/>
              <a:rect l="l" t="t" r="r" b="b"/>
              <a:pathLst>
                <a:path w="1538" h="944" extrusionOk="0">
                  <a:moveTo>
                    <a:pt x="1456" y="0"/>
                  </a:moveTo>
                  <a:lnTo>
                    <a:pt x="28" y="54"/>
                  </a:lnTo>
                  <a:lnTo>
                    <a:pt x="1" y="81"/>
                  </a:lnTo>
                  <a:lnTo>
                    <a:pt x="1" y="108"/>
                  </a:lnTo>
                  <a:lnTo>
                    <a:pt x="55" y="890"/>
                  </a:lnTo>
                  <a:lnTo>
                    <a:pt x="55" y="917"/>
                  </a:lnTo>
                  <a:lnTo>
                    <a:pt x="81" y="944"/>
                  </a:lnTo>
                  <a:lnTo>
                    <a:pt x="1483" y="863"/>
                  </a:lnTo>
                  <a:lnTo>
                    <a:pt x="1510" y="863"/>
                  </a:lnTo>
                  <a:lnTo>
                    <a:pt x="1537" y="809"/>
                  </a:lnTo>
                  <a:lnTo>
                    <a:pt x="1483" y="27"/>
                  </a:lnTo>
                  <a:lnTo>
                    <a:pt x="14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8871;p74">
              <a:extLst>
                <a:ext uri="{FF2B5EF4-FFF2-40B4-BE49-F238E27FC236}">
                  <a16:creationId xmlns:a16="http://schemas.microsoft.com/office/drawing/2014/main" id="{F68CDFCA-83B7-0FD3-08E3-3C64487BDE88}"/>
                </a:ext>
              </a:extLst>
            </p:cNvPr>
            <p:cNvSpPr/>
            <p:nvPr/>
          </p:nvSpPr>
          <p:spPr>
            <a:xfrm>
              <a:off x="7417144" y="2677157"/>
              <a:ext cx="28849" cy="17719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1456" y="0"/>
                  </a:moveTo>
                  <a:lnTo>
                    <a:pt x="54" y="54"/>
                  </a:lnTo>
                  <a:lnTo>
                    <a:pt x="27" y="81"/>
                  </a:lnTo>
                  <a:lnTo>
                    <a:pt x="0" y="108"/>
                  </a:lnTo>
                  <a:lnTo>
                    <a:pt x="54" y="890"/>
                  </a:lnTo>
                  <a:lnTo>
                    <a:pt x="54" y="917"/>
                  </a:lnTo>
                  <a:lnTo>
                    <a:pt x="81" y="944"/>
                  </a:lnTo>
                  <a:lnTo>
                    <a:pt x="1483" y="863"/>
                  </a:lnTo>
                  <a:lnTo>
                    <a:pt x="1510" y="863"/>
                  </a:lnTo>
                  <a:lnTo>
                    <a:pt x="1537" y="809"/>
                  </a:lnTo>
                  <a:lnTo>
                    <a:pt x="1483" y="27"/>
                  </a:lnTo>
                  <a:lnTo>
                    <a:pt x="14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8872;p74">
              <a:extLst>
                <a:ext uri="{FF2B5EF4-FFF2-40B4-BE49-F238E27FC236}">
                  <a16:creationId xmlns:a16="http://schemas.microsoft.com/office/drawing/2014/main" id="{56241E49-316A-7CD4-4D11-F38CD1275C84}"/>
                </a:ext>
              </a:extLst>
            </p:cNvPr>
            <p:cNvSpPr/>
            <p:nvPr/>
          </p:nvSpPr>
          <p:spPr>
            <a:xfrm>
              <a:off x="7420185" y="2741405"/>
              <a:ext cx="28849" cy="17719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1456" y="1"/>
                  </a:moveTo>
                  <a:lnTo>
                    <a:pt x="54" y="81"/>
                  </a:lnTo>
                  <a:lnTo>
                    <a:pt x="27" y="81"/>
                  </a:lnTo>
                  <a:lnTo>
                    <a:pt x="0" y="135"/>
                  </a:lnTo>
                  <a:lnTo>
                    <a:pt x="54" y="917"/>
                  </a:lnTo>
                  <a:lnTo>
                    <a:pt x="54" y="944"/>
                  </a:lnTo>
                  <a:lnTo>
                    <a:pt x="81" y="944"/>
                  </a:lnTo>
                  <a:lnTo>
                    <a:pt x="1510" y="890"/>
                  </a:lnTo>
                  <a:lnTo>
                    <a:pt x="1537" y="863"/>
                  </a:lnTo>
                  <a:lnTo>
                    <a:pt x="1537" y="836"/>
                  </a:lnTo>
                  <a:lnTo>
                    <a:pt x="1483" y="54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8873;p74">
              <a:extLst>
                <a:ext uri="{FF2B5EF4-FFF2-40B4-BE49-F238E27FC236}">
                  <a16:creationId xmlns:a16="http://schemas.microsoft.com/office/drawing/2014/main" id="{BE21A8E5-5C4B-74C1-C9F1-751BFCCFF1AE}"/>
                </a:ext>
              </a:extLst>
            </p:cNvPr>
            <p:cNvSpPr/>
            <p:nvPr/>
          </p:nvSpPr>
          <p:spPr>
            <a:xfrm>
              <a:off x="7421705" y="2807679"/>
              <a:ext cx="28849" cy="17738"/>
            </a:xfrm>
            <a:custGeom>
              <a:avLst/>
              <a:gdLst/>
              <a:ahLst/>
              <a:cxnLst/>
              <a:rect l="l" t="t" r="r" b="b"/>
              <a:pathLst>
                <a:path w="1537" h="945" extrusionOk="0">
                  <a:moveTo>
                    <a:pt x="1456" y="1"/>
                  </a:moveTo>
                  <a:lnTo>
                    <a:pt x="54" y="82"/>
                  </a:lnTo>
                  <a:lnTo>
                    <a:pt x="27" y="82"/>
                  </a:lnTo>
                  <a:lnTo>
                    <a:pt x="0" y="135"/>
                  </a:lnTo>
                  <a:lnTo>
                    <a:pt x="54" y="917"/>
                  </a:lnTo>
                  <a:lnTo>
                    <a:pt x="54" y="944"/>
                  </a:lnTo>
                  <a:lnTo>
                    <a:pt x="81" y="944"/>
                  </a:lnTo>
                  <a:lnTo>
                    <a:pt x="1510" y="890"/>
                  </a:lnTo>
                  <a:lnTo>
                    <a:pt x="1537" y="863"/>
                  </a:lnTo>
                  <a:lnTo>
                    <a:pt x="1537" y="836"/>
                  </a:lnTo>
                  <a:lnTo>
                    <a:pt x="1483" y="55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8874;p74">
              <a:extLst>
                <a:ext uri="{FF2B5EF4-FFF2-40B4-BE49-F238E27FC236}">
                  <a16:creationId xmlns:a16="http://schemas.microsoft.com/office/drawing/2014/main" id="{56F596F1-C1F5-306D-DC0C-4F62E3256723}"/>
                </a:ext>
              </a:extLst>
            </p:cNvPr>
            <p:cNvSpPr/>
            <p:nvPr/>
          </p:nvSpPr>
          <p:spPr>
            <a:xfrm>
              <a:off x="7424727" y="2871945"/>
              <a:ext cx="28868" cy="17719"/>
            </a:xfrm>
            <a:custGeom>
              <a:avLst/>
              <a:gdLst/>
              <a:ahLst/>
              <a:cxnLst/>
              <a:rect l="l" t="t" r="r" b="b"/>
              <a:pathLst>
                <a:path w="1538" h="944" extrusionOk="0">
                  <a:moveTo>
                    <a:pt x="1456" y="0"/>
                  </a:moveTo>
                  <a:lnTo>
                    <a:pt x="28" y="81"/>
                  </a:lnTo>
                  <a:lnTo>
                    <a:pt x="1" y="81"/>
                  </a:lnTo>
                  <a:lnTo>
                    <a:pt x="1" y="135"/>
                  </a:lnTo>
                  <a:lnTo>
                    <a:pt x="55" y="917"/>
                  </a:lnTo>
                  <a:lnTo>
                    <a:pt x="55" y="943"/>
                  </a:lnTo>
                  <a:lnTo>
                    <a:pt x="82" y="943"/>
                  </a:lnTo>
                  <a:lnTo>
                    <a:pt x="1483" y="890"/>
                  </a:lnTo>
                  <a:lnTo>
                    <a:pt x="1510" y="863"/>
                  </a:lnTo>
                  <a:lnTo>
                    <a:pt x="1537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8875;p74">
              <a:extLst>
                <a:ext uri="{FF2B5EF4-FFF2-40B4-BE49-F238E27FC236}">
                  <a16:creationId xmlns:a16="http://schemas.microsoft.com/office/drawing/2014/main" id="{B2D57DAF-FD14-8D27-B1B3-AC458BDDB5CB}"/>
                </a:ext>
              </a:extLst>
            </p:cNvPr>
            <p:cNvSpPr/>
            <p:nvPr/>
          </p:nvSpPr>
          <p:spPr>
            <a:xfrm>
              <a:off x="7426248" y="2938220"/>
              <a:ext cx="28868" cy="17719"/>
            </a:xfrm>
            <a:custGeom>
              <a:avLst/>
              <a:gdLst/>
              <a:ahLst/>
              <a:cxnLst/>
              <a:rect l="l" t="t" r="r" b="b"/>
              <a:pathLst>
                <a:path w="1538" h="944" extrusionOk="0">
                  <a:moveTo>
                    <a:pt x="1456" y="0"/>
                  </a:moveTo>
                  <a:lnTo>
                    <a:pt x="55" y="81"/>
                  </a:lnTo>
                  <a:lnTo>
                    <a:pt x="28" y="81"/>
                  </a:lnTo>
                  <a:lnTo>
                    <a:pt x="1" y="108"/>
                  </a:lnTo>
                  <a:lnTo>
                    <a:pt x="55" y="917"/>
                  </a:lnTo>
                  <a:lnTo>
                    <a:pt x="55" y="944"/>
                  </a:lnTo>
                  <a:lnTo>
                    <a:pt x="82" y="944"/>
                  </a:lnTo>
                  <a:lnTo>
                    <a:pt x="1483" y="890"/>
                  </a:lnTo>
                  <a:lnTo>
                    <a:pt x="1510" y="863"/>
                  </a:lnTo>
                  <a:lnTo>
                    <a:pt x="1537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8876;p74">
              <a:extLst>
                <a:ext uri="{FF2B5EF4-FFF2-40B4-BE49-F238E27FC236}">
                  <a16:creationId xmlns:a16="http://schemas.microsoft.com/office/drawing/2014/main" id="{95CAC539-008F-8252-324E-C9164BA1A970}"/>
                </a:ext>
              </a:extLst>
            </p:cNvPr>
            <p:cNvSpPr/>
            <p:nvPr/>
          </p:nvSpPr>
          <p:spPr>
            <a:xfrm>
              <a:off x="7429288" y="3002974"/>
              <a:ext cx="28849" cy="17719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1456" y="0"/>
                  </a:moveTo>
                  <a:lnTo>
                    <a:pt x="54" y="81"/>
                  </a:lnTo>
                  <a:lnTo>
                    <a:pt x="27" y="81"/>
                  </a:lnTo>
                  <a:lnTo>
                    <a:pt x="0" y="108"/>
                  </a:lnTo>
                  <a:lnTo>
                    <a:pt x="54" y="917"/>
                  </a:lnTo>
                  <a:lnTo>
                    <a:pt x="54" y="944"/>
                  </a:lnTo>
                  <a:lnTo>
                    <a:pt x="81" y="944"/>
                  </a:lnTo>
                  <a:lnTo>
                    <a:pt x="1483" y="863"/>
                  </a:lnTo>
                  <a:lnTo>
                    <a:pt x="1537" y="863"/>
                  </a:lnTo>
                  <a:lnTo>
                    <a:pt x="1537" y="836"/>
                  </a:lnTo>
                  <a:lnTo>
                    <a:pt x="1483" y="27"/>
                  </a:lnTo>
                  <a:lnTo>
                    <a:pt x="14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8877;p74">
              <a:extLst>
                <a:ext uri="{FF2B5EF4-FFF2-40B4-BE49-F238E27FC236}">
                  <a16:creationId xmlns:a16="http://schemas.microsoft.com/office/drawing/2014/main" id="{80837D1D-8962-02F8-CCF1-268E0514157E}"/>
                </a:ext>
              </a:extLst>
            </p:cNvPr>
            <p:cNvSpPr/>
            <p:nvPr/>
          </p:nvSpPr>
          <p:spPr>
            <a:xfrm>
              <a:off x="7430809" y="3069249"/>
              <a:ext cx="28849" cy="17719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1456" y="1"/>
                  </a:moveTo>
                  <a:lnTo>
                    <a:pt x="54" y="81"/>
                  </a:lnTo>
                  <a:lnTo>
                    <a:pt x="27" y="81"/>
                  </a:lnTo>
                  <a:lnTo>
                    <a:pt x="0" y="108"/>
                  </a:lnTo>
                  <a:lnTo>
                    <a:pt x="54" y="890"/>
                  </a:lnTo>
                  <a:lnTo>
                    <a:pt x="54" y="917"/>
                  </a:lnTo>
                  <a:lnTo>
                    <a:pt x="81" y="944"/>
                  </a:lnTo>
                  <a:lnTo>
                    <a:pt x="1510" y="863"/>
                  </a:lnTo>
                  <a:lnTo>
                    <a:pt x="1537" y="863"/>
                  </a:lnTo>
                  <a:lnTo>
                    <a:pt x="1537" y="836"/>
                  </a:lnTo>
                  <a:lnTo>
                    <a:pt x="1483" y="28"/>
                  </a:lnTo>
                  <a:lnTo>
                    <a:pt x="1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8878;p74">
              <a:extLst>
                <a:ext uri="{FF2B5EF4-FFF2-40B4-BE49-F238E27FC236}">
                  <a16:creationId xmlns:a16="http://schemas.microsoft.com/office/drawing/2014/main" id="{1E33B509-B3CF-57FE-7039-E47366A06F7E}"/>
                </a:ext>
              </a:extLst>
            </p:cNvPr>
            <p:cNvSpPr/>
            <p:nvPr/>
          </p:nvSpPr>
          <p:spPr>
            <a:xfrm>
              <a:off x="7433342" y="3133496"/>
              <a:ext cx="28849" cy="17738"/>
            </a:xfrm>
            <a:custGeom>
              <a:avLst/>
              <a:gdLst/>
              <a:ahLst/>
              <a:cxnLst/>
              <a:rect l="l" t="t" r="r" b="b"/>
              <a:pathLst>
                <a:path w="1537" h="945" extrusionOk="0">
                  <a:moveTo>
                    <a:pt x="1456" y="1"/>
                  </a:moveTo>
                  <a:lnTo>
                    <a:pt x="27" y="82"/>
                  </a:lnTo>
                  <a:lnTo>
                    <a:pt x="0" y="82"/>
                  </a:lnTo>
                  <a:lnTo>
                    <a:pt x="0" y="109"/>
                  </a:lnTo>
                  <a:lnTo>
                    <a:pt x="54" y="917"/>
                  </a:lnTo>
                  <a:lnTo>
                    <a:pt x="54" y="944"/>
                  </a:lnTo>
                  <a:lnTo>
                    <a:pt x="81" y="944"/>
                  </a:lnTo>
                  <a:lnTo>
                    <a:pt x="1483" y="863"/>
                  </a:lnTo>
                  <a:lnTo>
                    <a:pt x="1510" y="863"/>
                  </a:lnTo>
                  <a:lnTo>
                    <a:pt x="1537" y="836"/>
                  </a:lnTo>
                  <a:lnTo>
                    <a:pt x="1483" y="28"/>
                  </a:lnTo>
                  <a:lnTo>
                    <a:pt x="1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8879;p74">
              <a:extLst>
                <a:ext uri="{FF2B5EF4-FFF2-40B4-BE49-F238E27FC236}">
                  <a16:creationId xmlns:a16="http://schemas.microsoft.com/office/drawing/2014/main" id="{3E4CD853-FC65-4AAF-5F4D-876132BBEC6C}"/>
                </a:ext>
              </a:extLst>
            </p:cNvPr>
            <p:cNvSpPr/>
            <p:nvPr/>
          </p:nvSpPr>
          <p:spPr>
            <a:xfrm>
              <a:off x="7565385" y="2350834"/>
              <a:ext cx="28343" cy="16705"/>
            </a:xfrm>
            <a:custGeom>
              <a:avLst/>
              <a:gdLst/>
              <a:ahLst/>
              <a:cxnLst/>
              <a:rect l="l" t="t" r="r" b="b"/>
              <a:pathLst>
                <a:path w="1510" h="890" extrusionOk="0">
                  <a:moveTo>
                    <a:pt x="27" y="0"/>
                  </a:moveTo>
                  <a:lnTo>
                    <a:pt x="0" y="27"/>
                  </a:lnTo>
                  <a:lnTo>
                    <a:pt x="0" y="836"/>
                  </a:lnTo>
                  <a:lnTo>
                    <a:pt x="27" y="863"/>
                  </a:lnTo>
                  <a:lnTo>
                    <a:pt x="54" y="863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836"/>
                  </a:lnTo>
                  <a:lnTo>
                    <a:pt x="1510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8880;p74">
              <a:extLst>
                <a:ext uri="{FF2B5EF4-FFF2-40B4-BE49-F238E27FC236}">
                  <a16:creationId xmlns:a16="http://schemas.microsoft.com/office/drawing/2014/main" id="{7804174D-AC07-CAA1-4AC1-B7F889A6A2C3}"/>
                </a:ext>
              </a:extLst>
            </p:cNvPr>
            <p:cNvSpPr/>
            <p:nvPr/>
          </p:nvSpPr>
          <p:spPr>
            <a:xfrm>
              <a:off x="7566906" y="2417108"/>
              <a:ext cx="27836" cy="16705"/>
            </a:xfrm>
            <a:custGeom>
              <a:avLst/>
              <a:gdLst/>
              <a:ahLst/>
              <a:cxnLst/>
              <a:rect l="l" t="t" r="r" b="b"/>
              <a:pathLst>
                <a:path w="1483" h="890" extrusionOk="0">
                  <a:moveTo>
                    <a:pt x="0" y="0"/>
                  </a:moveTo>
                  <a:lnTo>
                    <a:pt x="0" y="27"/>
                  </a:lnTo>
                  <a:lnTo>
                    <a:pt x="0" y="836"/>
                  </a:lnTo>
                  <a:lnTo>
                    <a:pt x="0" y="863"/>
                  </a:lnTo>
                  <a:lnTo>
                    <a:pt x="27" y="863"/>
                  </a:lnTo>
                  <a:lnTo>
                    <a:pt x="1429" y="890"/>
                  </a:lnTo>
                  <a:lnTo>
                    <a:pt x="1456" y="863"/>
                  </a:lnTo>
                  <a:lnTo>
                    <a:pt x="1483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8881;p74">
              <a:extLst>
                <a:ext uri="{FF2B5EF4-FFF2-40B4-BE49-F238E27FC236}">
                  <a16:creationId xmlns:a16="http://schemas.microsoft.com/office/drawing/2014/main" id="{8B352293-2BEE-C71B-FB6A-37F463D9C8B9}"/>
                </a:ext>
              </a:extLst>
            </p:cNvPr>
            <p:cNvSpPr/>
            <p:nvPr/>
          </p:nvSpPr>
          <p:spPr>
            <a:xfrm>
              <a:off x="7568426" y="2480849"/>
              <a:ext cx="27836" cy="16217"/>
            </a:xfrm>
            <a:custGeom>
              <a:avLst/>
              <a:gdLst/>
              <a:ahLst/>
              <a:cxnLst/>
              <a:rect l="l" t="t" r="r" b="b"/>
              <a:pathLst>
                <a:path w="1483" h="864" extrusionOk="0">
                  <a:moveTo>
                    <a:pt x="0" y="1"/>
                  </a:moveTo>
                  <a:lnTo>
                    <a:pt x="0" y="28"/>
                  </a:lnTo>
                  <a:lnTo>
                    <a:pt x="0" y="809"/>
                  </a:lnTo>
                  <a:lnTo>
                    <a:pt x="0" y="836"/>
                  </a:lnTo>
                  <a:lnTo>
                    <a:pt x="27" y="863"/>
                  </a:lnTo>
                  <a:lnTo>
                    <a:pt x="1456" y="863"/>
                  </a:lnTo>
                  <a:lnTo>
                    <a:pt x="1483" y="836"/>
                  </a:lnTo>
                  <a:lnTo>
                    <a:pt x="1483" y="28"/>
                  </a:lnTo>
                  <a:lnTo>
                    <a:pt x="1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8882;p74">
              <a:extLst>
                <a:ext uri="{FF2B5EF4-FFF2-40B4-BE49-F238E27FC236}">
                  <a16:creationId xmlns:a16="http://schemas.microsoft.com/office/drawing/2014/main" id="{031565B1-1ABF-234D-9A72-211D36729FDB}"/>
                </a:ext>
              </a:extLst>
            </p:cNvPr>
            <p:cNvSpPr/>
            <p:nvPr/>
          </p:nvSpPr>
          <p:spPr>
            <a:xfrm>
              <a:off x="7571448" y="2546617"/>
              <a:ext cx="27855" cy="16724"/>
            </a:xfrm>
            <a:custGeom>
              <a:avLst/>
              <a:gdLst/>
              <a:ahLst/>
              <a:cxnLst/>
              <a:rect l="l" t="t" r="r" b="b"/>
              <a:pathLst>
                <a:path w="1484" h="891" extrusionOk="0">
                  <a:moveTo>
                    <a:pt x="28" y="1"/>
                  </a:moveTo>
                  <a:lnTo>
                    <a:pt x="1" y="28"/>
                  </a:lnTo>
                  <a:lnTo>
                    <a:pt x="1" y="55"/>
                  </a:lnTo>
                  <a:lnTo>
                    <a:pt x="1" y="836"/>
                  </a:lnTo>
                  <a:lnTo>
                    <a:pt x="1" y="863"/>
                  </a:lnTo>
                  <a:lnTo>
                    <a:pt x="28" y="890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55"/>
                  </a:lnTo>
                  <a:lnTo>
                    <a:pt x="1483" y="28"/>
                  </a:lnTo>
                  <a:lnTo>
                    <a:pt x="1456" y="28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8883;p74">
              <a:extLst>
                <a:ext uri="{FF2B5EF4-FFF2-40B4-BE49-F238E27FC236}">
                  <a16:creationId xmlns:a16="http://schemas.microsoft.com/office/drawing/2014/main" id="{2BE598F4-65F1-0D02-2487-393A8319DC05}"/>
                </a:ext>
              </a:extLst>
            </p:cNvPr>
            <p:cNvSpPr/>
            <p:nvPr/>
          </p:nvSpPr>
          <p:spPr>
            <a:xfrm>
              <a:off x="7571955" y="2609869"/>
              <a:ext cx="28361" cy="16705"/>
            </a:xfrm>
            <a:custGeom>
              <a:avLst/>
              <a:gdLst/>
              <a:ahLst/>
              <a:cxnLst/>
              <a:rect l="l" t="t" r="r" b="b"/>
              <a:pathLst>
                <a:path w="1511" h="890" extrusionOk="0">
                  <a:moveTo>
                    <a:pt x="55" y="0"/>
                  </a:moveTo>
                  <a:lnTo>
                    <a:pt x="28" y="27"/>
                  </a:lnTo>
                  <a:lnTo>
                    <a:pt x="28" y="54"/>
                  </a:lnTo>
                  <a:lnTo>
                    <a:pt x="1" y="836"/>
                  </a:lnTo>
                  <a:lnTo>
                    <a:pt x="28" y="863"/>
                  </a:lnTo>
                  <a:lnTo>
                    <a:pt x="55" y="890"/>
                  </a:lnTo>
                  <a:lnTo>
                    <a:pt x="1483" y="890"/>
                  </a:lnTo>
                  <a:lnTo>
                    <a:pt x="1510" y="863"/>
                  </a:lnTo>
                  <a:lnTo>
                    <a:pt x="1510" y="54"/>
                  </a:lnTo>
                  <a:lnTo>
                    <a:pt x="1483" y="27"/>
                  </a:lnTo>
                  <a:lnTo>
                    <a:pt x="1456" y="27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8884;p74">
              <a:extLst>
                <a:ext uri="{FF2B5EF4-FFF2-40B4-BE49-F238E27FC236}">
                  <a16:creationId xmlns:a16="http://schemas.microsoft.com/office/drawing/2014/main" id="{22B66E7A-145E-03EE-20B3-EC1727FBE08B}"/>
                </a:ext>
              </a:extLst>
            </p:cNvPr>
            <p:cNvSpPr/>
            <p:nvPr/>
          </p:nvSpPr>
          <p:spPr>
            <a:xfrm>
              <a:off x="7573475" y="2676144"/>
              <a:ext cx="27855" cy="16705"/>
            </a:xfrm>
            <a:custGeom>
              <a:avLst/>
              <a:gdLst/>
              <a:ahLst/>
              <a:cxnLst/>
              <a:rect l="l" t="t" r="r" b="b"/>
              <a:pathLst>
                <a:path w="1484" h="890" extrusionOk="0">
                  <a:moveTo>
                    <a:pt x="55" y="0"/>
                  </a:moveTo>
                  <a:lnTo>
                    <a:pt x="28" y="27"/>
                  </a:lnTo>
                  <a:lnTo>
                    <a:pt x="1" y="54"/>
                  </a:lnTo>
                  <a:lnTo>
                    <a:pt x="1" y="836"/>
                  </a:lnTo>
                  <a:lnTo>
                    <a:pt x="1" y="863"/>
                  </a:lnTo>
                  <a:lnTo>
                    <a:pt x="28" y="890"/>
                  </a:lnTo>
                  <a:lnTo>
                    <a:pt x="1483" y="890"/>
                  </a:lnTo>
                  <a:lnTo>
                    <a:pt x="1483" y="863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27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8885;p74">
              <a:extLst>
                <a:ext uri="{FF2B5EF4-FFF2-40B4-BE49-F238E27FC236}">
                  <a16:creationId xmlns:a16="http://schemas.microsoft.com/office/drawing/2014/main" id="{74A61709-03DC-6CD4-FF06-7C3381EE640D}"/>
                </a:ext>
              </a:extLst>
            </p:cNvPr>
            <p:cNvSpPr/>
            <p:nvPr/>
          </p:nvSpPr>
          <p:spPr>
            <a:xfrm>
              <a:off x="7572968" y="2740898"/>
              <a:ext cx="28361" cy="16724"/>
            </a:xfrm>
            <a:custGeom>
              <a:avLst/>
              <a:gdLst/>
              <a:ahLst/>
              <a:cxnLst/>
              <a:rect l="l" t="t" r="r" b="b"/>
              <a:pathLst>
                <a:path w="1511" h="891" extrusionOk="0">
                  <a:moveTo>
                    <a:pt x="28" y="1"/>
                  </a:moveTo>
                  <a:lnTo>
                    <a:pt x="28" y="28"/>
                  </a:lnTo>
                  <a:lnTo>
                    <a:pt x="1" y="836"/>
                  </a:lnTo>
                  <a:lnTo>
                    <a:pt x="28" y="863"/>
                  </a:lnTo>
                  <a:lnTo>
                    <a:pt x="55" y="863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836"/>
                  </a:lnTo>
                  <a:lnTo>
                    <a:pt x="1510" y="55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8886;p74">
              <a:extLst>
                <a:ext uri="{FF2B5EF4-FFF2-40B4-BE49-F238E27FC236}">
                  <a16:creationId xmlns:a16="http://schemas.microsoft.com/office/drawing/2014/main" id="{365EA4B7-F6C1-1462-217C-61027019CC0C}"/>
                </a:ext>
              </a:extLst>
            </p:cNvPr>
            <p:cNvSpPr/>
            <p:nvPr/>
          </p:nvSpPr>
          <p:spPr>
            <a:xfrm>
              <a:off x="7574489" y="2807172"/>
              <a:ext cx="27855" cy="16724"/>
            </a:xfrm>
            <a:custGeom>
              <a:avLst/>
              <a:gdLst/>
              <a:ahLst/>
              <a:cxnLst/>
              <a:rect l="l" t="t" r="r" b="b"/>
              <a:pathLst>
                <a:path w="1484" h="891" extrusionOk="0">
                  <a:moveTo>
                    <a:pt x="28" y="1"/>
                  </a:moveTo>
                  <a:lnTo>
                    <a:pt x="1" y="28"/>
                  </a:lnTo>
                  <a:lnTo>
                    <a:pt x="1" y="836"/>
                  </a:lnTo>
                  <a:lnTo>
                    <a:pt x="1" y="863"/>
                  </a:lnTo>
                  <a:lnTo>
                    <a:pt x="28" y="863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836"/>
                  </a:lnTo>
                  <a:lnTo>
                    <a:pt x="1483" y="55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8887;p74">
              <a:extLst>
                <a:ext uri="{FF2B5EF4-FFF2-40B4-BE49-F238E27FC236}">
                  <a16:creationId xmlns:a16="http://schemas.microsoft.com/office/drawing/2014/main" id="{D2C7596E-B1BF-D311-2F2A-935823304452}"/>
                </a:ext>
              </a:extLst>
            </p:cNvPr>
            <p:cNvSpPr/>
            <p:nvPr/>
          </p:nvSpPr>
          <p:spPr>
            <a:xfrm>
              <a:off x="7574489" y="2871439"/>
              <a:ext cx="27855" cy="16705"/>
            </a:xfrm>
            <a:custGeom>
              <a:avLst/>
              <a:gdLst/>
              <a:ahLst/>
              <a:cxnLst/>
              <a:rect l="l" t="t" r="r" b="b"/>
              <a:pathLst>
                <a:path w="1484" h="890" extrusionOk="0">
                  <a:moveTo>
                    <a:pt x="1" y="0"/>
                  </a:moveTo>
                  <a:lnTo>
                    <a:pt x="1" y="27"/>
                  </a:lnTo>
                  <a:lnTo>
                    <a:pt x="1" y="836"/>
                  </a:lnTo>
                  <a:lnTo>
                    <a:pt x="1" y="863"/>
                  </a:lnTo>
                  <a:lnTo>
                    <a:pt x="28" y="863"/>
                  </a:lnTo>
                  <a:lnTo>
                    <a:pt x="1429" y="890"/>
                  </a:lnTo>
                  <a:lnTo>
                    <a:pt x="1456" y="863"/>
                  </a:lnTo>
                  <a:lnTo>
                    <a:pt x="1483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2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8888;p74">
              <a:extLst>
                <a:ext uri="{FF2B5EF4-FFF2-40B4-BE49-F238E27FC236}">
                  <a16:creationId xmlns:a16="http://schemas.microsoft.com/office/drawing/2014/main" id="{B942F938-0868-A7D6-CC6A-E1BD29D8AA52}"/>
                </a:ext>
              </a:extLst>
            </p:cNvPr>
            <p:cNvSpPr/>
            <p:nvPr/>
          </p:nvSpPr>
          <p:spPr>
            <a:xfrm>
              <a:off x="7575502" y="2937713"/>
              <a:ext cx="28343" cy="16705"/>
            </a:xfrm>
            <a:custGeom>
              <a:avLst/>
              <a:gdLst/>
              <a:ahLst/>
              <a:cxnLst/>
              <a:rect l="l" t="t" r="r" b="b"/>
              <a:pathLst>
                <a:path w="1510" h="890" extrusionOk="0">
                  <a:moveTo>
                    <a:pt x="27" y="0"/>
                  </a:moveTo>
                  <a:lnTo>
                    <a:pt x="27" y="27"/>
                  </a:lnTo>
                  <a:lnTo>
                    <a:pt x="0" y="836"/>
                  </a:lnTo>
                  <a:lnTo>
                    <a:pt x="27" y="863"/>
                  </a:lnTo>
                  <a:lnTo>
                    <a:pt x="54" y="863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836"/>
                  </a:lnTo>
                  <a:lnTo>
                    <a:pt x="1510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8889;p74">
              <a:extLst>
                <a:ext uri="{FF2B5EF4-FFF2-40B4-BE49-F238E27FC236}">
                  <a16:creationId xmlns:a16="http://schemas.microsoft.com/office/drawing/2014/main" id="{A7BCD251-D6DD-E0F9-35C9-00E4DFDB83D5}"/>
                </a:ext>
              </a:extLst>
            </p:cNvPr>
            <p:cNvSpPr/>
            <p:nvPr/>
          </p:nvSpPr>
          <p:spPr>
            <a:xfrm>
              <a:off x="7575502" y="3002467"/>
              <a:ext cx="27836" cy="16705"/>
            </a:xfrm>
            <a:custGeom>
              <a:avLst/>
              <a:gdLst/>
              <a:ahLst/>
              <a:cxnLst/>
              <a:rect l="l" t="t" r="r" b="b"/>
              <a:pathLst>
                <a:path w="1483" h="890" extrusionOk="0">
                  <a:moveTo>
                    <a:pt x="0" y="0"/>
                  </a:moveTo>
                  <a:lnTo>
                    <a:pt x="0" y="27"/>
                  </a:lnTo>
                  <a:lnTo>
                    <a:pt x="0" y="836"/>
                  </a:lnTo>
                  <a:lnTo>
                    <a:pt x="0" y="863"/>
                  </a:lnTo>
                  <a:lnTo>
                    <a:pt x="27" y="863"/>
                  </a:lnTo>
                  <a:lnTo>
                    <a:pt x="1429" y="890"/>
                  </a:lnTo>
                  <a:lnTo>
                    <a:pt x="1456" y="863"/>
                  </a:lnTo>
                  <a:lnTo>
                    <a:pt x="1483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8890;p74">
              <a:extLst>
                <a:ext uri="{FF2B5EF4-FFF2-40B4-BE49-F238E27FC236}">
                  <a16:creationId xmlns:a16="http://schemas.microsoft.com/office/drawing/2014/main" id="{206DE5A4-E53D-8199-CBFE-E8EFD200E774}"/>
                </a:ext>
              </a:extLst>
            </p:cNvPr>
            <p:cNvSpPr/>
            <p:nvPr/>
          </p:nvSpPr>
          <p:spPr>
            <a:xfrm>
              <a:off x="7576516" y="3068742"/>
              <a:ext cx="27836" cy="16724"/>
            </a:xfrm>
            <a:custGeom>
              <a:avLst/>
              <a:gdLst/>
              <a:ahLst/>
              <a:cxnLst/>
              <a:rect l="l" t="t" r="r" b="b"/>
              <a:pathLst>
                <a:path w="1483" h="891" extrusionOk="0">
                  <a:moveTo>
                    <a:pt x="27" y="1"/>
                  </a:moveTo>
                  <a:lnTo>
                    <a:pt x="0" y="28"/>
                  </a:lnTo>
                  <a:lnTo>
                    <a:pt x="0" y="836"/>
                  </a:lnTo>
                  <a:lnTo>
                    <a:pt x="27" y="863"/>
                  </a:lnTo>
                  <a:lnTo>
                    <a:pt x="54" y="863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836"/>
                  </a:lnTo>
                  <a:lnTo>
                    <a:pt x="1483" y="55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8891;p74">
              <a:extLst>
                <a:ext uri="{FF2B5EF4-FFF2-40B4-BE49-F238E27FC236}">
                  <a16:creationId xmlns:a16="http://schemas.microsoft.com/office/drawing/2014/main" id="{04D3F468-3431-9386-9F69-E89E69759740}"/>
                </a:ext>
              </a:extLst>
            </p:cNvPr>
            <p:cNvSpPr/>
            <p:nvPr/>
          </p:nvSpPr>
          <p:spPr>
            <a:xfrm>
              <a:off x="7577023" y="3132989"/>
              <a:ext cx="27836" cy="16724"/>
            </a:xfrm>
            <a:custGeom>
              <a:avLst/>
              <a:gdLst/>
              <a:ahLst/>
              <a:cxnLst/>
              <a:rect l="l" t="t" r="r" b="b"/>
              <a:pathLst>
                <a:path w="1483" h="891" extrusionOk="0">
                  <a:moveTo>
                    <a:pt x="27" y="1"/>
                  </a:moveTo>
                  <a:lnTo>
                    <a:pt x="0" y="28"/>
                  </a:lnTo>
                  <a:lnTo>
                    <a:pt x="0" y="837"/>
                  </a:lnTo>
                  <a:lnTo>
                    <a:pt x="0" y="863"/>
                  </a:lnTo>
                  <a:lnTo>
                    <a:pt x="27" y="863"/>
                  </a:lnTo>
                  <a:lnTo>
                    <a:pt x="1429" y="890"/>
                  </a:lnTo>
                  <a:lnTo>
                    <a:pt x="1483" y="863"/>
                  </a:lnTo>
                  <a:lnTo>
                    <a:pt x="1483" y="837"/>
                  </a:lnTo>
                  <a:lnTo>
                    <a:pt x="1483" y="55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8892;p74">
              <a:extLst>
                <a:ext uri="{FF2B5EF4-FFF2-40B4-BE49-F238E27FC236}">
                  <a16:creationId xmlns:a16="http://schemas.microsoft.com/office/drawing/2014/main" id="{A23E6589-E85F-1FDB-6DE3-F7108A770C63}"/>
                </a:ext>
              </a:extLst>
            </p:cNvPr>
            <p:cNvSpPr/>
            <p:nvPr/>
          </p:nvSpPr>
          <p:spPr>
            <a:xfrm>
              <a:off x="7515797" y="3356626"/>
              <a:ext cx="50116" cy="465984"/>
            </a:xfrm>
            <a:custGeom>
              <a:avLst/>
              <a:gdLst/>
              <a:ahLst/>
              <a:cxnLst/>
              <a:rect l="l" t="t" r="r" b="b"/>
              <a:pathLst>
                <a:path w="2670" h="24826" extrusionOk="0">
                  <a:moveTo>
                    <a:pt x="1052" y="0"/>
                  </a:moveTo>
                  <a:lnTo>
                    <a:pt x="890" y="27"/>
                  </a:lnTo>
                  <a:lnTo>
                    <a:pt x="729" y="108"/>
                  </a:lnTo>
                  <a:lnTo>
                    <a:pt x="621" y="216"/>
                  </a:lnTo>
                  <a:lnTo>
                    <a:pt x="594" y="270"/>
                  </a:lnTo>
                  <a:lnTo>
                    <a:pt x="567" y="351"/>
                  </a:lnTo>
                  <a:lnTo>
                    <a:pt x="55" y="2911"/>
                  </a:lnTo>
                  <a:lnTo>
                    <a:pt x="28" y="3531"/>
                  </a:lnTo>
                  <a:lnTo>
                    <a:pt x="1" y="4502"/>
                  </a:lnTo>
                  <a:lnTo>
                    <a:pt x="28" y="7224"/>
                  </a:lnTo>
                  <a:lnTo>
                    <a:pt x="82" y="10701"/>
                  </a:lnTo>
                  <a:lnTo>
                    <a:pt x="189" y="14475"/>
                  </a:lnTo>
                  <a:lnTo>
                    <a:pt x="378" y="21268"/>
                  </a:lnTo>
                  <a:lnTo>
                    <a:pt x="486" y="24260"/>
                  </a:lnTo>
                  <a:lnTo>
                    <a:pt x="486" y="24368"/>
                  </a:lnTo>
                  <a:lnTo>
                    <a:pt x="540" y="24475"/>
                  </a:lnTo>
                  <a:lnTo>
                    <a:pt x="621" y="24583"/>
                  </a:lnTo>
                  <a:lnTo>
                    <a:pt x="702" y="24664"/>
                  </a:lnTo>
                  <a:lnTo>
                    <a:pt x="836" y="24718"/>
                  </a:lnTo>
                  <a:lnTo>
                    <a:pt x="971" y="24772"/>
                  </a:lnTo>
                  <a:lnTo>
                    <a:pt x="1106" y="24799"/>
                  </a:lnTo>
                  <a:lnTo>
                    <a:pt x="1268" y="24826"/>
                  </a:lnTo>
                  <a:lnTo>
                    <a:pt x="1888" y="24826"/>
                  </a:lnTo>
                  <a:lnTo>
                    <a:pt x="2049" y="24799"/>
                  </a:lnTo>
                  <a:lnTo>
                    <a:pt x="2211" y="24772"/>
                  </a:lnTo>
                  <a:lnTo>
                    <a:pt x="2346" y="24718"/>
                  </a:lnTo>
                  <a:lnTo>
                    <a:pt x="2454" y="24637"/>
                  </a:lnTo>
                  <a:lnTo>
                    <a:pt x="2535" y="24556"/>
                  </a:lnTo>
                  <a:lnTo>
                    <a:pt x="2615" y="24449"/>
                  </a:lnTo>
                  <a:lnTo>
                    <a:pt x="2669" y="24368"/>
                  </a:lnTo>
                  <a:lnTo>
                    <a:pt x="2669" y="24233"/>
                  </a:lnTo>
                  <a:lnTo>
                    <a:pt x="2211" y="2911"/>
                  </a:lnTo>
                  <a:lnTo>
                    <a:pt x="1537" y="324"/>
                  </a:lnTo>
                  <a:lnTo>
                    <a:pt x="1510" y="243"/>
                  </a:lnTo>
                  <a:lnTo>
                    <a:pt x="1456" y="189"/>
                  </a:lnTo>
                  <a:lnTo>
                    <a:pt x="1349" y="81"/>
                  </a:lnTo>
                  <a:lnTo>
                    <a:pt x="1214" y="27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906959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8" name="Google Shape;8028;p71"/>
          <p:cNvSpPr txBox="1">
            <a:spLocks noGrp="1"/>
          </p:cNvSpPr>
          <p:nvPr>
            <p:ph type="subTitle" idx="1"/>
          </p:nvPr>
        </p:nvSpPr>
        <p:spPr>
          <a:xfrm>
            <a:off x="1024984" y="1568549"/>
            <a:ext cx="5283186" cy="4314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200" dirty="0">
                <a:latin typeface="Arial Rounded MT Bold" panose="020F0704030504030204" pitchFamily="34" charset="0"/>
              </a:rPr>
              <a:t>T</a:t>
            </a:r>
            <a:r>
              <a:rPr lang="pl-PL" sz="1200" dirty="0">
                <a:latin typeface="Arial Rounded MT Bold" panose="020F0704030504030204" pitchFamily="34" charset="0"/>
              </a:rPr>
              <a:t>hrough telemetry + predictive maintenance</a:t>
            </a:r>
            <a:endParaRPr sz="1200" dirty="0">
              <a:latin typeface="Arial Rounded MT Bold" panose="020F0704030504030204" pitchFamily="34" charset="0"/>
            </a:endParaRPr>
          </a:p>
        </p:txBody>
      </p:sp>
      <p:sp>
        <p:nvSpPr>
          <p:cNvPr id="8031" name="Google Shape;8031;p71"/>
          <p:cNvSpPr txBox="1">
            <a:spLocks noGrp="1"/>
          </p:cNvSpPr>
          <p:nvPr>
            <p:ph type="title" idx="4"/>
          </p:nvPr>
        </p:nvSpPr>
        <p:spPr>
          <a:xfrm>
            <a:off x="1024984" y="1314038"/>
            <a:ext cx="3149600" cy="4334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 b="1" i="0" dirty="0">
                <a:latin typeface="Arial Rounded MT Bold" panose="020F0704030504030204" pitchFamily="34" charset="0"/>
              </a:rPr>
              <a:t>Improved safety</a:t>
            </a:r>
            <a:endParaRPr sz="1600" b="1" i="0" dirty="0">
              <a:latin typeface="Arial Rounded MT Bold" panose="020F0704030504030204" pitchFamily="34" charset="0"/>
            </a:endParaRPr>
          </a:p>
        </p:txBody>
      </p:sp>
      <p:sp>
        <p:nvSpPr>
          <p:cNvPr id="8034" name="Google Shape;8034;p71"/>
          <p:cNvSpPr/>
          <p:nvPr/>
        </p:nvSpPr>
        <p:spPr>
          <a:xfrm>
            <a:off x="701089" y="1421463"/>
            <a:ext cx="218644" cy="218644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5" name="Google Shape;8035;p71"/>
          <p:cNvSpPr/>
          <p:nvPr/>
        </p:nvSpPr>
        <p:spPr>
          <a:xfrm>
            <a:off x="701089" y="2210613"/>
            <a:ext cx="218644" cy="218644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6" name="Google Shape;8036;p71"/>
          <p:cNvSpPr/>
          <p:nvPr/>
        </p:nvSpPr>
        <p:spPr>
          <a:xfrm>
            <a:off x="701089" y="3008455"/>
            <a:ext cx="218644" cy="218644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8858;p74">
            <a:extLst>
              <a:ext uri="{FF2B5EF4-FFF2-40B4-BE49-F238E27FC236}">
                <a16:creationId xmlns:a16="http://schemas.microsoft.com/office/drawing/2014/main" id="{D1580A52-1211-E8FB-688A-DD452FF0BEBA}"/>
              </a:ext>
            </a:extLst>
          </p:cNvPr>
          <p:cNvGrpSpPr/>
          <p:nvPr/>
        </p:nvGrpSpPr>
        <p:grpSpPr>
          <a:xfrm>
            <a:off x="3667112" y="-2157937"/>
            <a:ext cx="1809775" cy="1783488"/>
            <a:chOff x="6614225" y="2105950"/>
            <a:chExt cx="1809775" cy="1783488"/>
          </a:xfrm>
        </p:grpSpPr>
        <p:sp>
          <p:nvSpPr>
            <p:cNvPr id="3" name="Google Shape;8859;p74">
              <a:extLst>
                <a:ext uri="{FF2B5EF4-FFF2-40B4-BE49-F238E27FC236}">
                  <a16:creationId xmlns:a16="http://schemas.microsoft.com/office/drawing/2014/main" id="{D5B9A0EB-5010-188B-D842-8B9DDA899E40}"/>
                </a:ext>
              </a:extLst>
            </p:cNvPr>
            <p:cNvSpPr/>
            <p:nvPr/>
          </p:nvSpPr>
          <p:spPr>
            <a:xfrm>
              <a:off x="7911945" y="2766199"/>
              <a:ext cx="79960" cy="254502"/>
            </a:xfrm>
            <a:custGeom>
              <a:avLst/>
              <a:gdLst/>
              <a:ahLst/>
              <a:cxnLst/>
              <a:rect l="l" t="t" r="r" b="b"/>
              <a:pathLst>
                <a:path w="4260" h="13559" extrusionOk="0">
                  <a:moveTo>
                    <a:pt x="3963" y="0"/>
                  </a:moveTo>
                  <a:lnTo>
                    <a:pt x="189" y="27"/>
                  </a:lnTo>
                  <a:lnTo>
                    <a:pt x="108" y="54"/>
                  </a:lnTo>
                  <a:lnTo>
                    <a:pt x="55" y="81"/>
                  </a:lnTo>
                  <a:lnTo>
                    <a:pt x="1" y="135"/>
                  </a:lnTo>
                  <a:lnTo>
                    <a:pt x="1" y="216"/>
                  </a:lnTo>
                  <a:lnTo>
                    <a:pt x="81" y="13370"/>
                  </a:lnTo>
                  <a:lnTo>
                    <a:pt x="108" y="13424"/>
                  </a:lnTo>
                  <a:lnTo>
                    <a:pt x="162" y="13505"/>
                  </a:lnTo>
                  <a:lnTo>
                    <a:pt x="216" y="13532"/>
                  </a:lnTo>
                  <a:lnTo>
                    <a:pt x="270" y="13559"/>
                  </a:lnTo>
                  <a:lnTo>
                    <a:pt x="4071" y="13532"/>
                  </a:lnTo>
                  <a:lnTo>
                    <a:pt x="4152" y="13505"/>
                  </a:lnTo>
                  <a:lnTo>
                    <a:pt x="4206" y="13478"/>
                  </a:lnTo>
                  <a:lnTo>
                    <a:pt x="4233" y="13397"/>
                  </a:lnTo>
                  <a:lnTo>
                    <a:pt x="4260" y="13343"/>
                  </a:lnTo>
                  <a:lnTo>
                    <a:pt x="4152" y="189"/>
                  </a:lnTo>
                  <a:lnTo>
                    <a:pt x="4125" y="108"/>
                  </a:lnTo>
                  <a:lnTo>
                    <a:pt x="4098" y="54"/>
                  </a:lnTo>
                  <a:lnTo>
                    <a:pt x="40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860;p74">
              <a:extLst>
                <a:ext uri="{FF2B5EF4-FFF2-40B4-BE49-F238E27FC236}">
                  <a16:creationId xmlns:a16="http://schemas.microsoft.com/office/drawing/2014/main" id="{9B117713-4EBB-232F-3406-86C28306C997}"/>
                </a:ext>
              </a:extLst>
            </p:cNvPr>
            <p:cNvSpPr/>
            <p:nvPr/>
          </p:nvSpPr>
          <p:spPr>
            <a:xfrm>
              <a:off x="8072329" y="2851187"/>
              <a:ext cx="79960" cy="254521"/>
            </a:xfrm>
            <a:custGeom>
              <a:avLst/>
              <a:gdLst/>
              <a:ahLst/>
              <a:cxnLst/>
              <a:rect l="l" t="t" r="r" b="b"/>
              <a:pathLst>
                <a:path w="4260" h="13560" extrusionOk="0">
                  <a:moveTo>
                    <a:pt x="3963" y="1"/>
                  </a:moveTo>
                  <a:lnTo>
                    <a:pt x="189" y="28"/>
                  </a:lnTo>
                  <a:lnTo>
                    <a:pt x="108" y="28"/>
                  </a:lnTo>
                  <a:lnTo>
                    <a:pt x="54" y="82"/>
                  </a:lnTo>
                  <a:lnTo>
                    <a:pt x="0" y="136"/>
                  </a:lnTo>
                  <a:lnTo>
                    <a:pt x="0" y="217"/>
                  </a:lnTo>
                  <a:lnTo>
                    <a:pt x="108" y="13371"/>
                  </a:lnTo>
                  <a:lnTo>
                    <a:pt x="108" y="13425"/>
                  </a:lnTo>
                  <a:lnTo>
                    <a:pt x="162" y="13505"/>
                  </a:lnTo>
                  <a:lnTo>
                    <a:pt x="216" y="13532"/>
                  </a:lnTo>
                  <a:lnTo>
                    <a:pt x="297" y="13559"/>
                  </a:lnTo>
                  <a:lnTo>
                    <a:pt x="4071" y="13532"/>
                  </a:lnTo>
                  <a:lnTo>
                    <a:pt x="4152" y="13505"/>
                  </a:lnTo>
                  <a:lnTo>
                    <a:pt x="4205" y="13452"/>
                  </a:lnTo>
                  <a:lnTo>
                    <a:pt x="4259" y="13398"/>
                  </a:lnTo>
                  <a:lnTo>
                    <a:pt x="4259" y="13344"/>
                  </a:lnTo>
                  <a:lnTo>
                    <a:pt x="4152" y="190"/>
                  </a:lnTo>
                  <a:lnTo>
                    <a:pt x="4152" y="109"/>
                  </a:lnTo>
                  <a:lnTo>
                    <a:pt x="4098" y="55"/>
                  </a:lnTo>
                  <a:lnTo>
                    <a:pt x="40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861;p74">
              <a:extLst>
                <a:ext uri="{FF2B5EF4-FFF2-40B4-BE49-F238E27FC236}">
                  <a16:creationId xmlns:a16="http://schemas.microsoft.com/office/drawing/2014/main" id="{A47DF992-3010-D34F-7F63-4BEF0FBB7098}"/>
                </a:ext>
              </a:extLst>
            </p:cNvPr>
            <p:cNvSpPr/>
            <p:nvPr/>
          </p:nvSpPr>
          <p:spPr>
            <a:xfrm>
              <a:off x="7041737" y="2772768"/>
              <a:ext cx="79960" cy="254521"/>
            </a:xfrm>
            <a:custGeom>
              <a:avLst/>
              <a:gdLst/>
              <a:ahLst/>
              <a:cxnLst/>
              <a:rect l="l" t="t" r="r" b="b"/>
              <a:pathLst>
                <a:path w="4260" h="13560" extrusionOk="0">
                  <a:moveTo>
                    <a:pt x="3963" y="1"/>
                  </a:moveTo>
                  <a:lnTo>
                    <a:pt x="189" y="55"/>
                  </a:lnTo>
                  <a:lnTo>
                    <a:pt x="109" y="55"/>
                  </a:lnTo>
                  <a:lnTo>
                    <a:pt x="55" y="109"/>
                  </a:lnTo>
                  <a:lnTo>
                    <a:pt x="28" y="163"/>
                  </a:lnTo>
                  <a:lnTo>
                    <a:pt x="1" y="243"/>
                  </a:lnTo>
                  <a:lnTo>
                    <a:pt x="109" y="13371"/>
                  </a:lnTo>
                  <a:lnTo>
                    <a:pt x="109" y="13451"/>
                  </a:lnTo>
                  <a:lnTo>
                    <a:pt x="163" y="13505"/>
                  </a:lnTo>
                  <a:lnTo>
                    <a:pt x="216" y="13559"/>
                  </a:lnTo>
                  <a:lnTo>
                    <a:pt x="297" y="13559"/>
                  </a:lnTo>
                  <a:lnTo>
                    <a:pt x="4071" y="13532"/>
                  </a:lnTo>
                  <a:lnTo>
                    <a:pt x="4152" y="13532"/>
                  </a:lnTo>
                  <a:lnTo>
                    <a:pt x="4206" y="13478"/>
                  </a:lnTo>
                  <a:lnTo>
                    <a:pt x="4260" y="13425"/>
                  </a:lnTo>
                  <a:lnTo>
                    <a:pt x="4260" y="13344"/>
                  </a:lnTo>
                  <a:lnTo>
                    <a:pt x="4152" y="189"/>
                  </a:lnTo>
                  <a:lnTo>
                    <a:pt x="4152" y="136"/>
                  </a:lnTo>
                  <a:lnTo>
                    <a:pt x="4098" y="55"/>
                  </a:lnTo>
                  <a:lnTo>
                    <a:pt x="4044" y="28"/>
                  </a:lnTo>
                  <a:lnTo>
                    <a:pt x="39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862;p74">
              <a:extLst>
                <a:ext uri="{FF2B5EF4-FFF2-40B4-BE49-F238E27FC236}">
                  <a16:creationId xmlns:a16="http://schemas.microsoft.com/office/drawing/2014/main" id="{FFBE9AE5-E437-3A6D-3006-5E6550C5A6A8}"/>
                </a:ext>
              </a:extLst>
            </p:cNvPr>
            <p:cNvSpPr/>
            <p:nvPr/>
          </p:nvSpPr>
          <p:spPr>
            <a:xfrm>
              <a:off x="6882365" y="2860308"/>
              <a:ext cx="80467" cy="254502"/>
            </a:xfrm>
            <a:custGeom>
              <a:avLst/>
              <a:gdLst/>
              <a:ahLst/>
              <a:cxnLst/>
              <a:rect l="l" t="t" r="r" b="b"/>
              <a:pathLst>
                <a:path w="4287" h="13559" extrusionOk="0">
                  <a:moveTo>
                    <a:pt x="3990" y="0"/>
                  </a:moveTo>
                  <a:lnTo>
                    <a:pt x="190" y="27"/>
                  </a:lnTo>
                  <a:lnTo>
                    <a:pt x="136" y="54"/>
                  </a:lnTo>
                  <a:lnTo>
                    <a:pt x="55" y="108"/>
                  </a:lnTo>
                  <a:lnTo>
                    <a:pt x="28" y="162"/>
                  </a:lnTo>
                  <a:lnTo>
                    <a:pt x="1" y="216"/>
                  </a:lnTo>
                  <a:lnTo>
                    <a:pt x="109" y="13370"/>
                  </a:lnTo>
                  <a:lnTo>
                    <a:pt x="136" y="13451"/>
                  </a:lnTo>
                  <a:lnTo>
                    <a:pt x="163" y="13505"/>
                  </a:lnTo>
                  <a:lnTo>
                    <a:pt x="243" y="13559"/>
                  </a:lnTo>
                  <a:lnTo>
                    <a:pt x="297" y="13559"/>
                  </a:lnTo>
                  <a:lnTo>
                    <a:pt x="4098" y="13532"/>
                  </a:lnTo>
                  <a:lnTo>
                    <a:pt x="4152" y="13532"/>
                  </a:lnTo>
                  <a:lnTo>
                    <a:pt x="4233" y="13478"/>
                  </a:lnTo>
                  <a:lnTo>
                    <a:pt x="4260" y="13424"/>
                  </a:lnTo>
                  <a:lnTo>
                    <a:pt x="4287" y="13343"/>
                  </a:lnTo>
                  <a:lnTo>
                    <a:pt x="4179" y="189"/>
                  </a:lnTo>
                  <a:lnTo>
                    <a:pt x="4152" y="135"/>
                  </a:lnTo>
                  <a:lnTo>
                    <a:pt x="4125" y="54"/>
                  </a:lnTo>
                  <a:lnTo>
                    <a:pt x="4071" y="27"/>
                  </a:lnTo>
                  <a:lnTo>
                    <a:pt x="3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863;p74">
              <a:extLst>
                <a:ext uri="{FF2B5EF4-FFF2-40B4-BE49-F238E27FC236}">
                  <a16:creationId xmlns:a16="http://schemas.microsoft.com/office/drawing/2014/main" id="{760D3311-1BF6-639F-6C2C-FA73A5348F78}"/>
                </a:ext>
              </a:extLst>
            </p:cNvPr>
            <p:cNvSpPr/>
            <p:nvPr/>
          </p:nvSpPr>
          <p:spPr>
            <a:xfrm>
              <a:off x="7586126" y="2676651"/>
              <a:ext cx="837874" cy="543917"/>
            </a:xfrm>
            <a:custGeom>
              <a:avLst/>
              <a:gdLst/>
              <a:ahLst/>
              <a:cxnLst/>
              <a:rect l="l" t="t" r="r" b="b"/>
              <a:pathLst>
                <a:path w="44639" h="28978" extrusionOk="0">
                  <a:moveTo>
                    <a:pt x="1" y="0"/>
                  </a:moveTo>
                  <a:lnTo>
                    <a:pt x="809" y="18465"/>
                  </a:lnTo>
                  <a:lnTo>
                    <a:pt x="42617" y="28923"/>
                  </a:lnTo>
                  <a:lnTo>
                    <a:pt x="42832" y="28950"/>
                  </a:lnTo>
                  <a:lnTo>
                    <a:pt x="43075" y="28977"/>
                  </a:lnTo>
                  <a:lnTo>
                    <a:pt x="43290" y="28950"/>
                  </a:lnTo>
                  <a:lnTo>
                    <a:pt x="43506" y="28896"/>
                  </a:lnTo>
                  <a:lnTo>
                    <a:pt x="43722" y="28815"/>
                  </a:lnTo>
                  <a:lnTo>
                    <a:pt x="43910" y="28708"/>
                  </a:lnTo>
                  <a:lnTo>
                    <a:pt x="44072" y="28573"/>
                  </a:lnTo>
                  <a:lnTo>
                    <a:pt x="44234" y="28411"/>
                  </a:lnTo>
                  <a:lnTo>
                    <a:pt x="44342" y="28249"/>
                  </a:lnTo>
                  <a:lnTo>
                    <a:pt x="44477" y="28061"/>
                  </a:lnTo>
                  <a:lnTo>
                    <a:pt x="44557" y="27872"/>
                  </a:lnTo>
                  <a:lnTo>
                    <a:pt x="44611" y="27656"/>
                  </a:lnTo>
                  <a:lnTo>
                    <a:pt x="44638" y="27441"/>
                  </a:lnTo>
                  <a:lnTo>
                    <a:pt x="44638" y="27225"/>
                  </a:lnTo>
                  <a:lnTo>
                    <a:pt x="44611" y="26982"/>
                  </a:lnTo>
                  <a:lnTo>
                    <a:pt x="44530" y="26767"/>
                  </a:lnTo>
                  <a:lnTo>
                    <a:pt x="43210" y="23263"/>
                  </a:lnTo>
                  <a:lnTo>
                    <a:pt x="43075" y="22993"/>
                  </a:lnTo>
                  <a:lnTo>
                    <a:pt x="42886" y="22751"/>
                  </a:lnTo>
                  <a:lnTo>
                    <a:pt x="42671" y="22535"/>
                  </a:lnTo>
                  <a:lnTo>
                    <a:pt x="42428" y="2237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864;p74">
              <a:extLst>
                <a:ext uri="{FF2B5EF4-FFF2-40B4-BE49-F238E27FC236}">
                  <a16:creationId xmlns:a16="http://schemas.microsoft.com/office/drawing/2014/main" id="{12D500D4-0221-48A0-2655-C0DE1A7F392E}"/>
                </a:ext>
              </a:extLst>
            </p:cNvPr>
            <p:cNvSpPr/>
            <p:nvPr/>
          </p:nvSpPr>
          <p:spPr>
            <a:xfrm>
              <a:off x="6614225" y="2677664"/>
              <a:ext cx="829784" cy="556549"/>
            </a:xfrm>
            <a:custGeom>
              <a:avLst/>
              <a:gdLst/>
              <a:ahLst/>
              <a:cxnLst/>
              <a:rect l="l" t="t" r="r" b="b"/>
              <a:pathLst>
                <a:path w="44208" h="29651" extrusionOk="0">
                  <a:moveTo>
                    <a:pt x="44207" y="0"/>
                  </a:moveTo>
                  <a:lnTo>
                    <a:pt x="2130" y="23047"/>
                  </a:lnTo>
                  <a:lnTo>
                    <a:pt x="1888" y="23236"/>
                  </a:lnTo>
                  <a:lnTo>
                    <a:pt x="1672" y="23424"/>
                  </a:lnTo>
                  <a:lnTo>
                    <a:pt x="1510" y="23667"/>
                  </a:lnTo>
                  <a:lnTo>
                    <a:pt x="1375" y="23936"/>
                  </a:lnTo>
                  <a:lnTo>
                    <a:pt x="108" y="27468"/>
                  </a:lnTo>
                  <a:lnTo>
                    <a:pt x="55" y="27683"/>
                  </a:lnTo>
                  <a:lnTo>
                    <a:pt x="1" y="27926"/>
                  </a:lnTo>
                  <a:lnTo>
                    <a:pt x="1" y="28141"/>
                  </a:lnTo>
                  <a:lnTo>
                    <a:pt x="55" y="28357"/>
                  </a:lnTo>
                  <a:lnTo>
                    <a:pt x="108" y="28573"/>
                  </a:lnTo>
                  <a:lnTo>
                    <a:pt x="189" y="28761"/>
                  </a:lnTo>
                  <a:lnTo>
                    <a:pt x="297" y="28950"/>
                  </a:lnTo>
                  <a:lnTo>
                    <a:pt x="432" y="29112"/>
                  </a:lnTo>
                  <a:lnTo>
                    <a:pt x="594" y="29274"/>
                  </a:lnTo>
                  <a:lnTo>
                    <a:pt x="755" y="29381"/>
                  </a:lnTo>
                  <a:lnTo>
                    <a:pt x="944" y="29489"/>
                  </a:lnTo>
                  <a:lnTo>
                    <a:pt x="1160" y="29570"/>
                  </a:lnTo>
                  <a:lnTo>
                    <a:pt x="1375" y="29624"/>
                  </a:lnTo>
                  <a:lnTo>
                    <a:pt x="1591" y="29651"/>
                  </a:lnTo>
                  <a:lnTo>
                    <a:pt x="1834" y="29651"/>
                  </a:lnTo>
                  <a:lnTo>
                    <a:pt x="2049" y="29597"/>
                  </a:lnTo>
                  <a:lnTo>
                    <a:pt x="43695" y="18465"/>
                  </a:lnTo>
                  <a:lnTo>
                    <a:pt x="4420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865;p74">
              <a:extLst>
                <a:ext uri="{FF2B5EF4-FFF2-40B4-BE49-F238E27FC236}">
                  <a16:creationId xmlns:a16="http://schemas.microsoft.com/office/drawing/2014/main" id="{EA465983-D3DA-2182-3F0A-8986318BB01A}"/>
                </a:ext>
              </a:extLst>
            </p:cNvPr>
            <p:cNvSpPr/>
            <p:nvPr/>
          </p:nvSpPr>
          <p:spPr>
            <a:xfrm>
              <a:off x="7281047" y="2105950"/>
              <a:ext cx="519629" cy="1783488"/>
            </a:xfrm>
            <a:custGeom>
              <a:avLst/>
              <a:gdLst/>
              <a:ahLst/>
              <a:cxnLst/>
              <a:rect l="l" t="t" r="r" b="b"/>
              <a:pathLst>
                <a:path w="27684" h="95018" extrusionOk="0">
                  <a:moveTo>
                    <a:pt x="11241" y="1"/>
                  </a:moveTo>
                  <a:lnTo>
                    <a:pt x="10998" y="28"/>
                  </a:lnTo>
                  <a:lnTo>
                    <a:pt x="10729" y="55"/>
                  </a:lnTo>
                  <a:lnTo>
                    <a:pt x="10405" y="163"/>
                  </a:lnTo>
                  <a:lnTo>
                    <a:pt x="10082" y="297"/>
                  </a:lnTo>
                  <a:lnTo>
                    <a:pt x="9731" y="540"/>
                  </a:lnTo>
                  <a:lnTo>
                    <a:pt x="9543" y="675"/>
                  </a:lnTo>
                  <a:lnTo>
                    <a:pt x="9354" y="863"/>
                  </a:lnTo>
                  <a:lnTo>
                    <a:pt x="9165" y="1052"/>
                  </a:lnTo>
                  <a:lnTo>
                    <a:pt x="8977" y="1268"/>
                  </a:lnTo>
                  <a:lnTo>
                    <a:pt x="8788" y="1510"/>
                  </a:lnTo>
                  <a:lnTo>
                    <a:pt x="8626" y="1780"/>
                  </a:lnTo>
                  <a:lnTo>
                    <a:pt x="8438" y="2103"/>
                  </a:lnTo>
                  <a:lnTo>
                    <a:pt x="8249" y="2427"/>
                  </a:lnTo>
                  <a:lnTo>
                    <a:pt x="8060" y="2804"/>
                  </a:lnTo>
                  <a:lnTo>
                    <a:pt x="7871" y="3208"/>
                  </a:lnTo>
                  <a:lnTo>
                    <a:pt x="7710" y="3667"/>
                  </a:lnTo>
                  <a:lnTo>
                    <a:pt x="7521" y="4125"/>
                  </a:lnTo>
                  <a:lnTo>
                    <a:pt x="7359" y="4664"/>
                  </a:lnTo>
                  <a:lnTo>
                    <a:pt x="7198" y="5230"/>
                  </a:lnTo>
                  <a:lnTo>
                    <a:pt x="7036" y="5823"/>
                  </a:lnTo>
                  <a:lnTo>
                    <a:pt x="6874" y="6470"/>
                  </a:lnTo>
                  <a:lnTo>
                    <a:pt x="6739" y="7171"/>
                  </a:lnTo>
                  <a:lnTo>
                    <a:pt x="6578" y="7899"/>
                  </a:lnTo>
                  <a:lnTo>
                    <a:pt x="6443" y="8707"/>
                  </a:lnTo>
                  <a:lnTo>
                    <a:pt x="6335" y="9543"/>
                  </a:lnTo>
                  <a:lnTo>
                    <a:pt x="6227" y="10432"/>
                  </a:lnTo>
                  <a:lnTo>
                    <a:pt x="6119" y="11376"/>
                  </a:lnTo>
                  <a:lnTo>
                    <a:pt x="6012" y="12724"/>
                  </a:lnTo>
                  <a:lnTo>
                    <a:pt x="5931" y="14287"/>
                  </a:lnTo>
                  <a:lnTo>
                    <a:pt x="5904" y="16066"/>
                  </a:lnTo>
                  <a:lnTo>
                    <a:pt x="5877" y="18034"/>
                  </a:lnTo>
                  <a:lnTo>
                    <a:pt x="5877" y="20163"/>
                  </a:lnTo>
                  <a:lnTo>
                    <a:pt x="5931" y="22455"/>
                  </a:lnTo>
                  <a:lnTo>
                    <a:pt x="5985" y="24854"/>
                  </a:lnTo>
                  <a:lnTo>
                    <a:pt x="6065" y="27387"/>
                  </a:lnTo>
                  <a:lnTo>
                    <a:pt x="6308" y="32751"/>
                  </a:lnTo>
                  <a:lnTo>
                    <a:pt x="6578" y="38385"/>
                  </a:lnTo>
                  <a:lnTo>
                    <a:pt x="6928" y="44153"/>
                  </a:lnTo>
                  <a:lnTo>
                    <a:pt x="7278" y="49895"/>
                  </a:lnTo>
                  <a:lnTo>
                    <a:pt x="7683" y="55529"/>
                  </a:lnTo>
                  <a:lnTo>
                    <a:pt x="8060" y="60893"/>
                  </a:lnTo>
                  <a:lnTo>
                    <a:pt x="8788" y="70219"/>
                  </a:lnTo>
                  <a:lnTo>
                    <a:pt x="9327" y="76850"/>
                  </a:lnTo>
                  <a:lnTo>
                    <a:pt x="9570" y="79680"/>
                  </a:lnTo>
                  <a:lnTo>
                    <a:pt x="890" y="87821"/>
                  </a:lnTo>
                  <a:lnTo>
                    <a:pt x="701" y="88037"/>
                  </a:lnTo>
                  <a:lnTo>
                    <a:pt x="567" y="88279"/>
                  </a:lnTo>
                  <a:lnTo>
                    <a:pt x="459" y="88522"/>
                  </a:lnTo>
                  <a:lnTo>
                    <a:pt x="405" y="88791"/>
                  </a:lnTo>
                  <a:lnTo>
                    <a:pt x="1" y="93050"/>
                  </a:lnTo>
                  <a:lnTo>
                    <a:pt x="1" y="93293"/>
                  </a:lnTo>
                  <a:lnTo>
                    <a:pt x="28" y="93509"/>
                  </a:lnTo>
                  <a:lnTo>
                    <a:pt x="81" y="93724"/>
                  </a:lnTo>
                  <a:lnTo>
                    <a:pt x="162" y="93913"/>
                  </a:lnTo>
                  <a:lnTo>
                    <a:pt x="270" y="94075"/>
                  </a:lnTo>
                  <a:lnTo>
                    <a:pt x="405" y="94236"/>
                  </a:lnTo>
                  <a:lnTo>
                    <a:pt x="567" y="94371"/>
                  </a:lnTo>
                  <a:lnTo>
                    <a:pt x="728" y="94506"/>
                  </a:lnTo>
                  <a:lnTo>
                    <a:pt x="890" y="94587"/>
                  </a:lnTo>
                  <a:lnTo>
                    <a:pt x="1079" y="94668"/>
                  </a:lnTo>
                  <a:lnTo>
                    <a:pt x="1294" y="94695"/>
                  </a:lnTo>
                  <a:lnTo>
                    <a:pt x="1483" y="94722"/>
                  </a:lnTo>
                  <a:lnTo>
                    <a:pt x="1699" y="94722"/>
                  </a:lnTo>
                  <a:lnTo>
                    <a:pt x="1914" y="94668"/>
                  </a:lnTo>
                  <a:lnTo>
                    <a:pt x="2130" y="94614"/>
                  </a:lnTo>
                  <a:lnTo>
                    <a:pt x="2319" y="94506"/>
                  </a:lnTo>
                  <a:lnTo>
                    <a:pt x="13909" y="87390"/>
                  </a:lnTo>
                  <a:lnTo>
                    <a:pt x="25338" y="94775"/>
                  </a:lnTo>
                  <a:lnTo>
                    <a:pt x="25554" y="94883"/>
                  </a:lnTo>
                  <a:lnTo>
                    <a:pt x="25743" y="94964"/>
                  </a:lnTo>
                  <a:lnTo>
                    <a:pt x="25958" y="94991"/>
                  </a:lnTo>
                  <a:lnTo>
                    <a:pt x="26174" y="95018"/>
                  </a:lnTo>
                  <a:lnTo>
                    <a:pt x="26363" y="94991"/>
                  </a:lnTo>
                  <a:lnTo>
                    <a:pt x="26578" y="94964"/>
                  </a:lnTo>
                  <a:lnTo>
                    <a:pt x="26767" y="94883"/>
                  </a:lnTo>
                  <a:lnTo>
                    <a:pt x="26929" y="94802"/>
                  </a:lnTo>
                  <a:lnTo>
                    <a:pt x="27117" y="94695"/>
                  </a:lnTo>
                  <a:lnTo>
                    <a:pt x="27252" y="94560"/>
                  </a:lnTo>
                  <a:lnTo>
                    <a:pt x="27387" y="94398"/>
                  </a:lnTo>
                  <a:lnTo>
                    <a:pt x="27495" y="94236"/>
                  </a:lnTo>
                  <a:lnTo>
                    <a:pt x="27603" y="94048"/>
                  </a:lnTo>
                  <a:lnTo>
                    <a:pt x="27657" y="93832"/>
                  </a:lnTo>
                  <a:lnTo>
                    <a:pt x="27683" y="93616"/>
                  </a:lnTo>
                  <a:lnTo>
                    <a:pt x="27683" y="93374"/>
                  </a:lnTo>
                  <a:lnTo>
                    <a:pt x="27387" y="89115"/>
                  </a:lnTo>
                  <a:lnTo>
                    <a:pt x="27333" y="88845"/>
                  </a:lnTo>
                  <a:lnTo>
                    <a:pt x="27252" y="88576"/>
                  </a:lnTo>
                  <a:lnTo>
                    <a:pt x="27117" y="88360"/>
                  </a:lnTo>
                  <a:lnTo>
                    <a:pt x="26929" y="88144"/>
                  </a:lnTo>
                  <a:lnTo>
                    <a:pt x="18007" y="79330"/>
                  </a:lnTo>
                  <a:lnTo>
                    <a:pt x="17899" y="79249"/>
                  </a:lnTo>
                  <a:lnTo>
                    <a:pt x="17980" y="75826"/>
                  </a:lnTo>
                  <a:lnTo>
                    <a:pt x="18114" y="68898"/>
                  </a:lnTo>
                  <a:lnTo>
                    <a:pt x="18249" y="59491"/>
                  </a:lnTo>
                  <a:lnTo>
                    <a:pt x="18330" y="54181"/>
                  </a:lnTo>
                  <a:lnTo>
                    <a:pt x="18357" y="48628"/>
                  </a:lnTo>
                  <a:lnTo>
                    <a:pt x="18357" y="42967"/>
                  </a:lnTo>
                  <a:lnTo>
                    <a:pt x="18357" y="37307"/>
                  </a:lnTo>
                  <a:lnTo>
                    <a:pt x="18303" y="31808"/>
                  </a:lnTo>
                  <a:lnTo>
                    <a:pt x="18195" y="26606"/>
                  </a:lnTo>
                  <a:lnTo>
                    <a:pt x="18114" y="24126"/>
                  </a:lnTo>
                  <a:lnTo>
                    <a:pt x="18034" y="21781"/>
                  </a:lnTo>
                  <a:lnTo>
                    <a:pt x="17926" y="19570"/>
                  </a:lnTo>
                  <a:lnTo>
                    <a:pt x="17818" y="17495"/>
                  </a:lnTo>
                  <a:lnTo>
                    <a:pt x="17683" y="15581"/>
                  </a:lnTo>
                  <a:lnTo>
                    <a:pt x="17548" y="13856"/>
                  </a:lnTo>
                  <a:lnTo>
                    <a:pt x="17360" y="12346"/>
                  </a:lnTo>
                  <a:lnTo>
                    <a:pt x="17171" y="11025"/>
                  </a:lnTo>
                  <a:lnTo>
                    <a:pt x="17009" y="10055"/>
                  </a:lnTo>
                  <a:lnTo>
                    <a:pt x="16848" y="9139"/>
                  </a:lnTo>
                  <a:lnTo>
                    <a:pt x="16659" y="8303"/>
                  </a:lnTo>
                  <a:lnTo>
                    <a:pt x="16470" y="7494"/>
                  </a:lnTo>
                  <a:lnTo>
                    <a:pt x="16281" y="6740"/>
                  </a:lnTo>
                  <a:lnTo>
                    <a:pt x="16093" y="6066"/>
                  </a:lnTo>
                  <a:lnTo>
                    <a:pt x="15904" y="5419"/>
                  </a:lnTo>
                  <a:lnTo>
                    <a:pt x="15688" y="4799"/>
                  </a:lnTo>
                  <a:lnTo>
                    <a:pt x="15473" y="4260"/>
                  </a:lnTo>
                  <a:lnTo>
                    <a:pt x="15284" y="3721"/>
                  </a:lnTo>
                  <a:lnTo>
                    <a:pt x="15068" y="3262"/>
                  </a:lnTo>
                  <a:lnTo>
                    <a:pt x="14853" y="2831"/>
                  </a:lnTo>
                  <a:lnTo>
                    <a:pt x="14637" y="2427"/>
                  </a:lnTo>
                  <a:lnTo>
                    <a:pt x="14422" y="2076"/>
                  </a:lnTo>
                  <a:lnTo>
                    <a:pt x="14206" y="1753"/>
                  </a:lnTo>
                  <a:lnTo>
                    <a:pt x="14017" y="1483"/>
                  </a:lnTo>
                  <a:lnTo>
                    <a:pt x="13802" y="1214"/>
                  </a:lnTo>
                  <a:lnTo>
                    <a:pt x="13586" y="998"/>
                  </a:lnTo>
                  <a:lnTo>
                    <a:pt x="13397" y="783"/>
                  </a:lnTo>
                  <a:lnTo>
                    <a:pt x="13182" y="621"/>
                  </a:lnTo>
                  <a:lnTo>
                    <a:pt x="12993" y="459"/>
                  </a:lnTo>
                  <a:lnTo>
                    <a:pt x="12804" y="351"/>
                  </a:lnTo>
                  <a:lnTo>
                    <a:pt x="12427" y="163"/>
                  </a:lnTo>
                  <a:lnTo>
                    <a:pt x="12076" y="55"/>
                  </a:lnTo>
                  <a:lnTo>
                    <a:pt x="1178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866;p74">
              <a:extLst>
                <a:ext uri="{FF2B5EF4-FFF2-40B4-BE49-F238E27FC236}">
                  <a16:creationId xmlns:a16="http://schemas.microsoft.com/office/drawing/2014/main" id="{DAE85132-7425-B718-A9F2-2381B664C56E}"/>
                </a:ext>
              </a:extLst>
            </p:cNvPr>
            <p:cNvSpPr/>
            <p:nvPr/>
          </p:nvSpPr>
          <p:spPr>
            <a:xfrm>
              <a:off x="7411082" y="2351340"/>
              <a:ext cx="28849" cy="17719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1456" y="0"/>
                  </a:moveTo>
                  <a:lnTo>
                    <a:pt x="54" y="81"/>
                  </a:lnTo>
                  <a:lnTo>
                    <a:pt x="27" y="108"/>
                  </a:lnTo>
                  <a:lnTo>
                    <a:pt x="0" y="135"/>
                  </a:lnTo>
                  <a:lnTo>
                    <a:pt x="54" y="917"/>
                  </a:lnTo>
                  <a:lnTo>
                    <a:pt x="54" y="944"/>
                  </a:lnTo>
                  <a:lnTo>
                    <a:pt x="81" y="944"/>
                  </a:lnTo>
                  <a:lnTo>
                    <a:pt x="1510" y="890"/>
                  </a:lnTo>
                  <a:lnTo>
                    <a:pt x="1536" y="863"/>
                  </a:lnTo>
                  <a:lnTo>
                    <a:pt x="1536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867;p74">
              <a:extLst>
                <a:ext uri="{FF2B5EF4-FFF2-40B4-BE49-F238E27FC236}">
                  <a16:creationId xmlns:a16="http://schemas.microsoft.com/office/drawing/2014/main" id="{05F3634C-9B32-E552-1DA4-490897DE428E}"/>
                </a:ext>
              </a:extLst>
            </p:cNvPr>
            <p:cNvSpPr/>
            <p:nvPr/>
          </p:nvSpPr>
          <p:spPr>
            <a:xfrm>
              <a:off x="7412583" y="2417615"/>
              <a:ext cx="28868" cy="17719"/>
            </a:xfrm>
            <a:custGeom>
              <a:avLst/>
              <a:gdLst/>
              <a:ahLst/>
              <a:cxnLst/>
              <a:rect l="l" t="t" r="r" b="b"/>
              <a:pathLst>
                <a:path w="1538" h="944" extrusionOk="0">
                  <a:moveTo>
                    <a:pt x="1456" y="0"/>
                  </a:moveTo>
                  <a:lnTo>
                    <a:pt x="55" y="81"/>
                  </a:lnTo>
                  <a:lnTo>
                    <a:pt x="28" y="108"/>
                  </a:lnTo>
                  <a:lnTo>
                    <a:pt x="1" y="135"/>
                  </a:lnTo>
                  <a:lnTo>
                    <a:pt x="55" y="917"/>
                  </a:lnTo>
                  <a:lnTo>
                    <a:pt x="55" y="944"/>
                  </a:lnTo>
                  <a:lnTo>
                    <a:pt x="109" y="944"/>
                  </a:lnTo>
                  <a:lnTo>
                    <a:pt x="1510" y="890"/>
                  </a:lnTo>
                  <a:lnTo>
                    <a:pt x="1537" y="863"/>
                  </a:lnTo>
                  <a:lnTo>
                    <a:pt x="1537" y="836"/>
                  </a:lnTo>
                  <a:lnTo>
                    <a:pt x="1510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868;p74">
              <a:extLst>
                <a:ext uri="{FF2B5EF4-FFF2-40B4-BE49-F238E27FC236}">
                  <a16:creationId xmlns:a16="http://schemas.microsoft.com/office/drawing/2014/main" id="{B0E33435-D80D-0404-5890-0FCF6B526472}"/>
                </a:ext>
              </a:extLst>
            </p:cNvPr>
            <p:cNvSpPr/>
            <p:nvPr/>
          </p:nvSpPr>
          <p:spPr>
            <a:xfrm>
              <a:off x="7414104" y="2481356"/>
              <a:ext cx="28361" cy="17738"/>
            </a:xfrm>
            <a:custGeom>
              <a:avLst/>
              <a:gdLst/>
              <a:ahLst/>
              <a:cxnLst/>
              <a:rect l="l" t="t" r="r" b="b"/>
              <a:pathLst>
                <a:path w="1511" h="945" extrusionOk="0">
                  <a:moveTo>
                    <a:pt x="1429" y="1"/>
                  </a:moveTo>
                  <a:lnTo>
                    <a:pt x="28" y="81"/>
                  </a:lnTo>
                  <a:lnTo>
                    <a:pt x="1" y="81"/>
                  </a:lnTo>
                  <a:lnTo>
                    <a:pt x="1" y="108"/>
                  </a:lnTo>
                  <a:lnTo>
                    <a:pt x="28" y="917"/>
                  </a:lnTo>
                  <a:lnTo>
                    <a:pt x="55" y="944"/>
                  </a:lnTo>
                  <a:lnTo>
                    <a:pt x="82" y="944"/>
                  </a:lnTo>
                  <a:lnTo>
                    <a:pt x="1483" y="863"/>
                  </a:lnTo>
                  <a:lnTo>
                    <a:pt x="1510" y="863"/>
                  </a:lnTo>
                  <a:lnTo>
                    <a:pt x="1510" y="836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869;p74">
              <a:extLst>
                <a:ext uri="{FF2B5EF4-FFF2-40B4-BE49-F238E27FC236}">
                  <a16:creationId xmlns:a16="http://schemas.microsoft.com/office/drawing/2014/main" id="{F2DF3803-9D79-BCA3-8B7A-4C9E6D2BEE49}"/>
                </a:ext>
              </a:extLst>
            </p:cNvPr>
            <p:cNvSpPr/>
            <p:nvPr/>
          </p:nvSpPr>
          <p:spPr>
            <a:xfrm>
              <a:off x="7414104" y="2547630"/>
              <a:ext cx="28361" cy="17738"/>
            </a:xfrm>
            <a:custGeom>
              <a:avLst/>
              <a:gdLst/>
              <a:ahLst/>
              <a:cxnLst/>
              <a:rect l="l" t="t" r="r" b="b"/>
              <a:pathLst>
                <a:path w="1511" h="945" extrusionOk="0">
                  <a:moveTo>
                    <a:pt x="1429" y="1"/>
                  </a:moveTo>
                  <a:lnTo>
                    <a:pt x="28" y="82"/>
                  </a:lnTo>
                  <a:lnTo>
                    <a:pt x="1" y="82"/>
                  </a:lnTo>
                  <a:lnTo>
                    <a:pt x="1" y="109"/>
                  </a:lnTo>
                  <a:lnTo>
                    <a:pt x="28" y="917"/>
                  </a:lnTo>
                  <a:lnTo>
                    <a:pt x="55" y="944"/>
                  </a:lnTo>
                  <a:lnTo>
                    <a:pt x="82" y="944"/>
                  </a:lnTo>
                  <a:lnTo>
                    <a:pt x="1483" y="863"/>
                  </a:lnTo>
                  <a:lnTo>
                    <a:pt x="1510" y="863"/>
                  </a:lnTo>
                  <a:lnTo>
                    <a:pt x="1510" y="836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870;p74">
              <a:extLst>
                <a:ext uri="{FF2B5EF4-FFF2-40B4-BE49-F238E27FC236}">
                  <a16:creationId xmlns:a16="http://schemas.microsoft.com/office/drawing/2014/main" id="{BC3C868C-2FBE-0E3E-031A-4A3FF656C316}"/>
                </a:ext>
              </a:extLst>
            </p:cNvPr>
            <p:cNvSpPr/>
            <p:nvPr/>
          </p:nvSpPr>
          <p:spPr>
            <a:xfrm>
              <a:off x="7415624" y="2610883"/>
              <a:ext cx="28868" cy="17719"/>
            </a:xfrm>
            <a:custGeom>
              <a:avLst/>
              <a:gdLst/>
              <a:ahLst/>
              <a:cxnLst/>
              <a:rect l="l" t="t" r="r" b="b"/>
              <a:pathLst>
                <a:path w="1538" h="944" extrusionOk="0">
                  <a:moveTo>
                    <a:pt x="1456" y="0"/>
                  </a:moveTo>
                  <a:lnTo>
                    <a:pt x="28" y="54"/>
                  </a:lnTo>
                  <a:lnTo>
                    <a:pt x="1" y="81"/>
                  </a:lnTo>
                  <a:lnTo>
                    <a:pt x="1" y="108"/>
                  </a:lnTo>
                  <a:lnTo>
                    <a:pt x="55" y="890"/>
                  </a:lnTo>
                  <a:lnTo>
                    <a:pt x="55" y="917"/>
                  </a:lnTo>
                  <a:lnTo>
                    <a:pt x="81" y="944"/>
                  </a:lnTo>
                  <a:lnTo>
                    <a:pt x="1483" y="863"/>
                  </a:lnTo>
                  <a:lnTo>
                    <a:pt x="1510" y="863"/>
                  </a:lnTo>
                  <a:lnTo>
                    <a:pt x="1537" y="809"/>
                  </a:lnTo>
                  <a:lnTo>
                    <a:pt x="1483" y="27"/>
                  </a:lnTo>
                  <a:lnTo>
                    <a:pt x="14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871;p74">
              <a:extLst>
                <a:ext uri="{FF2B5EF4-FFF2-40B4-BE49-F238E27FC236}">
                  <a16:creationId xmlns:a16="http://schemas.microsoft.com/office/drawing/2014/main" id="{F70A4DED-8542-B6DE-6473-4C4CC894566A}"/>
                </a:ext>
              </a:extLst>
            </p:cNvPr>
            <p:cNvSpPr/>
            <p:nvPr/>
          </p:nvSpPr>
          <p:spPr>
            <a:xfrm>
              <a:off x="7417144" y="2677157"/>
              <a:ext cx="28849" cy="17719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1456" y="0"/>
                  </a:moveTo>
                  <a:lnTo>
                    <a:pt x="54" y="54"/>
                  </a:lnTo>
                  <a:lnTo>
                    <a:pt x="27" y="81"/>
                  </a:lnTo>
                  <a:lnTo>
                    <a:pt x="0" y="108"/>
                  </a:lnTo>
                  <a:lnTo>
                    <a:pt x="54" y="890"/>
                  </a:lnTo>
                  <a:lnTo>
                    <a:pt x="54" y="917"/>
                  </a:lnTo>
                  <a:lnTo>
                    <a:pt x="81" y="944"/>
                  </a:lnTo>
                  <a:lnTo>
                    <a:pt x="1483" y="863"/>
                  </a:lnTo>
                  <a:lnTo>
                    <a:pt x="1510" y="863"/>
                  </a:lnTo>
                  <a:lnTo>
                    <a:pt x="1537" y="809"/>
                  </a:lnTo>
                  <a:lnTo>
                    <a:pt x="1483" y="27"/>
                  </a:lnTo>
                  <a:lnTo>
                    <a:pt x="14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872;p74">
              <a:extLst>
                <a:ext uri="{FF2B5EF4-FFF2-40B4-BE49-F238E27FC236}">
                  <a16:creationId xmlns:a16="http://schemas.microsoft.com/office/drawing/2014/main" id="{B0639511-B65B-C503-4F45-511C11674A07}"/>
                </a:ext>
              </a:extLst>
            </p:cNvPr>
            <p:cNvSpPr/>
            <p:nvPr/>
          </p:nvSpPr>
          <p:spPr>
            <a:xfrm>
              <a:off x="7420185" y="2741405"/>
              <a:ext cx="28849" cy="17719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1456" y="1"/>
                  </a:moveTo>
                  <a:lnTo>
                    <a:pt x="54" y="81"/>
                  </a:lnTo>
                  <a:lnTo>
                    <a:pt x="27" y="81"/>
                  </a:lnTo>
                  <a:lnTo>
                    <a:pt x="0" y="135"/>
                  </a:lnTo>
                  <a:lnTo>
                    <a:pt x="54" y="917"/>
                  </a:lnTo>
                  <a:lnTo>
                    <a:pt x="54" y="944"/>
                  </a:lnTo>
                  <a:lnTo>
                    <a:pt x="81" y="944"/>
                  </a:lnTo>
                  <a:lnTo>
                    <a:pt x="1510" y="890"/>
                  </a:lnTo>
                  <a:lnTo>
                    <a:pt x="1537" y="863"/>
                  </a:lnTo>
                  <a:lnTo>
                    <a:pt x="1537" y="836"/>
                  </a:lnTo>
                  <a:lnTo>
                    <a:pt x="1483" y="54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873;p74">
              <a:extLst>
                <a:ext uri="{FF2B5EF4-FFF2-40B4-BE49-F238E27FC236}">
                  <a16:creationId xmlns:a16="http://schemas.microsoft.com/office/drawing/2014/main" id="{4C2640C4-FFD8-1A72-5FDA-FA4E5D1B5AFD}"/>
                </a:ext>
              </a:extLst>
            </p:cNvPr>
            <p:cNvSpPr/>
            <p:nvPr/>
          </p:nvSpPr>
          <p:spPr>
            <a:xfrm>
              <a:off x="7421705" y="2807679"/>
              <a:ext cx="28849" cy="17738"/>
            </a:xfrm>
            <a:custGeom>
              <a:avLst/>
              <a:gdLst/>
              <a:ahLst/>
              <a:cxnLst/>
              <a:rect l="l" t="t" r="r" b="b"/>
              <a:pathLst>
                <a:path w="1537" h="945" extrusionOk="0">
                  <a:moveTo>
                    <a:pt x="1456" y="1"/>
                  </a:moveTo>
                  <a:lnTo>
                    <a:pt x="54" y="82"/>
                  </a:lnTo>
                  <a:lnTo>
                    <a:pt x="27" y="82"/>
                  </a:lnTo>
                  <a:lnTo>
                    <a:pt x="0" y="135"/>
                  </a:lnTo>
                  <a:lnTo>
                    <a:pt x="54" y="917"/>
                  </a:lnTo>
                  <a:lnTo>
                    <a:pt x="54" y="944"/>
                  </a:lnTo>
                  <a:lnTo>
                    <a:pt x="81" y="944"/>
                  </a:lnTo>
                  <a:lnTo>
                    <a:pt x="1510" y="890"/>
                  </a:lnTo>
                  <a:lnTo>
                    <a:pt x="1537" y="863"/>
                  </a:lnTo>
                  <a:lnTo>
                    <a:pt x="1537" y="836"/>
                  </a:lnTo>
                  <a:lnTo>
                    <a:pt x="1483" y="55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874;p74">
              <a:extLst>
                <a:ext uri="{FF2B5EF4-FFF2-40B4-BE49-F238E27FC236}">
                  <a16:creationId xmlns:a16="http://schemas.microsoft.com/office/drawing/2014/main" id="{D9B46C58-0322-4BCF-61F8-1C17CEC2B8E1}"/>
                </a:ext>
              </a:extLst>
            </p:cNvPr>
            <p:cNvSpPr/>
            <p:nvPr/>
          </p:nvSpPr>
          <p:spPr>
            <a:xfrm>
              <a:off x="7424727" y="2871945"/>
              <a:ext cx="28868" cy="17719"/>
            </a:xfrm>
            <a:custGeom>
              <a:avLst/>
              <a:gdLst/>
              <a:ahLst/>
              <a:cxnLst/>
              <a:rect l="l" t="t" r="r" b="b"/>
              <a:pathLst>
                <a:path w="1538" h="944" extrusionOk="0">
                  <a:moveTo>
                    <a:pt x="1456" y="0"/>
                  </a:moveTo>
                  <a:lnTo>
                    <a:pt x="28" y="81"/>
                  </a:lnTo>
                  <a:lnTo>
                    <a:pt x="1" y="81"/>
                  </a:lnTo>
                  <a:lnTo>
                    <a:pt x="1" y="135"/>
                  </a:lnTo>
                  <a:lnTo>
                    <a:pt x="55" y="917"/>
                  </a:lnTo>
                  <a:lnTo>
                    <a:pt x="55" y="943"/>
                  </a:lnTo>
                  <a:lnTo>
                    <a:pt x="82" y="943"/>
                  </a:lnTo>
                  <a:lnTo>
                    <a:pt x="1483" y="890"/>
                  </a:lnTo>
                  <a:lnTo>
                    <a:pt x="1510" y="863"/>
                  </a:lnTo>
                  <a:lnTo>
                    <a:pt x="1537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875;p74">
              <a:extLst>
                <a:ext uri="{FF2B5EF4-FFF2-40B4-BE49-F238E27FC236}">
                  <a16:creationId xmlns:a16="http://schemas.microsoft.com/office/drawing/2014/main" id="{1F1F6563-F209-7C2B-1543-FD66052B7617}"/>
                </a:ext>
              </a:extLst>
            </p:cNvPr>
            <p:cNvSpPr/>
            <p:nvPr/>
          </p:nvSpPr>
          <p:spPr>
            <a:xfrm>
              <a:off x="7426248" y="2938220"/>
              <a:ext cx="28868" cy="17719"/>
            </a:xfrm>
            <a:custGeom>
              <a:avLst/>
              <a:gdLst/>
              <a:ahLst/>
              <a:cxnLst/>
              <a:rect l="l" t="t" r="r" b="b"/>
              <a:pathLst>
                <a:path w="1538" h="944" extrusionOk="0">
                  <a:moveTo>
                    <a:pt x="1456" y="0"/>
                  </a:moveTo>
                  <a:lnTo>
                    <a:pt x="55" y="81"/>
                  </a:lnTo>
                  <a:lnTo>
                    <a:pt x="28" y="81"/>
                  </a:lnTo>
                  <a:lnTo>
                    <a:pt x="1" y="108"/>
                  </a:lnTo>
                  <a:lnTo>
                    <a:pt x="55" y="917"/>
                  </a:lnTo>
                  <a:lnTo>
                    <a:pt x="55" y="944"/>
                  </a:lnTo>
                  <a:lnTo>
                    <a:pt x="82" y="944"/>
                  </a:lnTo>
                  <a:lnTo>
                    <a:pt x="1483" y="890"/>
                  </a:lnTo>
                  <a:lnTo>
                    <a:pt x="1510" y="863"/>
                  </a:lnTo>
                  <a:lnTo>
                    <a:pt x="1537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876;p74">
              <a:extLst>
                <a:ext uri="{FF2B5EF4-FFF2-40B4-BE49-F238E27FC236}">
                  <a16:creationId xmlns:a16="http://schemas.microsoft.com/office/drawing/2014/main" id="{73D49DFF-6B21-AE9B-9EC7-BEDA67D51AAE}"/>
                </a:ext>
              </a:extLst>
            </p:cNvPr>
            <p:cNvSpPr/>
            <p:nvPr/>
          </p:nvSpPr>
          <p:spPr>
            <a:xfrm>
              <a:off x="7429288" y="3002974"/>
              <a:ext cx="28849" cy="17719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1456" y="0"/>
                  </a:moveTo>
                  <a:lnTo>
                    <a:pt x="54" y="81"/>
                  </a:lnTo>
                  <a:lnTo>
                    <a:pt x="27" y="81"/>
                  </a:lnTo>
                  <a:lnTo>
                    <a:pt x="0" y="108"/>
                  </a:lnTo>
                  <a:lnTo>
                    <a:pt x="54" y="917"/>
                  </a:lnTo>
                  <a:lnTo>
                    <a:pt x="54" y="944"/>
                  </a:lnTo>
                  <a:lnTo>
                    <a:pt x="81" y="944"/>
                  </a:lnTo>
                  <a:lnTo>
                    <a:pt x="1483" y="863"/>
                  </a:lnTo>
                  <a:lnTo>
                    <a:pt x="1537" y="863"/>
                  </a:lnTo>
                  <a:lnTo>
                    <a:pt x="1537" y="836"/>
                  </a:lnTo>
                  <a:lnTo>
                    <a:pt x="1483" y="27"/>
                  </a:lnTo>
                  <a:lnTo>
                    <a:pt x="14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877;p74">
              <a:extLst>
                <a:ext uri="{FF2B5EF4-FFF2-40B4-BE49-F238E27FC236}">
                  <a16:creationId xmlns:a16="http://schemas.microsoft.com/office/drawing/2014/main" id="{A245EFB3-93E0-2454-C48E-F849A58BE80E}"/>
                </a:ext>
              </a:extLst>
            </p:cNvPr>
            <p:cNvSpPr/>
            <p:nvPr/>
          </p:nvSpPr>
          <p:spPr>
            <a:xfrm>
              <a:off x="7430809" y="3069249"/>
              <a:ext cx="28849" cy="17719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1456" y="1"/>
                  </a:moveTo>
                  <a:lnTo>
                    <a:pt x="54" y="81"/>
                  </a:lnTo>
                  <a:lnTo>
                    <a:pt x="27" y="81"/>
                  </a:lnTo>
                  <a:lnTo>
                    <a:pt x="0" y="108"/>
                  </a:lnTo>
                  <a:lnTo>
                    <a:pt x="54" y="890"/>
                  </a:lnTo>
                  <a:lnTo>
                    <a:pt x="54" y="917"/>
                  </a:lnTo>
                  <a:lnTo>
                    <a:pt x="81" y="944"/>
                  </a:lnTo>
                  <a:lnTo>
                    <a:pt x="1510" y="863"/>
                  </a:lnTo>
                  <a:lnTo>
                    <a:pt x="1537" y="863"/>
                  </a:lnTo>
                  <a:lnTo>
                    <a:pt x="1537" y="836"/>
                  </a:lnTo>
                  <a:lnTo>
                    <a:pt x="1483" y="28"/>
                  </a:lnTo>
                  <a:lnTo>
                    <a:pt x="1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878;p74">
              <a:extLst>
                <a:ext uri="{FF2B5EF4-FFF2-40B4-BE49-F238E27FC236}">
                  <a16:creationId xmlns:a16="http://schemas.microsoft.com/office/drawing/2014/main" id="{10D211FE-FDDB-8A1C-6490-59FFA32869B3}"/>
                </a:ext>
              </a:extLst>
            </p:cNvPr>
            <p:cNvSpPr/>
            <p:nvPr/>
          </p:nvSpPr>
          <p:spPr>
            <a:xfrm>
              <a:off x="7433342" y="3133496"/>
              <a:ext cx="28849" cy="17738"/>
            </a:xfrm>
            <a:custGeom>
              <a:avLst/>
              <a:gdLst/>
              <a:ahLst/>
              <a:cxnLst/>
              <a:rect l="l" t="t" r="r" b="b"/>
              <a:pathLst>
                <a:path w="1537" h="945" extrusionOk="0">
                  <a:moveTo>
                    <a:pt x="1456" y="1"/>
                  </a:moveTo>
                  <a:lnTo>
                    <a:pt x="27" y="82"/>
                  </a:lnTo>
                  <a:lnTo>
                    <a:pt x="0" y="82"/>
                  </a:lnTo>
                  <a:lnTo>
                    <a:pt x="0" y="109"/>
                  </a:lnTo>
                  <a:lnTo>
                    <a:pt x="54" y="917"/>
                  </a:lnTo>
                  <a:lnTo>
                    <a:pt x="54" y="944"/>
                  </a:lnTo>
                  <a:lnTo>
                    <a:pt x="81" y="944"/>
                  </a:lnTo>
                  <a:lnTo>
                    <a:pt x="1483" y="863"/>
                  </a:lnTo>
                  <a:lnTo>
                    <a:pt x="1510" y="863"/>
                  </a:lnTo>
                  <a:lnTo>
                    <a:pt x="1537" y="836"/>
                  </a:lnTo>
                  <a:lnTo>
                    <a:pt x="1483" y="28"/>
                  </a:lnTo>
                  <a:lnTo>
                    <a:pt x="1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879;p74">
              <a:extLst>
                <a:ext uri="{FF2B5EF4-FFF2-40B4-BE49-F238E27FC236}">
                  <a16:creationId xmlns:a16="http://schemas.microsoft.com/office/drawing/2014/main" id="{F18C4FFC-2364-0D68-E6F4-21538F567EF7}"/>
                </a:ext>
              </a:extLst>
            </p:cNvPr>
            <p:cNvSpPr/>
            <p:nvPr/>
          </p:nvSpPr>
          <p:spPr>
            <a:xfrm>
              <a:off x="7565385" y="2350834"/>
              <a:ext cx="28343" cy="16705"/>
            </a:xfrm>
            <a:custGeom>
              <a:avLst/>
              <a:gdLst/>
              <a:ahLst/>
              <a:cxnLst/>
              <a:rect l="l" t="t" r="r" b="b"/>
              <a:pathLst>
                <a:path w="1510" h="890" extrusionOk="0">
                  <a:moveTo>
                    <a:pt x="27" y="0"/>
                  </a:moveTo>
                  <a:lnTo>
                    <a:pt x="0" y="27"/>
                  </a:lnTo>
                  <a:lnTo>
                    <a:pt x="0" y="836"/>
                  </a:lnTo>
                  <a:lnTo>
                    <a:pt x="27" y="863"/>
                  </a:lnTo>
                  <a:lnTo>
                    <a:pt x="54" y="863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836"/>
                  </a:lnTo>
                  <a:lnTo>
                    <a:pt x="1510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880;p74">
              <a:extLst>
                <a:ext uri="{FF2B5EF4-FFF2-40B4-BE49-F238E27FC236}">
                  <a16:creationId xmlns:a16="http://schemas.microsoft.com/office/drawing/2014/main" id="{44B114FD-0B56-0B76-04EF-CFE7F9E394B8}"/>
                </a:ext>
              </a:extLst>
            </p:cNvPr>
            <p:cNvSpPr/>
            <p:nvPr/>
          </p:nvSpPr>
          <p:spPr>
            <a:xfrm>
              <a:off x="7566906" y="2417108"/>
              <a:ext cx="27836" cy="16705"/>
            </a:xfrm>
            <a:custGeom>
              <a:avLst/>
              <a:gdLst/>
              <a:ahLst/>
              <a:cxnLst/>
              <a:rect l="l" t="t" r="r" b="b"/>
              <a:pathLst>
                <a:path w="1483" h="890" extrusionOk="0">
                  <a:moveTo>
                    <a:pt x="0" y="0"/>
                  </a:moveTo>
                  <a:lnTo>
                    <a:pt x="0" y="27"/>
                  </a:lnTo>
                  <a:lnTo>
                    <a:pt x="0" y="836"/>
                  </a:lnTo>
                  <a:lnTo>
                    <a:pt x="0" y="863"/>
                  </a:lnTo>
                  <a:lnTo>
                    <a:pt x="27" y="863"/>
                  </a:lnTo>
                  <a:lnTo>
                    <a:pt x="1429" y="890"/>
                  </a:lnTo>
                  <a:lnTo>
                    <a:pt x="1456" y="863"/>
                  </a:lnTo>
                  <a:lnTo>
                    <a:pt x="1483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881;p74">
              <a:extLst>
                <a:ext uri="{FF2B5EF4-FFF2-40B4-BE49-F238E27FC236}">
                  <a16:creationId xmlns:a16="http://schemas.microsoft.com/office/drawing/2014/main" id="{5FEA638F-6420-0DA1-4289-B5FB65B762D2}"/>
                </a:ext>
              </a:extLst>
            </p:cNvPr>
            <p:cNvSpPr/>
            <p:nvPr/>
          </p:nvSpPr>
          <p:spPr>
            <a:xfrm>
              <a:off x="7568426" y="2480849"/>
              <a:ext cx="27836" cy="16217"/>
            </a:xfrm>
            <a:custGeom>
              <a:avLst/>
              <a:gdLst/>
              <a:ahLst/>
              <a:cxnLst/>
              <a:rect l="l" t="t" r="r" b="b"/>
              <a:pathLst>
                <a:path w="1483" h="864" extrusionOk="0">
                  <a:moveTo>
                    <a:pt x="0" y="1"/>
                  </a:moveTo>
                  <a:lnTo>
                    <a:pt x="0" y="28"/>
                  </a:lnTo>
                  <a:lnTo>
                    <a:pt x="0" y="809"/>
                  </a:lnTo>
                  <a:lnTo>
                    <a:pt x="0" y="836"/>
                  </a:lnTo>
                  <a:lnTo>
                    <a:pt x="27" y="863"/>
                  </a:lnTo>
                  <a:lnTo>
                    <a:pt x="1456" y="863"/>
                  </a:lnTo>
                  <a:lnTo>
                    <a:pt x="1483" y="836"/>
                  </a:lnTo>
                  <a:lnTo>
                    <a:pt x="1483" y="28"/>
                  </a:lnTo>
                  <a:lnTo>
                    <a:pt x="1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882;p74">
              <a:extLst>
                <a:ext uri="{FF2B5EF4-FFF2-40B4-BE49-F238E27FC236}">
                  <a16:creationId xmlns:a16="http://schemas.microsoft.com/office/drawing/2014/main" id="{47CC3797-895F-4732-9683-4D7EA3AA7320}"/>
                </a:ext>
              </a:extLst>
            </p:cNvPr>
            <p:cNvSpPr/>
            <p:nvPr/>
          </p:nvSpPr>
          <p:spPr>
            <a:xfrm>
              <a:off x="7571448" y="2546617"/>
              <a:ext cx="27855" cy="16724"/>
            </a:xfrm>
            <a:custGeom>
              <a:avLst/>
              <a:gdLst/>
              <a:ahLst/>
              <a:cxnLst/>
              <a:rect l="l" t="t" r="r" b="b"/>
              <a:pathLst>
                <a:path w="1484" h="891" extrusionOk="0">
                  <a:moveTo>
                    <a:pt x="28" y="1"/>
                  </a:moveTo>
                  <a:lnTo>
                    <a:pt x="1" y="28"/>
                  </a:lnTo>
                  <a:lnTo>
                    <a:pt x="1" y="55"/>
                  </a:lnTo>
                  <a:lnTo>
                    <a:pt x="1" y="836"/>
                  </a:lnTo>
                  <a:lnTo>
                    <a:pt x="1" y="863"/>
                  </a:lnTo>
                  <a:lnTo>
                    <a:pt x="28" y="890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55"/>
                  </a:lnTo>
                  <a:lnTo>
                    <a:pt x="1483" y="28"/>
                  </a:lnTo>
                  <a:lnTo>
                    <a:pt x="1456" y="28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883;p74">
              <a:extLst>
                <a:ext uri="{FF2B5EF4-FFF2-40B4-BE49-F238E27FC236}">
                  <a16:creationId xmlns:a16="http://schemas.microsoft.com/office/drawing/2014/main" id="{EC8359AC-7E5B-3EF6-D48A-FAE8C780F332}"/>
                </a:ext>
              </a:extLst>
            </p:cNvPr>
            <p:cNvSpPr/>
            <p:nvPr/>
          </p:nvSpPr>
          <p:spPr>
            <a:xfrm>
              <a:off x="7571955" y="2609869"/>
              <a:ext cx="28361" cy="16705"/>
            </a:xfrm>
            <a:custGeom>
              <a:avLst/>
              <a:gdLst/>
              <a:ahLst/>
              <a:cxnLst/>
              <a:rect l="l" t="t" r="r" b="b"/>
              <a:pathLst>
                <a:path w="1511" h="890" extrusionOk="0">
                  <a:moveTo>
                    <a:pt x="55" y="0"/>
                  </a:moveTo>
                  <a:lnTo>
                    <a:pt x="28" y="27"/>
                  </a:lnTo>
                  <a:lnTo>
                    <a:pt x="28" y="54"/>
                  </a:lnTo>
                  <a:lnTo>
                    <a:pt x="1" y="836"/>
                  </a:lnTo>
                  <a:lnTo>
                    <a:pt x="28" y="863"/>
                  </a:lnTo>
                  <a:lnTo>
                    <a:pt x="55" y="890"/>
                  </a:lnTo>
                  <a:lnTo>
                    <a:pt x="1483" y="890"/>
                  </a:lnTo>
                  <a:lnTo>
                    <a:pt x="1510" y="863"/>
                  </a:lnTo>
                  <a:lnTo>
                    <a:pt x="1510" y="54"/>
                  </a:lnTo>
                  <a:lnTo>
                    <a:pt x="1483" y="27"/>
                  </a:lnTo>
                  <a:lnTo>
                    <a:pt x="1456" y="27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884;p74">
              <a:extLst>
                <a:ext uri="{FF2B5EF4-FFF2-40B4-BE49-F238E27FC236}">
                  <a16:creationId xmlns:a16="http://schemas.microsoft.com/office/drawing/2014/main" id="{B2A65DEB-D7F3-1621-3E62-6BF941EDA255}"/>
                </a:ext>
              </a:extLst>
            </p:cNvPr>
            <p:cNvSpPr/>
            <p:nvPr/>
          </p:nvSpPr>
          <p:spPr>
            <a:xfrm>
              <a:off x="7573475" y="2676144"/>
              <a:ext cx="27855" cy="16705"/>
            </a:xfrm>
            <a:custGeom>
              <a:avLst/>
              <a:gdLst/>
              <a:ahLst/>
              <a:cxnLst/>
              <a:rect l="l" t="t" r="r" b="b"/>
              <a:pathLst>
                <a:path w="1484" h="890" extrusionOk="0">
                  <a:moveTo>
                    <a:pt x="55" y="0"/>
                  </a:moveTo>
                  <a:lnTo>
                    <a:pt x="28" y="27"/>
                  </a:lnTo>
                  <a:lnTo>
                    <a:pt x="1" y="54"/>
                  </a:lnTo>
                  <a:lnTo>
                    <a:pt x="1" y="836"/>
                  </a:lnTo>
                  <a:lnTo>
                    <a:pt x="1" y="863"/>
                  </a:lnTo>
                  <a:lnTo>
                    <a:pt x="28" y="890"/>
                  </a:lnTo>
                  <a:lnTo>
                    <a:pt x="1483" y="890"/>
                  </a:lnTo>
                  <a:lnTo>
                    <a:pt x="1483" y="863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27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885;p74">
              <a:extLst>
                <a:ext uri="{FF2B5EF4-FFF2-40B4-BE49-F238E27FC236}">
                  <a16:creationId xmlns:a16="http://schemas.microsoft.com/office/drawing/2014/main" id="{9D148965-6A6A-F53B-C3B7-FD8A0F368DB8}"/>
                </a:ext>
              </a:extLst>
            </p:cNvPr>
            <p:cNvSpPr/>
            <p:nvPr/>
          </p:nvSpPr>
          <p:spPr>
            <a:xfrm>
              <a:off x="7572968" y="2740898"/>
              <a:ext cx="28361" cy="16724"/>
            </a:xfrm>
            <a:custGeom>
              <a:avLst/>
              <a:gdLst/>
              <a:ahLst/>
              <a:cxnLst/>
              <a:rect l="l" t="t" r="r" b="b"/>
              <a:pathLst>
                <a:path w="1511" h="891" extrusionOk="0">
                  <a:moveTo>
                    <a:pt x="28" y="1"/>
                  </a:moveTo>
                  <a:lnTo>
                    <a:pt x="28" y="28"/>
                  </a:lnTo>
                  <a:lnTo>
                    <a:pt x="1" y="836"/>
                  </a:lnTo>
                  <a:lnTo>
                    <a:pt x="28" y="863"/>
                  </a:lnTo>
                  <a:lnTo>
                    <a:pt x="55" y="863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836"/>
                  </a:lnTo>
                  <a:lnTo>
                    <a:pt x="1510" y="55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886;p74">
              <a:extLst>
                <a:ext uri="{FF2B5EF4-FFF2-40B4-BE49-F238E27FC236}">
                  <a16:creationId xmlns:a16="http://schemas.microsoft.com/office/drawing/2014/main" id="{FDF799F5-9C61-A291-1656-6280594FA613}"/>
                </a:ext>
              </a:extLst>
            </p:cNvPr>
            <p:cNvSpPr/>
            <p:nvPr/>
          </p:nvSpPr>
          <p:spPr>
            <a:xfrm>
              <a:off x="7574489" y="2807172"/>
              <a:ext cx="27855" cy="16724"/>
            </a:xfrm>
            <a:custGeom>
              <a:avLst/>
              <a:gdLst/>
              <a:ahLst/>
              <a:cxnLst/>
              <a:rect l="l" t="t" r="r" b="b"/>
              <a:pathLst>
                <a:path w="1484" h="891" extrusionOk="0">
                  <a:moveTo>
                    <a:pt x="28" y="1"/>
                  </a:moveTo>
                  <a:lnTo>
                    <a:pt x="1" y="28"/>
                  </a:lnTo>
                  <a:lnTo>
                    <a:pt x="1" y="836"/>
                  </a:lnTo>
                  <a:lnTo>
                    <a:pt x="1" y="863"/>
                  </a:lnTo>
                  <a:lnTo>
                    <a:pt x="28" y="863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836"/>
                  </a:lnTo>
                  <a:lnTo>
                    <a:pt x="1483" y="55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887;p74">
              <a:extLst>
                <a:ext uri="{FF2B5EF4-FFF2-40B4-BE49-F238E27FC236}">
                  <a16:creationId xmlns:a16="http://schemas.microsoft.com/office/drawing/2014/main" id="{48731C52-1C43-8C87-E330-CF4604B61EFC}"/>
                </a:ext>
              </a:extLst>
            </p:cNvPr>
            <p:cNvSpPr/>
            <p:nvPr/>
          </p:nvSpPr>
          <p:spPr>
            <a:xfrm>
              <a:off x="7574489" y="2871439"/>
              <a:ext cx="27855" cy="16705"/>
            </a:xfrm>
            <a:custGeom>
              <a:avLst/>
              <a:gdLst/>
              <a:ahLst/>
              <a:cxnLst/>
              <a:rect l="l" t="t" r="r" b="b"/>
              <a:pathLst>
                <a:path w="1484" h="890" extrusionOk="0">
                  <a:moveTo>
                    <a:pt x="1" y="0"/>
                  </a:moveTo>
                  <a:lnTo>
                    <a:pt x="1" y="27"/>
                  </a:lnTo>
                  <a:lnTo>
                    <a:pt x="1" y="836"/>
                  </a:lnTo>
                  <a:lnTo>
                    <a:pt x="1" y="863"/>
                  </a:lnTo>
                  <a:lnTo>
                    <a:pt x="28" y="863"/>
                  </a:lnTo>
                  <a:lnTo>
                    <a:pt x="1429" y="890"/>
                  </a:lnTo>
                  <a:lnTo>
                    <a:pt x="1456" y="863"/>
                  </a:lnTo>
                  <a:lnTo>
                    <a:pt x="1483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2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888;p74">
              <a:extLst>
                <a:ext uri="{FF2B5EF4-FFF2-40B4-BE49-F238E27FC236}">
                  <a16:creationId xmlns:a16="http://schemas.microsoft.com/office/drawing/2014/main" id="{6760A671-B0D7-FBA4-8897-24DA7BBBE6EF}"/>
                </a:ext>
              </a:extLst>
            </p:cNvPr>
            <p:cNvSpPr/>
            <p:nvPr/>
          </p:nvSpPr>
          <p:spPr>
            <a:xfrm>
              <a:off x="7575502" y="2937713"/>
              <a:ext cx="28343" cy="16705"/>
            </a:xfrm>
            <a:custGeom>
              <a:avLst/>
              <a:gdLst/>
              <a:ahLst/>
              <a:cxnLst/>
              <a:rect l="l" t="t" r="r" b="b"/>
              <a:pathLst>
                <a:path w="1510" h="890" extrusionOk="0">
                  <a:moveTo>
                    <a:pt x="27" y="0"/>
                  </a:moveTo>
                  <a:lnTo>
                    <a:pt x="27" y="27"/>
                  </a:lnTo>
                  <a:lnTo>
                    <a:pt x="0" y="836"/>
                  </a:lnTo>
                  <a:lnTo>
                    <a:pt x="27" y="863"/>
                  </a:lnTo>
                  <a:lnTo>
                    <a:pt x="54" y="863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836"/>
                  </a:lnTo>
                  <a:lnTo>
                    <a:pt x="1510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889;p74">
              <a:extLst>
                <a:ext uri="{FF2B5EF4-FFF2-40B4-BE49-F238E27FC236}">
                  <a16:creationId xmlns:a16="http://schemas.microsoft.com/office/drawing/2014/main" id="{54CA1778-8EE3-B81B-D984-5255308773B2}"/>
                </a:ext>
              </a:extLst>
            </p:cNvPr>
            <p:cNvSpPr/>
            <p:nvPr/>
          </p:nvSpPr>
          <p:spPr>
            <a:xfrm>
              <a:off x="7575502" y="3002467"/>
              <a:ext cx="27836" cy="16705"/>
            </a:xfrm>
            <a:custGeom>
              <a:avLst/>
              <a:gdLst/>
              <a:ahLst/>
              <a:cxnLst/>
              <a:rect l="l" t="t" r="r" b="b"/>
              <a:pathLst>
                <a:path w="1483" h="890" extrusionOk="0">
                  <a:moveTo>
                    <a:pt x="0" y="0"/>
                  </a:moveTo>
                  <a:lnTo>
                    <a:pt x="0" y="27"/>
                  </a:lnTo>
                  <a:lnTo>
                    <a:pt x="0" y="836"/>
                  </a:lnTo>
                  <a:lnTo>
                    <a:pt x="0" y="863"/>
                  </a:lnTo>
                  <a:lnTo>
                    <a:pt x="27" y="863"/>
                  </a:lnTo>
                  <a:lnTo>
                    <a:pt x="1429" y="890"/>
                  </a:lnTo>
                  <a:lnTo>
                    <a:pt x="1456" y="863"/>
                  </a:lnTo>
                  <a:lnTo>
                    <a:pt x="1483" y="836"/>
                  </a:lnTo>
                  <a:lnTo>
                    <a:pt x="1483" y="54"/>
                  </a:lnTo>
                  <a:lnTo>
                    <a:pt x="1483" y="2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890;p74">
              <a:extLst>
                <a:ext uri="{FF2B5EF4-FFF2-40B4-BE49-F238E27FC236}">
                  <a16:creationId xmlns:a16="http://schemas.microsoft.com/office/drawing/2014/main" id="{7CF07F06-752A-8DCE-95B1-1DCF98CE48B8}"/>
                </a:ext>
              </a:extLst>
            </p:cNvPr>
            <p:cNvSpPr/>
            <p:nvPr/>
          </p:nvSpPr>
          <p:spPr>
            <a:xfrm>
              <a:off x="7576516" y="3068742"/>
              <a:ext cx="27836" cy="16724"/>
            </a:xfrm>
            <a:custGeom>
              <a:avLst/>
              <a:gdLst/>
              <a:ahLst/>
              <a:cxnLst/>
              <a:rect l="l" t="t" r="r" b="b"/>
              <a:pathLst>
                <a:path w="1483" h="891" extrusionOk="0">
                  <a:moveTo>
                    <a:pt x="27" y="1"/>
                  </a:moveTo>
                  <a:lnTo>
                    <a:pt x="0" y="28"/>
                  </a:lnTo>
                  <a:lnTo>
                    <a:pt x="0" y="836"/>
                  </a:lnTo>
                  <a:lnTo>
                    <a:pt x="27" y="863"/>
                  </a:lnTo>
                  <a:lnTo>
                    <a:pt x="54" y="863"/>
                  </a:lnTo>
                  <a:lnTo>
                    <a:pt x="1456" y="890"/>
                  </a:lnTo>
                  <a:lnTo>
                    <a:pt x="1483" y="863"/>
                  </a:lnTo>
                  <a:lnTo>
                    <a:pt x="1483" y="836"/>
                  </a:lnTo>
                  <a:lnTo>
                    <a:pt x="1483" y="55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891;p74">
              <a:extLst>
                <a:ext uri="{FF2B5EF4-FFF2-40B4-BE49-F238E27FC236}">
                  <a16:creationId xmlns:a16="http://schemas.microsoft.com/office/drawing/2014/main" id="{CBF6E92D-8182-015A-BAD5-D799B9D34090}"/>
                </a:ext>
              </a:extLst>
            </p:cNvPr>
            <p:cNvSpPr/>
            <p:nvPr/>
          </p:nvSpPr>
          <p:spPr>
            <a:xfrm>
              <a:off x="7577023" y="3132989"/>
              <a:ext cx="27836" cy="16724"/>
            </a:xfrm>
            <a:custGeom>
              <a:avLst/>
              <a:gdLst/>
              <a:ahLst/>
              <a:cxnLst/>
              <a:rect l="l" t="t" r="r" b="b"/>
              <a:pathLst>
                <a:path w="1483" h="891" extrusionOk="0">
                  <a:moveTo>
                    <a:pt x="27" y="1"/>
                  </a:moveTo>
                  <a:lnTo>
                    <a:pt x="0" y="28"/>
                  </a:lnTo>
                  <a:lnTo>
                    <a:pt x="0" y="837"/>
                  </a:lnTo>
                  <a:lnTo>
                    <a:pt x="0" y="863"/>
                  </a:lnTo>
                  <a:lnTo>
                    <a:pt x="27" y="863"/>
                  </a:lnTo>
                  <a:lnTo>
                    <a:pt x="1429" y="890"/>
                  </a:lnTo>
                  <a:lnTo>
                    <a:pt x="1483" y="863"/>
                  </a:lnTo>
                  <a:lnTo>
                    <a:pt x="1483" y="837"/>
                  </a:lnTo>
                  <a:lnTo>
                    <a:pt x="1483" y="55"/>
                  </a:lnTo>
                  <a:lnTo>
                    <a:pt x="1483" y="28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892;p74">
              <a:extLst>
                <a:ext uri="{FF2B5EF4-FFF2-40B4-BE49-F238E27FC236}">
                  <a16:creationId xmlns:a16="http://schemas.microsoft.com/office/drawing/2014/main" id="{9E5F88AB-228A-78E6-16FD-536BF018A6AB}"/>
                </a:ext>
              </a:extLst>
            </p:cNvPr>
            <p:cNvSpPr/>
            <p:nvPr/>
          </p:nvSpPr>
          <p:spPr>
            <a:xfrm>
              <a:off x="7515797" y="3356626"/>
              <a:ext cx="50116" cy="465984"/>
            </a:xfrm>
            <a:custGeom>
              <a:avLst/>
              <a:gdLst/>
              <a:ahLst/>
              <a:cxnLst/>
              <a:rect l="l" t="t" r="r" b="b"/>
              <a:pathLst>
                <a:path w="2670" h="24826" extrusionOk="0">
                  <a:moveTo>
                    <a:pt x="1052" y="0"/>
                  </a:moveTo>
                  <a:lnTo>
                    <a:pt x="890" y="27"/>
                  </a:lnTo>
                  <a:lnTo>
                    <a:pt x="729" y="108"/>
                  </a:lnTo>
                  <a:lnTo>
                    <a:pt x="621" y="216"/>
                  </a:lnTo>
                  <a:lnTo>
                    <a:pt x="594" y="270"/>
                  </a:lnTo>
                  <a:lnTo>
                    <a:pt x="567" y="351"/>
                  </a:lnTo>
                  <a:lnTo>
                    <a:pt x="55" y="2911"/>
                  </a:lnTo>
                  <a:lnTo>
                    <a:pt x="28" y="3531"/>
                  </a:lnTo>
                  <a:lnTo>
                    <a:pt x="1" y="4502"/>
                  </a:lnTo>
                  <a:lnTo>
                    <a:pt x="28" y="7224"/>
                  </a:lnTo>
                  <a:lnTo>
                    <a:pt x="82" y="10701"/>
                  </a:lnTo>
                  <a:lnTo>
                    <a:pt x="189" y="14475"/>
                  </a:lnTo>
                  <a:lnTo>
                    <a:pt x="378" y="21268"/>
                  </a:lnTo>
                  <a:lnTo>
                    <a:pt x="486" y="24260"/>
                  </a:lnTo>
                  <a:lnTo>
                    <a:pt x="486" y="24368"/>
                  </a:lnTo>
                  <a:lnTo>
                    <a:pt x="540" y="24475"/>
                  </a:lnTo>
                  <a:lnTo>
                    <a:pt x="621" y="24583"/>
                  </a:lnTo>
                  <a:lnTo>
                    <a:pt x="702" y="24664"/>
                  </a:lnTo>
                  <a:lnTo>
                    <a:pt x="836" y="24718"/>
                  </a:lnTo>
                  <a:lnTo>
                    <a:pt x="971" y="24772"/>
                  </a:lnTo>
                  <a:lnTo>
                    <a:pt x="1106" y="24799"/>
                  </a:lnTo>
                  <a:lnTo>
                    <a:pt x="1268" y="24826"/>
                  </a:lnTo>
                  <a:lnTo>
                    <a:pt x="1888" y="24826"/>
                  </a:lnTo>
                  <a:lnTo>
                    <a:pt x="2049" y="24799"/>
                  </a:lnTo>
                  <a:lnTo>
                    <a:pt x="2211" y="24772"/>
                  </a:lnTo>
                  <a:lnTo>
                    <a:pt x="2346" y="24718"/>
                  </a:lnTo>
                  <a:lnTo>
                    <a:pt x="2454" y="24637"/>
                  </a:lnTo>
                  <a:lnTo>
                    <a:pt x="2535" y="24556"/>
                  </a:lnTo>
                  <a:lnTo>
                    <a:pt x="2615" y="24449"/>
                  </a:lnTo>
                  <a:lnTo>
                    <a:pt x="2669" y="24368"/>
                  </a:lnTo>
                  <a:lnTo>
                    <a:pt x="2669" y="24233"/>
                  </a:lnTo>
                  <a:lnTo>
                    <a:pt x="2211" y="2911"/>
                  </a:lnTo>
                  <a:lnTo>
                    <a:pt x="1537" y="324"/>
                  </a:lnTo>
                  <a:lnTo>
                    <a:pt x="1510" y="243"/>
                  </a:lnTo>
                  <a:lnTo>
                    <a:pt x="1456" y="189"/>
                  </a:lnTo>
                  <a:lnTo>
                    <a:pt x="1349" y="81"/>
                  </a:lnTo>
                  <a:lnTo>
                    <a:pt x="1214" y="27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543;p39">
            <a:extLst>
              <a:ext uri="{FF2B5EF4-FFF2-40B4-BE49-F238E27FC236}">
                <a16:creationId xmlns:a16="http://schemas.microsoft.com/office/drawing/2014/main" id="{FE488A8D-5165-B675-C865-D33372F27DE1}"/>
              </a:ext>
            </a:extLst>
          </p:cNvPr>
          <p:cNvSpPr txBox="1">
            <a:spLocks/>
          </p:cNvSpPr>
          <p:nvPr/>
        </p:nvSpPr>
        <p:spPr>
          <a:xfrm>
            <a:off x="2222500" y="185665"/>
            <a:ext cx="4699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 sz="5000" b="0" i="1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nton"/>
              <a:buNone/>
              <a:defRPr sz="36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US" sz="3000" i="0" dirty="0">
                <a:solidFill>
                  <a:srgbClr val="4B94D8"/>
                </a:solidFill>
              </a:rPr>
              <a:t>Conclusion</a:t>
            </a:r>
            <a:endParaRPr lang="pl-PL" sz="3000" i="0" dirty="0">
              <a:solidFill>
                <a:srgbClr val="4B94D8"/>
              </a:solidFill>
            </a:endParaRPr>
          </a:p>
        </p:txBody>
      </p:sp>
      <p:sp>
        <p:nvSpPr>
          <p:cNvPr id="40" name="Google Shape;3546;p39">
            <a:extLst>
              <a:ext uri="{FF2B5EF4-FFF2-40B4-BE49-F238E27FC236}">
                <a16:creationId xmlns:a16="http://schemas.microsoft.com/office/drawing/2014/main" id="{94CD477B-3738-8B70-6A54-BA873E74596A}"/>
              </a:ext>
            </a:extLst>
          </p:cNvPr>
          <p:cNvSpPr txBox="1">
            <a:spLocks/>
          </p:cNvSpPr>
          <p:nvPr/>
        </p:nvSpPr>
        <p:spPr>
          <a:xfrm>
            <a:off x="1760220" y="728146"/>
            <a:ext cx="5623560" cy="30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Arial Rounded MT Bold" panose="020F0704030504030204" pitchFamily="34" charset="0"/>
              </a:rPr>
              <a:t>How It All Comes Together as a Business System</a:t>
            </a:r>
            <a:endParaRPr lang="en-IE" b="1" dirty="0">
              <a:latin typeface="Arial Rounded MT Bold" panose="020F0704030504030204" pitchFamily="34" charset="0"/>
            </a:endParaRPr>
          </a:p>
        </p:txBody>
      </p:sp>
      <p:sp>
        <p:nvSpPr>
          <p:cNvPr id="41" name="Google Shape;8036;p71">
            <a:extLst>
              <a:ext uri="{FF2B5EF4-FFF2-40B4-BE49-F238E27FC236}">
                <a16:creationId xmlns:a16="http://schemas.microsoft.com/office/drawing/2014/main" id="{CFB6C70C-9479-9B45-244B-C52B5E7E2A52}"/>
              </a:ext>
            </a:extLst>
          </p:cNvPr>
          <p:cNvSpPr/>
          <p:nvPr/>
        </p:nvSpPr>
        <p:spPr>
          <a:xfrm>
            <a:off x="4781340" y="2210613"/>
            <a:ext cx="218644" cy="218644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8036;p71">
            <a:extLst>
              <a:ext uri="{FF2B5EF4-FFF2-40B4-BE49-F238E27FC236}">
                <a16:creationId xmlns:a16="http://schemas.microsoft.com/office/drawing/2014/main" id="{656A851E-6E02-B997-5F70-0EA84EDE45C9}"/>
              </a:ext>
            </a:extLst>
          </p:cNvPr>
          <p:cNvSpPr/>
          <p:nvPr/>
        </p:nvSpPr>
        <p:spPr>
          <a:xfrm>
            <a:off x="4781340" y="1420880"/>
            <a:ext cx="218644" cy="218644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8028;p71">
            <a:extLst>
              <a:ext uri="{FF2B5EF4-FFF2-40B4-BE49-F238E27FC236}">
                <a16:creationId xmlns:a16="http://schemas.microsoft.com/office/drawing/2014/main" id="{8EBB4B12-1D38-476B-3931-29B4878D87F0}"/>
              </a:ext>
            </a:extLst>
          </p:cNvPr>
          <p:cNvSpPr txBox="1">
            <a:spLocks/>
          </p:cNvSpPr>
          <p:nvPr/>
        </p:nvSpPr>
        <p:spPr>
          <a:xfrm>
            <a:off x="5105235" y="1566413"/>
            <a:ext cx="4038765" cy="43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/>
            <a:r>
              <a:rPr lang="en-US" sz="1200" dirty="0">
                <a:latin typeface="Arial Rounded MT Bold" panose="020F0704030504030204" pitchFamily="34" charset="0"/>
              </a:rPr>
              <a:t>Through real-time operations &amp; crew scheduling</a:t>
            </a:r>
          </a:p>
        </p:txBody>
      </p:sp>
      <p:sp>
        <p:nvSpPr>
          <p:cNvPr id="52" name="Google Shape;8031;p71">
            <a:extLst>
              <a:ext uri="{FF2B5EF4-FFF2-40B4-BE49-F238E27FC236}">
                <a16:creationId xmlns:a16="http://schemas.microsoft.com/office/drawing/2014/main" id="{FADFA039-9BC5-FD46-412F-267E622D4C9C}"/>
              </a:ext>
            </a:extLst>
          </p:cNvPr>
          <p:cNvSpPr txBox="1">
            <a:spLocks/>
          </p:cNvSpPr>
          <p:nvPr/>
        </p:nvSpPr>
        <p:spPr>
          <a:xfrm>
            <a:off x="5105235" y="1313455"/>
            <a:ext cx="3149600" cy="433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2000" b="0" i="1" u="none" strike="noStrike" cap="none">
                <a:solidFill>
                  <a:schemeClr val="dk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pl-PL" sz="1600" b="1" i="0" dirty="0">
                <a:latin typeface="Arial Rounded MT Bold" panose="020F0704030504030204" pitchFamily="34" charset="0"/>
              </a:rPr>
              <a:t>Reduced delays</a:t>
            </a:r>
          </a:p>
        </p:txBody>
      </p:sp>
      <p:sp>
        <p:nvSpPr>
          <p:cNvPr id="53" name="Google Shape;8028;p71">
            <a:extLst>
              <a:ext uri="{FF2B5EF4-FFF2-40B4-BE49-F238E27FC236}">
                <a16:creationId xmlns:a16="http://schemas.microsoft.com/office/drawing/2014/main" id="{A0A3D3D9-D68C-31C8-461F-36C0E68B7F63}"/>
              </a:ext>
            </a:extLst>
          </p:cNvPr>
          <p:cNvSpPr txBox="1">
            <a:spLocks/>
          </p:cNvSpPr>
          <p:nvPr/>
        </p:nvSpPr>
        <p:spPr>
          <a:xfrm>
            <a:off x="1024984" y="2362213"/>
            <a:ext cx="5283186" cy="43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/>
            <a:r>
              <a:rPr lang="en-US" sz="1200" dirty="0">
                <a:latin typeface="Arial Rounded MT Bold" panose="020F0704030504030204" pitchFamily="34" charset="0"/>
              </a:rPr>
              <a:t>Via optimized load factor &amp; dynamic planning</a:t>
            </a:r>
          </a:p>
        </p:txBody>
      </p:sp>
      <p:sp>
        <p:nvSpPr>
          <p:cNvPr id="54" name="Google Shape;8031;p71">
            <a:extLst>
              <a:ext uri="{FF2B5EF4-FFF2-40B4-BE49-F238E27FC236}">
                <a16:creationId xmlns:a16="http://schemas.microsoft.com/office/drawing/2014/main" id="{3F735FB7-8F6E-3AA6-3A2E-2BF5572F94BF}"/>
              </a:ext>
            </a:extLst>
          </p:cNvPr>
          <p:cNvSpPr txBox="1">
            <a:spLocks/>
          </p:cNvSpPr>
          <p:nvPr/>
        </p:nvSpPr>
        <p:spPr>
          <a:xfrm>
            <a:off x="1024984" y="2103188"/>
            <a:ext cx="3149600" cy="433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2000" b="0" i="1" u="none" strike="noStrike" cap="none">
                <a:solidFill>
                  <a:schemeClr val="dk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pl-PL" sz="1600" b="1" i="0" dirty="0">
                <a:latin typeface="Arial Rounded MT Bold" panose="020F0704030504030204" pitchFamily="34" charset="0"/>
              </a:rPr>
              <a:t>Higher revenue</a:t>
            </a:r>
          </a:p>
        </p:txBody>
      </p:sp>
      <p:sp>
        <p:nvSpPr>
          <p:cNvPr id="55" name="Google Shape;8028;p71">
            <a:extLst>
              <a:ext uri="{FF2B5EF4-FFF2-40B4-BE49-F238E27FC236}">
                <a16:creationId xmlns:a16="http://schemas.microsoft.com/office/drawing/2014/main" id="{73F95928-F655-C705-2C44-09F5A54C7709}"/>
              </a:ext>
            </a:extLst>
          </p:cNvPr>
          <p:cNvSpPr txBox="1">
            <a:spLocks/>
          </p:cNvSpPr>
          <p:nvPr/>
        </p:nvSpPr>
        <p:spPr>
          <a:xfrm>
            <a:off x="5105235" y="2360660"/>
            <a:ext cx="4038765" cy="43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/>
            <a:r>
              <a:rPr lang="en-US" sz="1200" dirty="0">
                <a:latin typeface="Arial Rounded MT Bold" panose="020F0704030504030204" pitchFamily="34" charset="0"/>
              </a:rPr>
              <a:t>With fast booking, check-in, and consistent updates</a:t>
            </a:r>
          </a:p>
        </p:txBody>
      </p:sp>
      <p:sp>
        <p:nvSpPr>
          <p:cNvPr id="56" name="Google Shape;8031;p71">
            <a:extLst>
              <a:ext uri="{FF2B5EF4-FFF2-40B4-BE49-F238E27FC236}">
                <a16:creationId xmlns:a16="http://schemas.microsoft.com/office/drawing/2014/main" id="{F175614F-2516-584B-BB68-1D9BDD2F3CC5}"/>
              </a:ext>
            </a:extLst>
          </p:cNvPr>
          <p:cNvSpPr txBox="1">
            <a:spLocks/>
          </p:cNvSpPr>
          <p:nvPr/>
        </p:nvSpPr>
        <p:spPr>
          <a:xfrm>
            <a:off x="5105235" y="2103188"/>
            <a:ext cx="3149600" cy="433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2000" b="0" i="1" u="none" strike="noStrike" cap="none">
                <a:solidFill>
                  <a:schemeClr val="dk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pl-PL" sz="1600" b="1" i="0" dirty="0">
                <a:latin typeface="Arial Rounded MT Bold" panose="020F0704030504030204" pitchFamily="34" charset="0"/>
              </a:rPr>
              <a:t>Better customer experience</a:t>
            </a:r>
          </a:p>
        </p:txBody>
      </p:sp>
      <p:sp>
        <p:nvSpPr>
          <p:cNvPr id="57" name="Google Shape;8028;p71">
            <a:extLst>
              <a:ext uri="{FF2B5EF4-FFF2-40B4-BE49-F238E27FC236}">
                <a16:creationId xmlns:a16="http://schemas.microsoft.com/office/drawing/2014/main" id="{CDC5A649-66FB-3E5C-18CB-E6C1723078A0}"/>
              </a:ext>
            </a:extLst>
          </p:cNvPr>
          <p:cNvSpPr txBox="1">
            <a:spLocks/>
          </p:cNvSpPr>
          <p:nvPr/>
        </p:nvSpPr>
        <p:spPr>
          <a:xfrm>
            <a:off x="1024984" y="3149332"/>
            <a:ext cx="3543700" cy="43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/>
            <a:r>
              <a:rPr lang="en-US" sz="1200" dirty="0">
                <a:latin typeface="Arial Rounded MT Bold" panose="020F0704030504030204" pitchFamily="34" charset="0"/>
              </a:rPr>
              <a:t>Through microservices, cloud scalability, and automation</a:t>
            </a:r>
          </a:p>
        </p:txBody>
      </p:sp>
      <p:sp>
        <p:nvSpPr>
          <p:cNvPr id="58" name="Google Shape;8031;p71">
            <a:extLst>
              <a:ext uri="{FF2B5EF4-FFF2-40B4-BE49-F238E27FC236}">
                <a16:creationId xmlns:a16="http://schemas.microsoft.com/office/drawing/2014/main" id="{2D631F1A-3BB6-2650-B19B-3F68A544320E}"/>
              </a:ext>
            </a:extLst>
          </p:cNvPr>
          <p:cNvSpPr txBox="1">
            <a:spLocks/>
          </p:cNvSpPr>
          <p:nvPr/>
        </p:nvSpPr>
        <p:spPr>
          <a:xfrm>
            <a:off x="1024984" y="2901030"/>
            <a:ext cx="3149600" cy="433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2000" b="0" i="1" u="none" strike="noStrike" cap="none">
                <a:solidFill>
                  <a:schemeClr val="dk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pl-PL" sz="1600" b="1" i="0" dirty="0">
                <a:latin typeface="Arial Rounded MT Bold" panose="020F0704030504030204" pitchFamily="34" charset="0"/>
              </a:rPr>
              <a:t>Lower IT overhead</a:t>
            </a:r>
          </a:p>
        </p:txBody>
      </p:sp>
      <p:sp>
        <p:nvSpPr>
          <p:cNvPr id="59" name="Google Shape;8028;p71">
            <a:extLst>
              <a:ext uri="{FF2B5EF4-FFF2-40B4-BE49-F238E27FC236}">
                <a16:creationId xmlns:a16="http://schemas.microsoft.com/office/drawing/2014/main" id="{1A9063E8-7ED3-54F9-EEB1-2F5B88DE80B8}"/>
              </a:ext>
            </a:extLst>
          </p:cNvPr>
          <p:cNvSpPr txBox="1">
            <a:spLocks/>
          </p:cNvSpPr>
          <p:nvPr/>
        </p:nvSpPr>
        <p:spPr>
          <a:xfrm>
            <a:off x="1086320" y="3866952"/>
            <a:ext cx="6964728" cy="653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ctr"/>
            <a:r>
              <a:rPr lang="en-US" sz="1600" dirty="0">
                <a:solidFill>
                  <a:schemeClr val="bg2"/>
                </a:solidFill>
                <a:latin typeface="Arial Rounded MT Bold" panose="020F0704030504030204" pitchFamily="34" charset="0"/>
              </a:rPr>
              <a:t>This architecture is not just technology — it is the </a:t>
            </a:r>
            <a:r>
              <a:rPr lang="en-US" sz="16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backbone</a:t>
            </a:r>
            <a:r>
              <a:rPr lang="en-US" sz="1600" dirty="0">
                <a:solidFill>
                  <a:schemeClr val="bg2"/>
                </a:solidFill>
                <a:latin typeface="Arial Rounded MT Bold" panose="020F0704030504030204" pitchFamily="34" charset="0"/>
              </a:rPr>
              <a:t> of SkyLink’s future operational excellence and competitive advantage</a:t>
            </a:r>
          </a:p>
        </p:txBody>
      </p:sp>
      <p:sp>
        <p:nvSpPr>
          <p:cNvPr id="60" name="Google Shape;8036;p71">
            <a:extLst>
              <a:ext uri="{FF2B5EF4-FFF2-40B4-BE49-F238E27FC236}">
                <a16:creationId xmlns:a16="http://schemas.microsoft.com/office/drawing/2014/main" id="{EE81A099-9A4D-BAA1-6839-14D553486F34}"/>
              </a:ext>
            </a:extLst>
          </p:cNvPr>
          <p:cNvSpPr/>
          <p:nvPr/>
        </p:nvSpPr>
        <p:spPr>
          <a:xfrm>
            <a:off x="4781341" y="3006902"/>
            <a:ext cx="218644" cy="218644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8028;p71">
            <a:extLst>
              <a:ext uri="{FF2B5EF4-FFF2-40B4-BE49-F238E27FC236}">
                <a16:creationId xmlns:a16="http://schemas.microsoft.com/office/drawing/2014/main" id="{2F46AC82-A1FB-9C82-AC7E-077EAECC8D7E}"/>
              </a:ext>
            </a:extLst>
          </p:cNvPr>
          <p:cNvSpPr txBox="1">
            <a:spLocks/>
          </p:cNvSpPr>
          <p:nvPr/>
        </p:nvSpPr>
        <p:spPr>
          <a:xfrm>
            <a:off x="5105236" y="3149329"/>
            <a:ext cx="4038765" cy="43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 PLUS 1p"/>
              <a:buNone/>
              <a:defRPr sz="28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/>
            <a:r>
              <a:rPr lang="en-US" sz="1200" dirty="0">
                <a:latin typeface="Arial Rounded MT Bold" panose="020F0704030504030204" pitchFamily="34" charset="0"/>
              </a:rPr>
              <a:t> Unifying all data to uncover new revenue opportunities and optimize routes.</a:t>
            </a:r>
          </a:p>
        </p:txBody>
      </p:sp>
      <p:sp>
        <p:nvSpPr>
          <p:cNvPr id="62" name="Google Shape;8031;p71">
            <a:extLst>
              <a:ext uri="{FF2B5EF4-FFF2-40B4-BE49-F238E27FC236}">
                <a16:creationId xmlns:a16="http://schemas.microsoft.com/office/drawing/2014/main" id="{B92FCE24-DA46-AF6B-D0C6-4AF61D09A3E4}"/>
              </a:ext>
            </a:extLst>
          </p:cNvPr>
          <p:cNvSpPr txBox="1">
            <a:spLocks/>
          </p:cNvSpPr>
          <p:nvPr/>
        </p:nvSpPr>
        <p:spPr>
          <a:xfrm>
            <a:off x="5105235" y="2899477"/>
            <a:ext cx="3970185" cy="433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2000" b="0" i="1" u="none" strike="noStrike" cap="none">
                <a:solidFill>
                  <a:schemeClr val="dk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pl-PL" sz="1600" b="1" i="0" dirty="0">
                <a:latin typeface="Arial Rounded MT Bold" panose="020F0704030504030204" pitchFamily="34" charset="0"/>
              </a:rPr>
              <a:t>Data-Driven Strategic Advantage</a:t>
            </a:r>
          </a:p>
        </p:txBody>
      </p:sp>
      <p:grpSp>
        <p:nvGrpSpPr>
          <p:cNvPr id="63" name="Google Shape;8321;p72">
            <a:extLst>
              <a:ext uri="{FF2B5EF4-FFF2-40B4-BE49-F238E27FC236}">
                <a16:creationId xmlns:a16="http://schemas.microsoft.com/office/drawing/2014/main" id="{A91F83C9-AB39-F7E0-4093-F96AAE5A334D}"/>
              </a:ext>
            </a:extLst>
          </p:cNvPr>
          <p:cNvGrpSpPr/>
          <p:nvPr/>
        </p:nvGrpSpPr>
        <p:grpSpPr>
          <a:xfrm flipH="1">
            <a:off x="-4186672" y="3332970"/>
            <a:ext cx="3480245" cy="1373835"/>
            <a:chOff x="4112050" y="-2536483"/>
            <a:chExt cx="3480245" cy="1373835"/>
          </a:xfrm>
        </p:grpSpPr>
        <p:sp>
          <p:nvSpPr>
            <p:cNvPr id="8282" name="Google Shape;8322;p72">
              <a:extLst>
                <a:ext uri="{FF2B5EF4-FFF2-40B4-BE49-F238E27FC236}">
                  <a16:creationId xmlns:a16="http://schemas.microsoft.com/office/drawing/2014/main" id="{DD56C14E-86F3-26DF-9511-15C113DE70B6}"/>
                </a:ext>
              </a:extLst>
            </p:cNvPr>
            <p:cNvSpPr/>
            <p:nvPr/>
          </p:nvSpPr>
          <p:spPr>
            <a:xfrm>
              <a:off x="5347543" y="-1715908"/>
              <a:ext cx="272000" cy="55326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3" name="Google Shape;8323;p72">
              <a:extLst>
                <a:ext uri="{FF2B5EF4-FFF2-40B4-BE49-F238E27FC236}">
                  <a16:creationId xmlns:a16="http://schemas.microsoft.com/office/drawing/2014/main" id="{7ACCA8C8-C7F8-FBA3-3490-561F3D698C00}"/>
                </a:ext>
              </a:extLst>
            </p:cNvPr>
            <p:cNvSpPr/>
            <p:nvPr/>
          </p:nvSpPr>
          <p:spPr>
            <a:xfrm>
              <a:off x="5347543" y="-1715908"/>
              <a:ext cx="272000" cy="55326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4" name="Google Shape;8324;p72">
              <a:extLst>
                <a:ext uri="{FF2B5EF4-FFF2-40B4-BE49-F238E27FC236}">
                  <a16:creationId xmlns:a16="http://schemas.microsoft.com/office/drawing/2014/main" id="{0C64F527-F6E0-FBE5-B7F9-D86D2DE49479}"/>
                </a:ext>
              </a:extLst>
            </p:cNvPr>
            <p:cNvSpPr/>
            <p:nvPr/>
          </p:nvSpPr>
          <p:spPr>
            <a:xfrm>
              <a:off x="5952274" y="-2294607"/>
              <a:ext cx="752333" cy="316579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5" name="Google Shape;8325;p72">
              <a:extLst>
                <a:ext uri="{FF2B5EF4-FFF2-40B4-BE49-F238E27FC236}">
                  <a16:creationId xmlns:a16="http://schemas.microsoft.com/office/drawing/2014/main" id="{BAF07D91-C3EA-D9F9-9424-31C52CD5FF76}"/>
                </a:ext>
              </a:extLst>
            </p:cNvPr>
            <p:cNvSpPr/>
            <p:nvPr/>
          </p:nvSpPr>
          <p:spPr>
            <a:xfrm>
              <a:off x="5952274" y="-2294607"/>
              <a:ext cx="752333" cy="316579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6" name="Google Shape;8326;p72">
              <a:extLst>
                <a:ext uri="{FF2B5EF4-FFF2-40B4-BE49-F238E27FC236}">
                  <a16:creationId xmlns:a16="http://schemas.microsoft.com/office/drawing/2014/main" id="{81447652-29C0-0651-B947-E3073CB2CCD9}"/>
                </a:ext>
              </a:extLst>
            </p:cNvPr>
            <p:cNvSpPr/>
            <p:nvPr/>
          </p:nvSpPr>
          <p:spPr>
            <a:xfrm>
              <a:off x="5958062" y="-2441590"/>
              <a:ext cx="526636" cy="159743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7" name="Google Shape;8327;p72">
              <a:extLst>
                <a:ext uri="{FF2B5EF4-FFF2-40B4-BE49-F238E27FC236}">
                  <a16:creationId xmlns:a16="http://schemas.microsoft.com/office/drawing/2014/main" id="{3BFF27CD-6CD7-D1DB-6AC9-5B66BB5CC843}"/>
                </a:ext>
              </a:extLst>
            </p:cNvPr>
            <p:cNvSpPr/>
            <p:nvPr/>
          </p:nvSpPr>
          <p:spPr>
            <a:xfrm>
              <a:off x="5382835" y="-2302118"/>
              <a:ext cx="526636" cy="159743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8" name="Google Shape;8328;p72">
              <a:extLst>
                <a:ext uri="{FF2B5EF4-FFF2-40B4-BE49-F238E27FC236}">
                  <a16:creationId xmlns:a16="http://schemas.microsoft.com/office/drawing/2014/main" id="{993608BF-760F-1C66-B5CE-EC63D9AACEAE}"/>
                </a:ext>
              </a:extLst>
            </p:cNvPr>
            <p:cNvSpPr/>
            <p:nvPr/>
          </p:nvSpPr>
          <p:spPr>
            <a:xfrm>
              <a:off x="5958062" y="-2396445"/>
              <a:ext cx="526636" cy="114598"/>
            </a:xfrm>
            <a:custGeom>
              <a:avLst/>
              <a:gdLst/>
              <a:ahLst/>
              <a:cxnLst/>
              <a:rect l="l" t="t" r="r" b="b"/>
              <a:pathLst>
                <a:path w="19563" h="4257" extrusionOk="0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9" name="Google Shape;8329;p72">
              <a:extLst>
                <a:ext uri="{FF2B5EF4-FFF2-40B4-BE49-F238E27FC236}">
                  <a16:creationId xmlns:a16="http://schemas.microsoft.com/office/drawing/2014/main" id="{996EF440-F509-FF3D-C52D-264A58AE3CF8}"/>
                </a:ext>
              </a:extLst>
            </p:cNvPr>
            <p:cNvSpPr/>
            <p:nvPr/>
          </p:nvSpPr>
          <p:spPr>
            <a:xfrm>
              <a:off x="5385150" y="-2270298"/>
              <a:ext cx="524321" cy="105930"/>
            </a:xfrm>
            <a:custGeom>
              <a:avLst/>
              <a:gdLst/>
              <a:ahLst/>
              <a:cxnLst/>
              <a:rect l="l" t="t" r="r" b="b"/>
              <a:pathLst>
                <a:path w="19477" h="3935" extrusionOk="0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0" name="Google Shape;8330;p72">
              <a:extLst>
                <a:ext uri="{FF2B5EF4-FFF2-40B4-BE49-F238E27FC236}">
                  <a16:creationId xmlns:a16="http://schemas.microsoft.com/office/drawing/2014/main" id="{5F0972BC-AE0D-8187-6363-93D6D498971C}"/>
                </a:ext>
              </a:extLst>
            </p:cNvPr>
            <p:cNvSpPr/>
            <p:nvPr/>
          </p:nvSpPr>
          <p:spPr>
            <a:xfrm>
              <a:off x="4763648" y="-1801567"/>
              <a:ext cx="451987" cy="241338"/>
            </a:xfrm>
            <a:custGeom>
              <a:avLst/>
              <a:gdLst/>
              <a:ahLst/>
              <a:cxnLst/>
              <a:rect l="l" t="t" r="r" b="b"/>
              <a:pathLst>
                <a:path w="16790" h="8965" extrusionOk="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1" name="Google Shape;8331;p72">
              <a:extLst>
                <a:ext uri="{FF2B5EF4-FFF2-40B4-BE49-F238E27FC236}">
                  <a16:creationId xmlns:a16="http://schemas.microsoft.com/office/drawing/2014/main" id="{D0044E96-83B3-6575-E2E7-31A3E5B644D1}"/>
                </a:ext>
              </a:extLst>
            </p:cNvPr>
            <p:cNvSpPr/>
            <p:nvPr/>
          </p:nvSpPr>
          <p:spPr>
            <a:xfrm>
              <a:off x="4833667" y="-1546366"/>
              <a:ext cx="452552" cy="240772"/>
            </a:xfrm>
            <a:custGeom>
              <a:avLst/>
              <a:gdLst/>
              <a:ahLst/>
              <a:cxnLst/>
              <a:rect l="l" t="t" r="r" b="b"/>
              <a:pathLst>
                <a:path w="16811" h="8944" extrusionOk="0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2" name="Google Shape;8332;p72">
              <a:extLst>
                <a:ext uri="{FF2B5EF4-FFF2-40B4-BE49-F238E27FC236}">
                  <a16:creationId xmlns:a16="http://schemas.microsoft.com/office/drawing/2014/main" id="{980A3988-8012-E0FE-69F8-9ABF4C46E8AC}"/>
                </a:ext>
              </a:extLst>
            </p:cNvPr>
            <p:cNvSpPr/>
            <p:nvPr/>
          </p:nvSpPr>
          <p:spPr>
            <a:xfrm>
              <a:off x="4902529" y="-1794622"/>
              <a:ext cx="313107" cy="234392"/>
            </a:xfrm>
            <a:custGeom>
              <a:avLst/>
              <a:gdLst/>
              <a:ahLst/>
              <a:cxnLst/>
              <a:rect l="l" t="t" r="r" b="b"/>
              <a:pathLst>
                <a:path w="11631" h="8707" extrusionOk="0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3" name="Google Shape;8333;p72">
              <a:extLst>
                <a:ext uri="{FF2B5EF4-FFF2-40B4-BE49-F238E27FC236}">
                  <a16:creationId xmlns:a16="http://schemas.microsoft.com/office/drawing/2014/main" id="{4E4A4997-C572-2F48-57FD-C22EC1041FEA}"/>
                </a:ext>
              </a:extLst>
            </p:cNvPr>
            <p:cNvSpPr/>
            <p:nvPr/>
          </p:nvSpPr>
          <p:spPr>
            <a:xfrm>
              <a:off x="5020573" y="-1528410"/>
              <a:ext cx="265647" cy="222817"/>
            </a:xfrm>
            <a:custGeom>
              <a:avLst/>
              <a:gdLst/>
              <a:ahLst/>
              <a:cxnLst/>
              <a:rect l="l" t="t" r="r" b="b"/>
              <a:pathLst>
                <a:path w="9868" h="8277" extrusionOk="0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4" name="Google Shape;8334;p72">
              <a:extLst>
                <a:ext uri="{FF2B5EF4-FFF2-40B4-BE49-F238E27FC236}">
                  <a16:creationId xmlns:a16="http://schemas.microsoft.com/office/drawing/2014/main" id="{59A7675F-7F11-829B-B33A-9C3F6E57F70C}"/>
                </a:ext>
              </a:extLst>
            </p:cNvPr>
            <p:cNvSpPr/>
            <p:nvPr/>
          </p:nvSpPr>
          <p:spPr>
            <a:xfrm>
              <a:off x="6835358" y="-1828756"/>
              <a:ext cx="756937" cy="277222"/>
            </a:xfrm>
            <a:custGeom>
              <a:avLst/>
              <a:gdLst/>
              <a:ahLst/>
              <a:cxnLst/>
              <a:rect l="l" t="t" r="r" b="b"/>
              <a:pathLst>
                <a:path w="28118" h="10298" extrusionOk="0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5" name="Google Shape;8335;p72">
              <a:extLst>
                <a:ext uri="{FF2B5EF4-FFF2-40B4-BE49-F238E27FC236}">
                  <a16:creationId xmlns:a16="http://schemas.microsoft.com/office/drawing/2014/main" id="{358F027A-B8E4-8B38-7CD3-E08F9CDA584C}"/>
                </a:ext>
              </a:extLst>
            </p:cNvPr>
            <p:cNvSpPr/>
            <p:nvPr/>
          </p:nvSpPr>
          <p:spPr>
            <a:xfrm>
              <a:off x="6835358" y="-1828756"/>
              <a:ext cx="756937" cy="277222"/>
            </a:xfrm>
            <a:custGeom>
              <a:avLst/>
              <a:gdLst/>
              <a:ahLst/>
              <a:cxnLst/>
              <a:rect l="l" t="t" r="r" b="b"/>
              <a:pathLst>
                <a:path w="28118" h="10298" fill="none" extrusionOk="0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6" name="Google Shape;8336;p72">
              <a:extLst>
                <a:ext uri="{FF2B5EF4-FFF2-40B4-BE49-F238E27FC236}">
                  <a16:creationId xmlns:a16="http://schemas.microsoft.com/office/drawing/2014/main" id="{0901F2EF-8BA1-39B4-BE77-262FF03FA882}"/>
                </a:ext>
              </a:extLst>
            </p:cNvPr>
            <p:cNvSpPr/>
            <p:nvPr/>
          </p:nvSpPr>
          <p:spPr>
            <a:xfrm>
              <a:off x="4112050" y="-2490208"/>
              <a:ext cx="3054909" cy="1005220"/>
            </a:xfrm>
            <a:custGeom>
              <a:avLst/>
              <a:gdLst/>
              <a:ahLst/>
              <a:cxnLst/>
              <a:rect l="l" t="t" r="r" b="b"/>
              <a:pathLst>
                <a:path w="113481" h="37341" extrusionOk="0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7" name="Google Shape;8337;p72">
              <a:extLst>
                <a:ext uri="{FF2B5EF4-FFF2-40B4-BE49-F238E27FC236}">
                  <a16:creationId xmlns:a16="http://schemas.microsoft.com/office/drawing/2014/main" id="{A9F87786-8613-49D2-6BC7-4D375B96C0BE}"/>
                </a:ext>
              </a:extLst>
            </p:cNvPr>
            <p:cNvSpPr/>
            <p:nvPr/>
          </p:nvSpPr>
          <p:spPr>
            <a:xfrm>
              <a:off x="4112050" y="-2490208"/>
              <a:ext cx="3054909" cy="1005220"/>
            </a:xfrm>
            <a:custGeom>
              <a:avLst/>
              <a:gdLst/>
              <a:ahLst/>
              <a:cxnLst/>
              <a:rect l="l" t="t" r="r" b="b"/>
              <a:pathLst>
                <a:path w="113481" h="37341" fill="none" extrusionOk="0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8" name="Google Shape;8338;p72">
              <a:extLst>
                <a:ext uri="{FF2B5EF4-FFF2-40B4-BE49-F238E27FC236}">
                  <a16:creationId xmlns:a16="http://schemas.microsoft.com/office/drawing/2014/main" id="{A55881F8-40CB-1F37-75A3-5B13786A6B4D}"/>
                </a:ext>
              </a:extLst>
            </p:cNvPr>
            <p:cNvSpPr/>
            <p:nvPr/>
          </p:nvSpPr>
          <p:spPr>
            <a:xfrm>
              <a:off x="6440684" y="-2230376"/>
              <a:ext cx="899316" cy="600128"/>
            </a:xfrm>
            <a:custGeom>
              <a:avLst/>
              <a:gdLst/>
              <a:ahLst/>
              <a:cxnLst/>
              <a:rect l="l" t="t" r="r" b="b"/>
              <a:pathLst>
                <a:path w="33407" h="22293" extrusionOk="0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9" name="Google Shape;8339;p72">
              <a:extLst>
                <a:ext uri="{FF2B5EF4-FFF2-40B4-BE49-F238E27FC236}">
                  <a16:creationId xmlns:a16="http://schemas.microsoft.com/office/drawing/2014/main" id="{4E0C9B58-B30E-E132-B5D7-77A2F0678E96}"/>
                </a:ext>
              </a:extLst>
            </p:cNvPr>
            <p:cNvSpPr/>
            <p:nvPr/>
          </p:nvSpPr>
          <p:spPr>
            <a:xfrm>
              <a:off x="5422758" y="-2536483"/>
              <a:ext cx="1784150" cy="497105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0" name="Google Shape;8340;p72">
              <a:extLst>
                <a:ext uri="{FF2B5EF4-FFF2-40B4-BE49-F238E27FC236}">
                  <a16:creationId xmlns:a16="http://schemas.microsoft.com/office/drawing/2014/main" id="{0629BDBC-A0F3-E10C-47E8-74D61E5D61BA}"/>
                </a:ext>
              </a:extLst>
            </p:cNvPr>
            <p:cNvSpPr/>
            <p:nvPr/>
          </p:nvSpPr>
          <p:spPr>
            <a:xfrm>
              <a:off x="4200563" y="-2424819"/>
              <a:ext cx="54432" cy="64285"/>
            </a:xfrm>
            <a:custGeom>
              <a:avLst/>
              <a:gdLst/>
              <a:ahLst/>
              <a:cxnLst/>
              <a:rect l="l" t="t" r="r" b="b"/>
              <a:pathLst>
                <a:path w="2022" h="2388" extrusionOk="0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1" name="Google Shape;8341;p72">
              <a:extLst>
                <a:ext uri="{FF2B5EF4-FFF2-40B4-BE49-F238E27FC236}">
                  <a16:creationId xmlns:a16="http://schemas.microsoft.com/office/drawing/2014/main" id="{8B13D435-FB35-209A-2DB7-AFD073089B39}"/>
                </a:ext>
              </a:extLst>
            </p:cNvPr>
            <p:cNvSpPr/>
            <p:nvPr/>
          </p:nvSpPr>
          <p:spPr>
            <a:xfrm>
              <a:off x="4299521" y="-2320639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2" name="Google Shape;8342;p72">
              <a:extLst>
                <a:ext uri="{FF2B5EF4-FFF2-40B4-BE49-F238E27FC236}">
                  <a16:creationId xmlns:a16="http://schemas.microsoft.com/office/drawing/2014/main" id="{22E21A89-10BE-44F6-4A36-643C340DBF60}"/>
                </a:ext>
              </a:extLst>
            </p:cNvPr>
            <p:cNvSpPr/>
            <p:nvPr/>
          </p:nvSpPr>
          <p:spPr>
            <a:xfrm>
              <a:off x="4299521" y="-2320639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3" name="Google Shape;8343;p72">
              <a:extLst>
                <a:ext uri="{FF2B5EF4-FFF2-40B4-BE49-F238E27FC236}">
                  <a16:creationId xmlns:a16="http://schemas.microsoft.com/office/drawing/2014/main" id="{B76DF91B-DE1C-F5B5-3535-E68A2231C77B}"/>
                </a:ext>
              </a:extLst>
            </p:cNvPr>
            <p:cNvSpPr/>
            <p:nvPr/>
          </p:nvSpPr>
          <p:spPr>
            <a:xfrm>
              <a:off x="4378235" y="-2261630"/>
              <a:ext cx="24901" cy="29558"/>
            </a:xfrm>
            <a:custGeom>
              <a:avLst/>
              <a:gdLst/>
              <a:ahLst/>
              <a:cxnLst/>
              <a:rect l="l" t="t" r="r" b="b"/>
              <a:pathLst>
                <a:path w="925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4" name="Google Shape;8344;p72">
              <a:extLst>
                <a:ext uri="{FF2B5EF4-FFF2-40B4-BE49-F238E27FC236}">
                  <a16:creationId xmlns:a16="http://schemas.microsoft.com/office/drawing/2014/main" id="{E09691D3-290D-4C30-DA18-0DC4C05759FE}"/>
                </a:ext>
              </a:extLst>
            </p:cNvPr>
            <p:cNvSpPr/>
            <p:nvPr/>
          </p:nvSpPr>
          <p:spPr>
            <a:xfrm>
              <a:off x="4378235" y="-2261630"/>
              <a:ext cx="24901" cy="29558"/>
            </a:xfrm>
            <a:custGeom>
              <a:avLst/>
              <a:gdLst/>
              <a:ahLst/>
              <a:cxnLst/>
              <a:rect l="l" t="t" r="r" b="b"/>
              <a:pathLst>
                <a:path w="925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5" name="Google Shape;8345;p72">
              <a:extLst>
                <a:ext uri="{FF2B5EF4-FFF2-40B4-BE49-F238E27FC236}">
                  <a16:creationId xmlns:a16="http://schemas.microsoft.com/office/drawing/2014/main" id="{DC4D5AA0-3812-D33F-A3E0-FC10232F904D}"/>
                </a:ext>
              </a:extLst>
            </p:cNvPr>
            <p:cNvSpPr/>
            <p:nvPr/>
          </p:nvSpPr>
          <p:spPr>
            <a:xfrm>
              <a:off x="4408897" y="-225005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6" name="Google Shape;8346;p72">
              <a:extLst>
                <a:ext uri="{FF2B5EF4-FFF2-40B4-BE49-F238E27FC236}">
                  <a16:creationId xmlns:a16="http://schemas.microsoft.com/office/drawing/2014/main" id="{63FA1E84-4F0B-7639-01CD-591F8046885C}"/>
                </a:ext>
              </a:extLst>
            </p:cNvPr>
            <p:cNvSpPr/>
            <p:nvPr/>
          </p:nvSpPr>
          <p:spPr>
            <a:xfrm>
              <a:off x="4408897" y="-225005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7" name="Google Shape;8347;p72">
              <a:extLst>
                <a:ext uri="{FF2B5EF4-FFF2-40B4-BE49-F238E27FC236}">
                  <a16:creationId xmlns:a16="http://schemas.microsoft.com/office/drawing/2014/main" id="{B519EF74-0F76-8C2F-3D8E-F5F9086D4F87}"/>
                </a:ext>
              </a:extLst>
            </p:cNvPr>
            <p:cNvSpPr/>
            <p:nvPr/>
          </p:nvSpPr>
          <p:spPr>
            <a:xfrm>
              <a:off x="4439585" y="-223788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8" name="Google Shape;8348;p72">
              <a:extLst>
                <a:ext uri="{FF2B5EF4-FFF2-40B4-BE49-F238E27FC236}">
                  <a16:creationId xmlns:a16="http://schemas.microsoft.com/office/drawing/2014/main" id="{99608DEE-813B-D843-6D8B-43380F736FEE}"/>
                </a:ext>
              </a:extLst>
            </p:cNvPr>
            <p:cNvSpPr/>
            <p:nvPr/>
          </p:nvSpPr>
          <p:spPr>
            <a:xfrm>
              <a:off x="4439585" y="-223788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9" name="Google Shape;8349;p72">
              <a:extLst>
                <a:ext uri="{FF2B5EF4-FFF2-40B4-BE49-F238E27FC236}">
                  <a16:creationId xmlns:a16="http://schemas.microsoft.com/office/drawing/2014/main" id="{E70F2553-0289-A23C-640C-A16ADA809A31}"/>
                </a:ext>
              </a:extLst>
            </p:cNvPr>
            <p:cNvSpPr/>
            <p:nvPr/>
          </p:nvSpPr>
          <p:spPr>
            <a:xfrm>
              <a:off x="4470247" y="-2226311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0" name="Google Shape;8350;p72">
              <a:extLst>
                <a:ext uri="{FF2B5EF4-FFF2-40B4-BE49-F238E27FC236}">
                  <a16:creationId xmlns:a16="http://schemas.microsoft.com/office/drawing/2014/main" id="{F406A066-806D-BAA5-5F59-25C2973F8AB9}"/>
                </a:ext>
              </a:extLst>
            </p:cNvPr>
            <p:cNvSpPr/>
            <p:nvPr/>
          </p:nvSpPr>
          <p:spPr>
            <a:xfrm>
              <a:off x="4470247" y="-2226311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1" name="Google Shape;8351;p72">
              <a:extLst>
                <a:ext uri="{FF2B5EF4-FFF2-40B4-BE49-F238E27FC236}">
                  <a16:creationId xmlns:a16="http://schemas.microsoft.com/office/drawing/2014/main" id="{4F3EEB97-E45F-A2E0-86F5-F76DF755D182}"/>
                </a:ext>
              </a:extLst>
            </p:cNvPr>
            <p:cNvSpPr/>
            <p:nvPr/>
          </p:nvSpPr>
          <p:spPr>
            <a:xfrm>
              <a:off x="4500909" y="-221417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2" name="Google Shape;8352;p72">
              <a:extLst>
                <a:ext uri="{FF2B5EF4-FFF2-40B4-BE49-F238E27FC236}">
                  <a16:creationId xmlns:a16="http://schemas.microsoft.com/office/drawing/2014/main" id="{9A0BAC39-DF28-B394-A659-FEA81B0884E1}"/>
                </a:ext>
              </a:extLst>
            </p:cNvPr>
            <p:cNvSpPr/>
            <p:nvPr/>
          </p:nvSpPr>
          <p:spPr>
            <a:xfrm>
              <a:off x="4500909" y="-221417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3" name="Google Shape;8353;p72">
              <a:extLst>
                <a:ext uri="{FF2B5EF4-FFF2-40B4-BE49-F238E27FC236}">
                  <a16:creationId xmlns:a16="http://schemas.microsoft.com/office/drawing/2014/main" id="{9270E07D-AD02-357A-CF0D-303FF545BA83}"/>
                </a:ext>
              </a:extLst>
            </p:cNvPr>
            <p:cNvSpPr/>
            <p:nvPr/>
          </p:nvSpPr>
          <p:spPr>
            <a:xfrm>
              <a:off x="4531598" y="-2202594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4" name="Google Shape;8354;p72">
              <a:extLst>
                <a:ext uri="{FF2B5EF4-FFF2-40B4-BE49-F238E27FC236}">
                  <a16:creationId xmlns:a16="http://schemas.microsoft.com/office/drawing/2014/main" id="{D910CB4D-45FC-1378-8EA7-C5D84F0DB77E}"/>
                </a:ext>
              </a:extLst>
            </p:cNvPr>
            <p:cNvSpPr/>
            <p:nvPr/>
          </p:nvSpPr>
          <p:spPr>
            <a:xfrm>
              <a:off x="4531598" y="-2202594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5" name="Google Shape;8355;p72">
              <a:extLst>
                <a:ext uri="{FF2B5EF4-FFF2-40B4-BE49-F238E27FC236}">
                  <a16:creationId xmlns:a16="http://schemas.microsoft.com/office/drawing/2014/main" id="{F67DC359-C0EC-6236-BC0C-0D68A62FCD80}"/>
                </a:ext>
              </a:extLst>
            </p:cNvPr>
            <p:cNvSpPr/>
            <p:nvPr/>
          </p:nvSpPr>
          <p:spPr>
            <a:xfrm>
              <a:off x="4562260" y="-2190427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6" name="Google Shape;8356;p72">
              <a:extLst>
                <a:ext uri="{FF2B5EF4-FFF2-40B4-BE49-F238E27FC236}">
                  <a16:creationId xmlns:a16="http://schemas.microsoft.com/office/drawing/2014/main" id="{599C067C-C93C-B621-D5AD-F5911D725710}"/>
                </a:ext>
              </a:extLst>
            </p:cNvPr>
            <p:cNvSpPr/>
            <p:nvPr/>
          </p:nvSpPr>
          <p:spPr>
            <a:xfrm>
              <a:off x="4562260" y="-2190427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7" name="Google Shape;8357;p72">
              <a:extLst>
                <a:ext uri="{FF2B5EF4-FFF2-40B4-BE49-F238E27FC236}">
                  <a16:creationId xmlns:a16="http://schemas.microsoft.com/office/drawing/2014/main" id="{4AECA400-83BC-12B3-D5D8-73FA89AF0BEA}"/>
                </a:ext>
              </a:extLst>
            </p:cNvPr>
            <p:cNvSpPr/>
            <p:nvPr/>
          </p:nvSpPr>
          <p:spPr>
            <a:xfrm>
              <a:off x="4592922" y="-217887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8" name="Google Shape;8358;p72">
              <a:extLst>
                <a:ext uri="{FF2B5EF4-FFF2-40B4-BE49-F238E27FC236}">
                  <a16:creationId xmlns:a16="http://schemas.microsoft.com/office/drawing/2014/main" id="{DAB67DA5-A95F-A82F-C135-1C6BD3AD9D2A}"/>
                </a:ext>
              </a:extLst>
            </p:cNvPr>
            <p:cNvSpPr/>
            <p:nvPr/>
          </p:nvSpPr>
          <p:spPr>
            <a:xfrm>
              <a:off x="4592922" y="-217887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9" name="Google Shape;8359;p72">
              <a:extLst>
                <a:ext uri="{FF2B5EF4-FFF2-40B4-BE49-F238E27FC236}">
                  <a16:creationId xmlns:a16="http://schemas.microsoft.com/office/drawing/2014/main" id="{C2AD0D68-8FA3-1A1A-690A-DFB91DC6A699}"/>
                </a:ext>
              </a:extLst>
            </p:cNvPr>
            <p:cNvSpPr/>
            <p:nvPr/>
          </p:nvSpPr>
          <p:spPr>
            <a:xfrm>
              <a:off x="4623611" y="-2167302"/>
              <a:ext cx="24309" cy="29558"/>
            </a:xfrm>
            <a:custGeom>
              <a:avLst/>
              <a:gdLst/>
              <a:ahLst/>
              <a:cxnLst/>
              <a:rect l="l" t="t" r="r" b="b"/>
              <a:pathLst>
                <a:path w="903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0" name="Google Shape;8360;p72">
              <a:extLst>
                <a:ext uri="{FF2B5EF4-FFF2-40B4-BE49-F238E27FC236}">
                  <a16:creationId xmlns:a16="http://schemas.microsoft.com/office/drawing/2014/main" id="{8EA81684-2BFA-EC27-71E6-5F823AA9DD5D}"/>
                </a:ext>
              </a:extLst>
            </p:cNvPr>
            <p:cNvSpPr/>
            <p:nvPr/>
          </p:nvSpPr>
          <p:spPr>
            <a:xfrm>
              <a:off x="4623611" y="-2167302"/>
              <a:ext cx="24309" cy="29558"/>
            </a:xfrm>
            <a:custGeom>
              <a:avLst/>
              <a:gdLst/>
              <a:ahLst/>
              <a:cxnLst/>
              <a:rect l="l" t="t" r="r" b="b"/>
              <a:pathLst>
                <a:path w="903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1" name="Google Shape;8361;p72">
              <a:extLst>
                <a:ext uri="{FF2B5EF4-FFF2-40B4-BE49-F238E27FC236}">
                  <a16:creationId xmlns:a16="http://schemas.microsoft.com/office/drawing/2014/main" id="{84226B8B-766B-58BC-E9AB-C23BAFF891D9}"/>
                </a:ext>
              </a:extLst>
            </p:cNvPr>
            <p:cNvSpPr/>
            <p:nvPr/>
          </p:nvSpPr>
          <p:spPr>
            <a:xfrm>
              <a:off x="4653680" y="-2155134"/>
              <a:ext cx="24928" cy="28966"/>
            </a:xfrm>
            <a:custGeom>
              <a:avLst/>
              <a:gdLst/>
              <a:ahLst/>
              <a:cxnLst/>
              <a:rect l="l" t="t" r="r" b="b"/>
              <a:pathLst>
                <a:path w="926" h="1076" extrusionOk="0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2" name="Google Shape;8362;p72">
              <a:extLst>
                <a:ext uri="{FF2B5EF4-FFF2-40B4-BE49-F238E27FC236}">
                  <a16:creationId xmlns:a16="http://schemas.microsoft.com/office/drawing/2014/main" id="{5BE57BFA-8667-2E84-3CC8-A07E4BCFEAF3}"/>
                </a:ext>
              </a:extLst>
            </p:cNvPr>
            <p:cNvSpPr/>
            <p:nvPr/>
          </p:nvSpPr>
          <p:spPr>
            <a:xfrm>
              <a:off x="4653680" y="-2155134"/>
              <a:ext cx="24928" cy="28966"/>
            </a:xfrm>
            <a:custGeom>
              <a:avLst/>
              <a:gdLst/>
              <a:ahLst/>
              <a:cxnLst/>
              <a:rect l="l" t="t" r="r" b="b"/>
              <a:pathLst>
                <a:path w="926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3" name="Google Shape;8363;p72">
              <a:extLst>
                <a:ext uri="{FF2B5EF4-FFF2-40B4-BE49-F238E27FC236}">
                  <a16:creationId xmlns:a16="http://schemas.microsoft.com/office/drawing/2014/main" id="{F713F817-AB74-742F-555F-D67F0199645E}"/>
                </a:ext>
              </a:extLst>
            </p:cNvPr>
            <p:cNvSpPr/>
            <p:nvPr/>
          </p:nvSpPr>
          <p:spPr>
            <a:xfrm>
              <a:off x="4684369" y="-2143559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4" name="Google Shape;8364;p72">
              <a:extLst>
                <a:ext uri="{FF2B5EF4-FFF2-40B4-BE49-F238E27FC236}">
                  <a16:creationId xmlns:a16="http://schemas.microsoft.com/office/drawing/2014/main" id="{B127462D-B0DB-A1C1-5693-E48238D080AB}"/>
                </a:ext>
              </a:extLst>
            </p:cNvPr>
            <p:cNvSpPr/>
            <p:nvPr/>
          </p:nvSpPr>
          <p:spPr>
            <a:xfrm>
              <a:off x="4684369" y="-2143559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5" name="Google Shape;8365;p72">
              <a:extLst>
                <a:ext uri="{FF2B5EF4-FFF2-40B4-BE49-F238E27FC236}">
                  <a16:creationId xmlns:a16="http://schemas.microsoft.com/office/drawing/2014/main" id="{266A8BDE-7C9F-42FB-C6E8-EA0C0B415E90}"/>
                </a:ext>
              </a:extLst>
            </p:cNvPr>
            <p:cNvSpPr/>
            <p:nvPr/>
          </p:nvSpPr>
          <p:spPr>
            <a:xfrm>
              <a:off x="4715031" y="-2131418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6" name="Google Shape;8366;p72">
              <a:extLst>
                <a:ext uri="{FF2B5EF4-FFF2-40B4-BE49-F238E27FC236}">
                  <a16:creationId xmlns:a16="http://schemas.microsoft.com/office/drawing/2014/main" id="{D1505B31-5BFC-1FD1-BC3D-A27B6F2DB2C5}"/>
                </a:ext>
              </a:extLst>
            </p:cNvPr>
            <p:cNvSpPr/>
            <p:nvPr/>
          </p:nvSpPr>
          <p:spPr>
            <a:xfrm>
              <a:off x="4715031" y="-2131418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7" name="Google Shape;8367;p72">
              <a:extLst>
                <a:ext uri="{FF2B5EF4-FFF2-40B4-BE49-F238E27FC236}">
                  <a16:creationId xmlns:a16="http://schemas.microsoft.com/office/drawing/2014/main" id="{8606E927-1710-A236-36AC-24B28BD9155F}"/>
                </a:ext>
              </a:extLst>
            </p:cNvPr>
            <p:cNvSpPr/>
            <p:nvPr/>
          </p:nvSpPr>
          <p:spPr>
            <a:xfrm>
              <a:off x="4745693" y="-2119842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8" name="Google Shape;8368;p72">
              <a:extLst>
                <a:ext uri="{FF2B5EF4-FFF2-40B4-BE49-F238E27FC236}">
                  <a16:creationId xmlns:a16="http://schemas.microsoft.com/office/drawing/2014/main" id="{3E2CCF66-F062-66A9-8AC1-84E4CEE90348}"/>
                </a:ext>
              </a:extLst>
            </p:cNvPr>
            <p:cNvSpPr/>
            <p:nvPr/>
          </p:nvSpPr>
          <p:spPr>
            <a:xfrm>
              <a:off x="4745693" y="-2119842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9" name="Google Shape;8369;p72">
              <a:extLst>
                <a:ext uri="{FF2B5EF4-FFF2-40B4-BE49-F238E27FC236}">
                  <a16:creationId xmlns:a16="http://schemas.microsoft.com/office/drawing/2014/main" id="{D9D2F8DF-1F45-7301-9BC3-B282B0721A0C}"/>
                </a:ext>
              </a:extLst>
            </p:cNvPr>
            <p:cNvSpPr/>
            <p:nvPr/>
          </p:nvSpPr>
          <p:spPr>
            <a:xfrm>
              <a:off x="4881127" y="-2088588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0" name="Google Shape;8370;p72">
              <a:extLst>
                <a:ext uri="{FF2B5EF4-FFF2-40B4-BE49-F238E27FC236}">
                  <a16:creationId xmlns:a16="http://schemas.microsoft.com/office/drawing/2014/main" id="{18F5C493-2636-71F2-7E99-E8D99CFE3E8F}"/>
                </a:ext>
              </a:extLst>
            </p:cNvPr>
            <p:cNvSpPr/>
            <p:nvPr/>
          </p:nvSpPr>
          <p:spPr>
            <a:xfrm>
              <a:off x="4881127" y="-2088588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1" name="Google Shape;8371;p72">
              <a:extLst>
                <a:ext uri="{FF2B5EF4-FFF2-40B4-BE49-F238E27FC236}">
                  <a16:creationId xmlns:a16="http://schemas.microsoft.com/office/drawing/2014/main" id="{06E64546-FBB7-97FF-D532-C2FE5C7B0C9A}"/>
                </a:ext>
              </a:extLst>
            </p:cNvPr>
            <p:cNvSpPr/>
            <p:nvPr/>
          </p:nvSpPr>
          <p:spPr>
            <a:xfrm>
              <a:off x="4911789" y="-2077013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2" name="Google Shape;8372;p72">
              <a:extLst>
                <a:ext uri="{FF2B5EF4-FFF2-40B4-BE49-F238E27FC236}">
                  <a16:creationId xmlns:a16="http://schemas.microsoft.com/office/drawing/2014/main" id="{2EB39FA5-3D82-10BF-8E5F-5978F2912D7E}"/>
                </a:ext>
              </a:extLst>
            </p:cNvPr>
            <p:cNvSpPr/>
            <p:nvPr/>
          </p:nvSpPr>
          <p:spPr>
            <a:xfrm>
              <a:off x="4911789" y="-2077013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3" name="Google Shape;8373;p72">
              <a:extLst>
                <a:ext uri="{FF2B5EF4-FFF2-40B4-BE49-F238E27FC236}">
                  <a16:creationId xmlns:a16="http://schemas.microsoft.com/office/drawing/2014/main" id="{AF446E55-715F-C233-5183-7C7F5A68514A}"/>
                </a:ext>
              </a:extLst>
            </p:cNvPr>
            <p:cNvSpPr/>
            <p:nvPr/>
          </p:nvSpPr>
          <p:spPr>
            <a:xfrm>
              <a:off x="4942451" y="-206487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4" name="Google Shape;8374;p72">
              <a:extLst>
                <a:ext uri="{FF2B5EF4-FFF2-40B4-BE49-F238E27FC236}">
                  <a16:creationId xmlns:a16="http://schemas.microsoft.com/office/drawing/2014/main" id="{9EC66885-CB55-3663-5B73-B3E9EBE9560F}"/>
                </a:ext>
              </a:extLst>
            </p:cNvPr>
            <p:cNvSpPr/>
            <p:nvPr/>
          </p:nvSpPr>
          <p:spPr>
            <a:xfrm>
              <a:off x="4942451" y="-206487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5" name="Google Shape;8375;p72">
              <a:extLst>
                <a:ext uri="{FF2B5EF4-FFF2-40B4-BE49-F238E27FC236}">
                  <a16:creationId xmlns:a16="http://schemas.microsoft.com/office/drawing/2014/main" id="{1F67B48F-196D-4DC9-E514-4F988FA40465}"/>
                </a:ext>
              </a:extLst>
            </p:cNvPr>
            <p:cNvSpPr/>
            <p:nvPr/>
          </p:nvSpPr>
          <p:spPr>
            <a:xfrm>
              <a:off x="4973140" y="-205329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6" name="Google Shape;8376;p72">
              <a:extLst>
                <a:ext uri="{FF2B5EF4-FFF2-40B4-BE49-F238E27FC236}">
                  <a16:creationId xmlns:a16="http://schemas.microsoft.com/office/drawing/2014/main" id="{979E3A52-5816-E94A-17F7-6E04A8EEF7C9}"/>
                </a:ext>
              </a:extLst>
            </p:cNvPr>
            <p:cNvSpPr/>
            <p:nvPr/>
          </p:nvSpPr>
          <p:spPr>
            <a:xfrm>
              <a:off x="4973140" y="-205329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7" name="Google Shape;8377;p72">
              <a:extLst>
                <a:ext uri="{FF2B5EF4-FFF2-40B4-BE49-F238E27FC236}">
                  <a16:creationId xmlns:a16="http://schemas.microsoft.com/office/drawing/2014/main" id="{7DF618B9-DB5C-DFFC-8B2B-B6EBA80FDE76}"/>
                </a:ext>
              </a:extLst>
            </p:cNvPr>
            <p:cNvSpPr/>
            <p:nvPr/>
          </p:nvSpPr>
          <p:spPr>
            <a:xfrm>
              <a:off x="5003209" y="-2041720"/>
              <a:ext cx="24928" cy="29558"/>
            </a:xfrm>
            <a:custGeom>
              <a:avLst/>
              <a:gdLst/>
              <a:ahLst/>
              <a:cxnLst/>
              <a:rect l="l" t="t" r="r" b="b"/>
              <a:pathLst>
                <a:path w="926" h="1098" extrusionOk="0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8" name="Google Shape;8378;p72">
              <a:extLst>
                <a:ext uri="{FF2B5EF4-FFF2-40B4-BE49-F238E27FC236}">
                  <a16:creationId xmlns:a16="http://schemas.microsoft.com/office/drawing/2014/main" id="{F6FD526C-3DBC-A21A-F1FF-D3AD9DCE7F58}"/>
                </a:ext>
              </a:extLst>
            </p:cNvPr>
            <p:cNvSpPr/>
            <p:nvPr/>
          </p:nvSpPr>
          <p:spPr>
            <a:xfrm>
              <a:off x="5003209" y="-2041720"/>
              <a:ext cx="24928" cy="29558"/>
            </a:xfrm>
            <a:custGeom>
              <a:avLst/>
              <a:gdLst/>
              <a:ahLst/>
              <a:cxnLst/>
              <a:rect l="l" t="t" r="r" b="b"/>
              <a:pathLst>
                <a:path w="926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9" name="Google Shape;8379;p72">
              <a:extLst>
                <a:ext uri="{FF2B5EF4-FFF2-40B4-BE49-F238E27FC236}">
                  <a16:creationId xmlns:a16="http://schemas.microsoft.com/office/drawing/2014/main" id="{BCF65355-E97F-ABC4-4E5D-50163BA8B1C5}"/>
                </a:ext>
              </a:extLst>
            </p:cNvPr>
            <p:cNvSpPr/>
            <p:nvPr/>
          </p:nvSpPr>
          <p:spPr>
            <a:xfrm>
              <a:off x="5033898" y="-2029553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0" name="Google Shape;8380;p72">
              <a:extLst>
                <a:ext uri="{FF2B5EF4-FFF2-40B4-BE49-F238E27FC236}">
                  <a16:creationId xmlns:a16="http://schemas.microsoft.com/office/drawing/2014/main" id="{8EB684F9-24C2-F691-30E7-26FA17B4AF26}"/>
                </a:ext>
              </a:extLst>
            </p:cNvPr>
            <p:cNvSpPr/>
            <p:nvPr/>
          </p:nvSpPr>
          <p:spPr>
            <a:xfrm>
              <a:off x="5033898" y="-2029553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1" name="Google Shape;8381;p72">
              <a:extLst>
                <a:ext uri="{FF2B5EF4-FFF2-40B4-BE49-F238E27FC236}">
                  <a16:creationId xmlns:a16="http://schemas.microsoft.com/office/drawing/2014/main" id="{9C968033-FD3E-9D57-B90E-6A80B775A18D}"/>
                </a:ext>
              </a:extLst>
            </p:cNvPr>
            <p:cNvSpPr/>
            <p:nvPr/>
          </p:nvSpPr>
          <p:spPr>
            <a:xfrm>
              <a:off x="5064560" y="-2017977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2" name="Google Shape;8382;p72">
              <a:extLst>
                <a:ext uri="{FF2B5EF4-FFF2-40B4-BE49-F238E27FC236}">
                  <a16:creationId xmlns:a16="http://schemas.microsoft.com/office/drawing/2014/main" id="{87196D24-0633-79B5-57ED-DDE82B6552A9}"/>
                </a:ext>
              </a:extLst>
            </p:cNvPr>
            <p:cNvSpPr/>
            <p:nvPr/>
          </p:nvSpPr>
          <p:spPr>
            <a:xfrm>
              <a:off x="5064560" y="-2017977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3" name="Google Shape;8383;p72">
              <a:extLst>
                <a:ext uri="{FF2B5EF4-FFF2-40B4-BE49-F238E27FC236}">
                  <a16:creationId xmlns:a16="http://schemas.microsoft.com/office/drawing/2014/main" id="{23E19B3F-2471-93FE-FF2B-C3D2713A8C13}"/>
                </a:ext>
              </a:extLst>
            </p:cNvPr>
            <p:cNvSpPr/>
            <p:nvPr/>
          </p:nvSpPr>
          <p:spPr>
            <a:xfrm>
              <a:off x="5095222" y="-200583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4" name="Google Shape;8384;p72">
              <a:extLst>
                <a:ext uri="{FF2B5EF4-FFF2-40B4-BE49-F238E27FC236}">
                  <a16:creationId xmlns:a16="http://schemas.microsoft.com/office/drawing/2014/main" id="{C57EA9A3-0571-C531-4408-9C8D4E9C26BD}"/>
                </a:ext>
              </a:extLst>
            </p:cNvPr>
            <p:cNvSpPr/>
            <p:nvPr/>
          </p:nvSpPr>
          <p:spPr>
            <a:xfrm>
              <a:off x="5095222" y="-200583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5" name="Google Shape;8385;p72">
              <a:extLst>
                <a:ext uri="{FF2B5EF4-FFF2-40B4-BE49-F238E27FC236}">
                  <a16:creationId xmlns:a16="http://schemas.microsoft.com/office/drawing/2014/main" id="{9C594CA8-1C2B-516A-3855-86EB5A3FC73F}"/>
                </a:ext>
              </a:extLst>
            </p:cNvPr>
            <p:cNvSpPr/>
            <p:nvPr/>
          </p:nvSpPr>
          <p:spPr>
            <a:xfrm>
              <a:off x="5125911" y="-1994260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6" name="Google Shape;8386;p72">
              <a:extLst>
                <a:ext uri="{FF2B5EF4-FFF2-40B4-BE49-F238E27FC236}">
                  <a16:creationId xmlns:a16="http://schemas.microsoft.com/office/drawing/2014/main" id="{2AF17309-3408-A240-C036-1E47CDE3A7E8}"/>
                </a:ext>
              </a:extLst>
            </p:cNvPr>
            <p:cNvSpPr/>
            <p:nvPr/>
          </p:nvSpPr>
          <p:spPr>
            <a:xfrm>
              <a:off x="5125911" y="-1994260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0" name="Google Shape;8387;p72">
              <a:extLst>
                <a:ext uri="{FF2B5EF4-FFF2-40B4-BE49-F238E27FC236}">
                  <a16:creationId xmlns:a16="http://schemas.microsoft.com/office/drawing/2014/main" id="{3628991F-2EB6-7AC2-041F-582C397C4B55}"/>
                </a:ext>
              </a:extLst>
            </p:cNvPr>
            <p:cNvSpPr/>
            <p:nvPr/>
          </p:nvSpPr>
          <p:spPr>
            <a:xfrm>
              <a:off x="5156573" y="-198212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1" name="Google Shape;8388;p72">
              <a:extLst>
                <a:ext uri="{FF2B5EF4-FFF2-40B4-BE49-F238E27FC236}">
                  <a16:creationId xmlns:a16="http://schemas.microsoft.com/office/drawing/2014/main" id="{87FB18D9-2A0D-7603-1999-8AB0BD54CA44}"/>
                </a:ext>
              </a:extLst>
            </p:cNvPr>
            <p:cNvSpPr/>
            <p:nvPr/>
          </p:nvSpPr>
          <p:spPr>
            <a:xfrm>
              <a:off x="5156573" y="-198212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2" name="Google Shape;8389;p72">
              <a:extLst>
                <a:ext uri="{FF2B5EF4-FFF2-40B4-BE49-F238E27FC236}">
                  <a16:creationId xmlns:a16="http://schemas.microsoft.com/office/drawing/2014/main" id="{EC1E8F47-809C-1DB2-4070-9C522996CCCD}"/>
                </a:ext>
              </a:extLst>
            </p:cNvPr>
            <p:cNvSpPr/>
            <p:nvPr/>
          </p:nvSpPr>
          <p:spPr>
            <a:xfrm>
              <a:off x="5187235" y="-197054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3" name="Google Shape;8390;p72">
              <a:extLst>
                <a:ext uri="{FF2B5EF4-FFF2-40B4-BE49-F238E27FC236}">
                  <a16:creationId xmlns:a16="http://schemas.microsoft.com/office/drawing/2014/main" id="{5EE53497-30BE-08FA-8004-9D48051412B8}"/>
                </a:ext>
              </a:extLst>
            </p:cNvPr>
            <p:cNvSpPr/>
            <p:nvPr/>
          </p:nvSpPr>
          <p:spPr>
            <a:xfrm>
              <a:off x="5187235" y="-197054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4" name="Google Shape;8391;p72">
              <a:extLst>
                <a:ext uri="{FF2B5EF4-FFF2-40B4-BE49-F238E27FC236}">
                  <a16:creationId xmlns:a16="http://schemas.microsoft.com/office/drawing/2014/main" id="{2B8C1796-31D7-16A4-9F6E-DFD661460571}"/>
                </a:ext>
              </a:extLst>
            </p:cNvPr>
            <p:cNvSpPr/>
            <p:nvPr/>
          </p:nvSpPr>
          <p:spPr>
            <a:xfrm>
              <a:off x="5217923" y="-195896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5" name="Google Shape;8392;p72">
              <a:extLst>
                <a:ext uri="{FF2B5EF4-FFF2-40B4-BE49-F238E27FC236}">
                  <a16:creationId xmlns:a16="http://schemas.microsoft.com/office/drawing/2014/main" id="{ADBDBC31-3B61-4144-7200-2E6667D83390}"/>
                </a:ext>
              </a:extLst>
            </p:cNvPr>
            <p:cNvSpPr/>
            <p:nvPr/>
          </p:nvSpPr>
          <p:spPr>
            <a:xfrm>
              <a:off x="5217923" y="-195896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6" name="Google Shape;8393;p72">
              <a:extLst>
                <a:ext uri="{FF2B5EF4-FFF2-40B4-BE49-F238E27FC236}">
                  <a16:creationId xmlns:a16="http://schemas.microsoft.com/office/drawing/2014/main" id="{FCD969F6-FF6C-6F2D-9691-05EBCFA2D443}"/>
                </a:ext>
              </a:extLst>
            </p:cNvPr>
            <p:cNvSpPr/>
            <p:nvPr/>
          </p:nvSpPr>
          <p:spPr>
            <a:xfrm>
              <a:off x="5248585" y="-1946801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7" name="Google Shape;8394;p72">
              <a:extLst>
                <a:ext uri="{FF2B5EF4-FFF2-40B4-BE49-F238E27FC236}">
                  <a16:creationId xmlns:a16="http://schemas.microsoft.com/office/drawing/2014/main" id="{42F20BEB-4E94-9C4A-444B-9B3486E62A06}"/>
                </a:ext>
              </a:extLst>
            </p:cNvPr>
            <p:cNvSpPr/>
            <p:nvPr/>
          </p:nvSpPr>
          <p:spPr>
            <a:xfrm>
              <a:off x="5248585" y="-1946801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8" name="Google Shape;8395;p72">
              <a:extLst>
                <a:ext uri="{FF2B5EF4-FFF2-40B4-BE49-F238E27FC236}">
                  <a16:creationId xmlns:a16="http://schemas.microsoft.com/office/drawing/2014/main" id="{F6C13A61-8AE8-FC41-C69A-566B63881137}"/>
                </a:ext>
              </a:extLst>
            </p:cNvPr>
            <p:cNvSpPr/>
            <p:nvPr/>
          </p:nvSpPr>
          <p:spPr>
            <a:xfrm>
              <a:off x="5404264" y="-1894737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9" name="Google Shape;8396;p72">
              <a:extLst>
                <a:ext uri="{FF2B5EF4-FFF2-40B4-BE49-F238E27FC236}">
                  <a16:creationId xmlns:a16="http://schemas.microsoft.com/office/drawing/2014/main" id="{39AA15A4-94A7-4FF5-1325-3829FEF52D33}"/>
                </a:ext>
              </a:extLst>
            </p:cNvPr>
            <p:cNvSpPr/>
            <p:nvPr/>
          </p:nvSpPr>
          <p:spPr>
            <a:xfrm>
              <a:off x="5404264" y="-1894737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0" name="Google Shape;8397;p72">
              <a:extLst>
                <a:ext uri="{FF2B5EF4-FFF2-40B4-BE49-F238E27FC236}">
                  <a16:creationId xmlns:a16="http://schemas.microsoft.com/office/drawing/2014/main" id="{596762FC-744E-DA5D-CF3B-F2D3C3C7C1C5}"/>
                </a:ext>
              </a:extLst>
            </p:cNvPr>
            <p:cNvSpPr/>
            <p:nvPr/>
          </p:nvSpPr>
          <p:spPr>
            <a:xfrm>
              <a:off x="5434925" y="-1883162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1" name="Google Shape;8398;p72">
              <a:extLst>
                <a:ext uri="{FF2B5EF4-FFF2-40B4-BE49-F238E27FC236}">
                  <a16:creationId xmlns:a16="http://schemas.microsoft.com/office/drawing/2014/main" id="{C8DDF645-7D21-8EBB-F751-9E4519F1E98A}"/>
                </a:ext>
              </a:extLst>
            </p:cNvPr>
            <p:cNvSpPr/>
            <p:nvPr/>
          </p:nvSpPr>
          <p:spPr>
            <a:xfrm>
              <a:off x="5434925" y="-1883162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2" name="Google Shape;8399;p72">
              <a:extLst>
                <a:ext uri="{FF2B5EF4-FFF2-40B4-BE49-F238E27FC236}">
                  <a16:creationId xmlns:a16="http://schemas.microsoft.com/office/drawing/2014/main" id="{A78E16DB-57E4-4A83-2B69-BB29C6B8ADB2}"/>
                </a:ext>
              </a:extLst>
            </p:cNvPr>
            <p:cNvSpPr/>
            <p:nvPr/>
          </p:nvSpPr>
          <p:spPr>
            <a:xfrm>
              <a:off x="5465587" y="-1871586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3" name="Google Shape;8400;p72">
              <a:extLst>
                <a:ext uri="{FF2B5EF4-FFF2-40B4-BE49-F238E27FC236}">
                  <a16:creationId xmlns:a16="http://schemas.microsoft.com/office/drawing/2014/main" id="{D3CA8CC7-9047-FA4F-50FE-8A2421A1C59D}"/>
                </a:ext>
              </a:extLst>
            </p:cNvPr>
            <p:cNvSpPr/>
            <p:nvPr/>
          </p:nvSpPr>
          <p:spPr>
            <a:xfrm>
              <a:off x="5465587" y="-1871586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4" name="Google Shape;8401;p72">
              <a:extLst>
                <a:ext uri="{FF2B5EF4-FFF2-40B4-BE49-F238E27FC236}">
                  <a16:creationId xmlns:a16="http://schemas.microsoft.com/office/drawing/2014/main" id="{874AB591-9CD5-B81B-7596-11630FF894F9}"/>
                </a:ext>
              </a:extLst>
            </p:cNvPr>
            <p:cNvSpPr/>
            <p:nvPr/>
          </p:nvSpPr>
          <p:spPr>
            <a:xfrm>
              <a:off x="5496276" y="-1859418"/>
              <a:ext cx="24309" cy="28939"/>
            </a:xfrm>
            <a:custGeom>
              <a:avLst/>
              <a:gdLst/>
              <a:ahLst/>
              <a:cxnLst/>
              <a:rect l="l" t="t" r="r" b="b"/>
              <a:pathLst>
                <a:path w="903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5" name="Google Shape;8402;p72">
              <a:extLst>
                <a:ext uri="{FF2B5EF4-FFF2-40B4-BE49-F238E27FC236}">
                  <a16:creationId xmlns:a16="http://schemas.microsoft.com/office/drawing/2014/main" id="{2EDACEF4-9390-A6F0-9A2C-8F1A70DAA70C}"/>
                </a:ext>
              </a:extLst>
            </p:cNvPr>
            <p:cNvSpPr/>
            <p:nvPr/>
          </p:nvSpPr>
          <p:spPr>
            <a:xfrm>
              <a:off x="5496276" y="-1859418"/>
              <a:ext cx="24309" cy="28939"/>
            </a:xfrm>
            <a:custGeom>
              <a:avLst/>
              <a:gdLst/>
              <a:ahLst/>
              <a:cxnLst/>
              <a:rect l="l" t="t" r="r" b="b"/>
              <a:pathLst>
                <a:path w="903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6" name="Google Shape;8403;p72">
              <a:extLst>
                <a:ext uri="{FF2B5EF4-FFF2-40B4-BE49-F238E27FC236}">
                  <a16:creationId xmlns:a16="http://schemas.microsoft.com/office/drawing/2014/main" id="{29B7079C-73B2-C991-0175-AB3243A6ED81}"/>
                </a:ext>
              </a:extLst>
            </p:cNvPr>
            <p:cNvSpPr/>
            <p:nvPr/>
          </p:nvSpPr>
          <p:spPr>
            <a:xfrm>
              <a:off x="5526346" y="-1847843"/>
              <a:ext cx="24928" cy="29531"/>
            </a:xfrm>
            <a:custGeom>
              <a:avLst/>
              <a:gdLst/>
              <a:ahLst/>
              <a:cxnLst/>
              <a:rect l="l" t="t" r="r" b="b"/>
              <a:pathLst>
                <a:path w="926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7" name="Google Shape;8404;p72">
              <a:extLst>
                <a:ext uri="{FF2B5EF4-FFF2-40B4-BE49-F238E27FC236}">
                  <a16:creationId xmlns:a16="http://schemas.microsoft.com/office/drawing/2014/main" id="{D628224F-459C-760E-FC13-84A7BCD67F1A}"/>
                </a:ext>
              </a:extLst>
            </p:cNvPr>
            <p:cNvSpPr/>
            <p:nvPr/>
          </p:nvSpPr>
          <p:spPr>
            <a:xfrm>
              <a:off x="5526346" y="-1847843"/>
              <a:ext cx="24928" cy="29531"/>
            </a:xfrm>
            <a:custGeom>
              <a:avLst/>
              <a:gdLst/>
              <a:ahLst/>
              <a:cxnLst/>
              <a:rect l="l" t="t" r="r" b="b"/>
              <a:pathLst>
                <a:path w="926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8" name="Google Shape;8405;p72">
              <a:extLst>
                <a:ext uri="{FF2B5EF4-FFF2-40B4-BE49-F238E27FC236}">
                  <a16:creationId xmlns:a16="http://schemas.microsoft.com/office/drawing/2014/main" id="{2055544A-6C58-44C4-8C46-F6272F411D11}"/>
                </a:ext>
              </a:extLst>
            </p:cNvPr>
            <p:cNvSpPr/>
            <p:nvPr/>
          </p:nvSpPr>
          <p:spPr>
            <a:xfrm>
              <a:off x="5557035" y="-183570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9" name="Google Shape;8406;p72">
              <a:extLst>
                <a:ext uri="{FF2B5EF4-FFF2-40B4-BE49-F238E27FC236}">
                  <a16:creationId xmlns:a16="http://schemas.microsoft.com/office/drawing/2014/main" id="{3EAE61D2-F3B9-43CD-35D4-0882FE3C6634}"/>
                </a:ext>
              </a:extLst>
            </p:cNvPr>
            <p:cNvSpPr/>
            <p:nvPr/>
          </p:nvSpPr>
          <p:spPr>
            <a:xfrm>
              <a:off x="5557035" y="-183570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0" name="Google Shape;8407;p72">
              <a:extLst>
                <a:ext uri="{FF2B5EF4-FFF2-40B4-BE49-F238E27FC236}">
                  <a16:creationId xmlns:a16="http://schemas.microsoft.com/office/drawing/2014/main" id="{A5606A08-2C23-C04C-A09E-3A9110F3DE05}"/>
                </a:ext>
              </a:extLst>
            </p:cNvPr>
            <p:cNvSpPr/>
            <p:nvPr/>
          </p:nvSpPr>
          <p:spPr>
            <a:xfrm>
              <a:off x="5587696" y="-1824126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1" name="Google Shape;8408;p72">
              <a:extLst>
                <a:ext uri="{FF2B5EF4-FFF2-40B4-BE49-F238E27FC236}">
                  <a16:creationId xmlns:a16="http://schemas.microsoft.com/office/drawing/2014/main" id="{BEE94DF4-6B8F-DC96-86CD-9D914AA1DABC}"/>
                </a:ext>
              </a:extLst>
            </p:cNvPr>
            <p:cNvSpPr/>
            <p:nvPr/>
          </p:nvSpPr>
          <p:spPr>
            <a:xfrm>
              <a:off x="5587696" y="-1824126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2" name="Google Shape;8409;p72">
              <a:extLst>
                <a:ext uri="{FF2B5EF4-FFF2-40B4-BE49-F238E27FC236}">
                  <a16:creationId xmlns:a16="http://schemas.microsoft.com/office/drawing/2014/main" id="{4BA4A03C-A48D-E729-643C-CBB2E536F106}"/>
                </a:ext>
              </a:extLst>
            </p:cNvPr>
            <p:cNvSpPr/>
            <p:nvPr/>
          </p:nvSpPr>
          <p:spPr>
            <a:xfrm>
              <a:off x="5618358" y="-1811985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3" name="Google Shape;8410;p72">
              <a:extLst>
                <a:ext uri="{FF2B5EF4-FFF2-40B4-BE49-F238E27FC236}">
                  <a16:creationId xmlns:a16="http://schemas.microsoft.com/office/drawing/2014/main" id="{6C577F0E-AAC5-D776-913F-897A194901B3}"/>
                </a:ext>
              </a:extLst>
            </p:cNvPr>
            <p:cNvSpPr/>
            <p:nvPr/>
          </p:nvSpPr>
          <p:spPr>
            <a:xfrm>
              <a:off x="5618358" y="-1811985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4" name="Google Shape;8411;p72">
              <a:extLst>
                <a:ext uri="{FF2B5EF4-FFF2-40B4-BE49-F238E27FC236}">
                  <a16:creationId xmlns:a16="http://schemas.microsoft.com/office/drawing/2014/main" id="{EC185CFD-849F-76F3-9281-6C52F2308667}"/>
                </a:ext>
              </a:extLst>
            </p:cNvPr>
            <p:cNvSpPr/>
            <p:nvPr/>
          </p:nvSpPr>
          <p:spPr>
            <a:xfrm>
              <a:off x="5649047" y="-1800410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5" name="Google Shape;8412;p72">
              <a:extLst>
                <a:ext uri="{FF2B5EF4-FFF2-40B4-BE49-F238E27FC236}">
                  <a16:creationId xmlns:a16="http://schemas.microsoft.com/office/drawing/2014/main" id="{96074960-D388-D1A3-23C8-BC9FC655181D}"/>
                </a:ext>
              </a:extLst>
            </p:cNvPr>
            <p:cNvSpPr/>
            <p:nvPr/>
          </p:nvSpPr>
          <p:spPr>
            <a:xfrm>
              <a:off x="5649047" y="-1800410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6" name="Google Shape;8413;p72">
              <a:extLst>
                <a:ext uri="{FF2B5EF4-FFF2-40B4-BE49-F238E27FC236}">
                  <a16:creationId xmlns:a16="http://schemas.microsoft.com/office/drawing/2014/main" id="{277793D6-657E-3524-9441-A2E9F9F05ABF}"/>
                </a:ext>
              </a:extLst>
            </p:cNvPr>
            <p:cNvSpPr/>
            <p:nvPr/>
          </p:nvSpPr>
          <p:spPr>
            <a:xfrm>
              <a:off x="5679709" y="-178883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7" name="Google Shape;8414;p72">
              <a:extLst>
                <a:ext uri="{FF2B5EF4-FFF2-40B4-BE49-F238E27FC236}">
                  <a16:creationId xmlns:a16="http://schemas.microsoft.com/office/drawing/2014/main" id="{EDEB3818-B4D6-B780-64F5-70A096202D74}"/>
                </a:ext>
              </a:extLst>
            </p:cNvPr>
            <p:cNvSpPr/>
            <p:nvPr/>
          </p:nvSpPr>
          <p:spPr>
            <a:xfrm>
              <a:off x="5679709" y="-178883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8" name="Google Shape;8415;p72">
              <a:extLst>
                <a:ext uri="{FF2B5EF4-FFF2-40B4-BE49-F238E27FC236}">
                  <a16:creationId xmlns:a16="http://schemas.microsoft.com/office/drawing/2014/main" id="{506020B9-7493-8AE0-3A60-417E62AB9196}"/>
                </a:ext>
              </a:extLst>
            </p:cNvPr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9" name="Google Shape;8416;p72">
              <a:extLst>
                <a:ext uri="{FF2B5EF4-FFF2-40B4-BE49-F238E27FC236}">
                  <a16:creationId xmlns:a16="http://schemas.microsoft.com/office/drawing/2014/main" id="{9373C08C-C5B5-7920-2921-417DE60A83DF}"/>
                </a:ext>
              </a:extLst>
            </p:cNvPr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0" name="Google Shape;8417;p72">
              <a:extLst>
                <a:ext uri="{FF2B5EF4-FFF2-40B4-BE49-F238E27FC236}">
                  <a16:creationId xmlns:a16="http://schemas.microsoft.com/office/drawing/2014/main" id="{84B3D305-1AFB-9BF4-BCC9-B38787D9D319}"/>
                </a:ext>
              </a:extLst>
            </p:cNvPr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1" name="Google Shape;8418;p72">
              <a:extLst>
                <a:ext uri="{FF2B5EF4-FFF2-40B4-BE49-F238E27FC236}">
                  <a16:creationId xmlns:a16="http://schemas.microsoft.com/office/drawing/2014/main" id="{F10BFCAB-E4AC-FD4D-65C7-D700DF093CBA}"/>
                </a:ext>
              </a:extLst>
            </p:cNvPr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2" name="Google Shape;8419;p72">
              <a:extLst>
                <a:ext uri="{FF2B5EF4-FFF2-40B4-BE49-F238E27FC236}">
                  <a16:creationId xmlns:a16="http://schemas.microsoft.com/office/drawing/2014/main" id="{7BB5C617-B18F-F8EC-D7FA-2054B4275974}"/>
                </a:ext>
              </a:extLst>
            </p:cNvPr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3" name="Google Shape;8420;p72">
              <a:extLst>
                <a:ext uri="{FF2B5EF4-FFF2-40B4-BE49-F238E27FC236}">
                  <a16:creationId xmlns:a16="http://schemas.microsoft.com/office/drawing/2014/main" id="{5A05429F-2A19-D873-F25E-59976F4B56A2}"/>
                </a:ext>
              </a:extLst>
            </p:cNvPr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4" name="Google Shape;8421;p72">
              <a:extLst>
                <a:ext uri="{FF2B5EF4-FFF2-40B4-BE49-F238E27FC236}">
                  <a16:creationId xmlns:a16="http://schemas.microsoft.com/office/drawing/2014/main" id="{812F0391-709F-987E-BF52-9C9931E27087}"/>
                </a:ext>
              </a:extLst>
            </p:cNvPr>
            <p:cNvSpPr/>
            <p:nvPr/>
          </p:nvSpPr>
          <p:spPr>
            <a:xfrm>
              <a:off x="4810516" y="-2192176"/>
              <a:ext cx="54998" cy="100142"/>
            </a:xfrm>
            <a:custGeom>
              <a:avLst/>
              <a:gdLst/>
              <a:ahLst/>
              <a:cxnLst/>
              <a:rect l="l" t="t" r="r" b="b"/>
              <a:pathLst>
                <a:path w="2043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5" name="Google Shape;8422;p72">
              <a:extLst>
                <a:ext uri="{FF2B5EF4-FFF2-40B4-BE49-F238E27FC236}">
                  <a16:creationId xmlns:a16="http://schemas.microsoft.com/office/drawing/2014/main" id="{15EB88F8-04EB-CB92-AC4F-DDFED12311DD}"/>
                </a:ext>
              </a:extLst>
            </p:cNvPr>
            <p:cNvSpPr/>
            <p:nvPr/>
          </p:nvSpPr>
          <p:spPr>
            <a:xfrm>
              <a:off x="5319762" y="-2002956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6" name="Google Shape;8423;p72">
              <a:extLst>
                <a:ext uri="{FF2B5EF4-FFF2-40B4-BE49-F238E27FC236}">
                  <a16:creationId xmlns:a16="http://schemas.microsoft.com/office/drawing/2014/main" id="{900F4A2F-FE56-F41D-26C3-BFA34E7EAA51}"/>
                </a:ext>
              </a:extLst>
            </p:cNvPr>
            <p:cNvSpPr/>
            <p:nvPr/>
          </p:nvSpPr>
          <p:spPr>
            <a:xfrm>
              <a:off x="5319762" y="-2002956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7" name="Google Shape;8424;p72">
              <a:extLst>
                <a:ext uri="{FF2B5EF4-FFF2-40B4-BE49-F238E27FC236}">
                  <a16:creationId xmlns:a16="http://schemas.microsoft.com/office/drawing/2014/main" id="{69C13138-8138-E4B8-4B80-64E292014F53}"/>
                </a:ext>
              </a:extLst>
            </p:cNvPr>
            <p:cNvSpPr/>
            <p:nvPr/>
          </p:nvSpPr>
          <p:spPr>
            <a:xfrm>
              <a:off x="6201123" y="-2203752"/>
              <a:ext cx="1138878" cy="693298"/>
            </a:xfrm>
            <a:custGeom>
              <a:avLst/>
              <a:gdLst/>
              <a:ahLst/>
              <a:cxnLst/>
              <a:rect l="l" t="t" r="r" b="b"/>
              <a:pathLst>
                <a:path w="42306" h="25754" fill="none" extrusionOk="0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8" name="Google Shape;8425;p72">
              <a:extLst>
                <a:ext uri="{FF2B5EF4-FFF2-40B4-BE49-F238E27FC236}">
                  <a16:creationId xmlns:a16="http://schemas.microsoft.com/office/drawing/2014/main" id="{81C7E1AF-CE62-F75B-CCC6-7249006334E0}"/>
                </a:ext>
              </a:extLst>
            </p:cNvPr>
            <p:cNvSpPr/>
            <p:nvPr/>
          </p:nvSpPr>
          <p:spPr>
            <a:xfrm>
              <a:off x="4112615" y="-2335122"/>
              <a:ext cx="592" cy="4092"/>
            </a:xfrm>
            <a:custGeom>
              <a:avLst/>
              <a:gdLst/>
              <a:ahLst/>
              <a:cxnLst/>
              <a:rect l="l" t="t" r="r" b="b"/>
              <a:pathLst>
                <a:path w="22" h="152" extrusionOk="0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9" name="Google Shape;8426;p72">
              <a:extLst>
                <a:ext uri="{FF2B5EF4-FFF2-40B4-BE49-F238E27FC236}">
                  <a16:creationId xmlns:a16="http://schemas.microsoft.com/office/drawing/2014/main" id="{59FF1619-238A-AAA3-20C5-654917F3D6DC}"/>
                </a:ext>
              </a:extLst>
            </p:cNvPr>
            <p:cNvSpPr/>
            <p:nvPr/>
          </p:nvSpPr>
          <p:spPr>
            <a:xfrm>
              <a:off x="4112615" y="-2331057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0" name="Google Shape;8427;p72">
              <a:extLst>
                <a:ext uri="{FF2B5EF4-FFF2-40B4-BE49-F238E27FC236}">
                  <a16:creationId xmlns:a16="http://schemas.microsoft.com/office/drawing/2014/main" id="{3227469C-4319-90B4-74E5-0EC9B8C0FA1C}"/>
                </a:ext>
              </a:extLst>
            </p:cNvPr>
            <p:cNvSpPr/>
            <p:nvPr/>
          </p:nvSpPr>
          <p:spPr>
            <a:xfrm>
              <a:off x="4112615" y="-2331649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1" name="Google Shape;8428;p72">
              <a:extLst>
                <a:ext uri="{FF2B5EF4-FFF2-40B4-BE49-F238E27FC236}">
                  <a16:creationId xmlns:a16="http://schemas.microsoft.com/office/drawing/2014/main" id="{D1F2F4D0-46DF-CBFF-F6A2-D83194A27840}"/>
                </a:ext>
              </a:extLst>
            </p:cNvPr>
            <p:cNvSpPr/>
            <p:nvPr/>
          </p:nvSpPr>
          <p:spPr>
            <a:xfrm>
              <a:off x="4112615" y="-2331649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2" name="Google Shape;8429;p72">
              <a:extLst>
                <a:ext uri="{FF2B5EF4-FFF2-40B4-BE49-F238E27FC236}">
                  <a16:creationId xmlns:a16="http://schemas.microsoft.com/office/drawing/2014/main" id="{1D3A8527-FC29-4779-2A26-BF16D5267F24}"/>
                </a:ext>
              </a:extLst>
            </p:cNvPr>
            <p:cNvSpPr/>
            <p:nvPr/>
          </p:nvSpPr>
          <p:spPr>
            <a:xfrm>
              <a:off x="4112615" y="-2332214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3" name="Google Shape;8430;p72">
              <a:extLst>
                <a:ext uri="{FF2B5EF4-FFF2-40B4-BE49-F238E27FC236}">
                  <a16:creationId xmlns:a16="http://schemas.microsoft.com/office/drawing/2014/main" id="{A43A1F48-D663-4BA2-5032-F6061CD33938}"/>
                </a:ext>
              </a:extLst>
            </p:cNvPr>
            <p:cNvSpPr/>
            <p:nvPr/>
          </p:nvSpPr>
          <p:spPr>
            <a:xfrm>
              <a:off x="4112615" y="-2332806"/>
              <a:ext cx="27" cy="619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4" name="Google Shape;8431;p72">
              <a:extLst>
                <a:ext uri="{FF2B5EF4-FFF2-40B4-BE49-F238E27FC236}">
                  <a16:creationId xmlns:a16="http://schemas.microsoft.com/office/drawing/2014/main" id="{F3597CE6-474E-BBE9-CF8E-11E7A2131766}"/>
                </a:ext>
              </a:extLst>
            </p:cNvPr>
            <p:cNvSpPr/>
            <p:nvPr/>
          </p:nvSpPr>
          <p:spPr>
            <a:xfrm>
              <a:off x="4112615" y="-2332806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5" name="Google Shape;8432;p72">
              <a:extLst>
                <a:ext uri="{FF2B5EF4-FFF2-40B4-BE49-F238E27FC236}">
                  <a16:creationId xmlns:a16="http://schemas.microsoft.com/office/drawing/2014/main" id="{445DF1C1-DE95-1F93-419D-10CFAE25B019}"/>
                </a:ext>
              </a:extLst>
            </p:cNvPr>
            <p:cNvSpPr/>
            <p:nvPr/>
          </p:nvSpPr>
          <p:spPr>
            <a:xfrm>
              <a:off x="4112615" y="-2333372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6" name="Google Shape;8433;p72">
              <a:extLst>
                <a:ext uri="{FF2B5EF4-FFF2-40B4-BE49-F238E27FC236}">
                  <a16:creationId xmlns:a16="http://schemas.microsoft.com/office/drawing/2014/main" id="{93422C48-2ECC-D594-54B0-9DE7A1218AB3}"/>
                </a:ext>
              </a:extLst>
            </p:cNvPr>
            <p:cNvSpPr/>
            <p:nvPr/>
          </p:nvSpPr>
          <p:spPr>
            <a:xfrm>
              <a:off x="4112615" y="-2333372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7" name="Google Shape;8434;p72">
              <a:extLst>
                <a:ext uri="{FF2B5EF4-FFF2-40B4-BE49-F238E27FC236}">
                  <a16:creationId xmlns:a16="http://schemas.microsoft.com/office/drawing/2014/main" id="{992618F7-9AED-9EF0-0090-0D7418D76DDD}"/>
                </a:ext>
              </a:extLst>
            </p:cNvPr>
            <p:cNvSpPr/>
            <p:nvPr/>
          </p:nvSpPr>
          <p:spPr>
            <a:xfrm>
              <a:off x="4112615" y="-2333964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8" name="Google Shape;8435;p72">
              <a:extLst>
                <a:ext uri="{FF2B5EF4-FFF2-40B4-BE49-F238E27FC236}">
                  <a16:creationId xmlns:a16="http://schemas.microsoft.com/office/drawing/2014/main" id="{47629E82-660C-7D98-D6A3-5333F4A84117}"/>
                </a:ext>
              </a:extLst>
            </p:cNvPr>
            <p:cNvSpPr/>
            <p:nvPr/>
          </p:nvSpPr>
          <p:spPr>
            <a:xfrm>
              <a:off x="4113180" y="-2333964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9" name="Google Shape;8436;p72">
              <a:extLst>
                <a:ext uri="{FF2B5EF4-FFF2-40B4-BE49-F238E27FC236}">
                  <a16:creationId xmlns:a16="http://schemas.microsoft.com/office/drawing/2014/main" id="{C0BAA3E8-7117-2E32-336A-1C3AE76F52F1}"/>
                </a:ext>
              </a:extLst>
            </p:cNvPr>
            <p:cNvSpPr/>
            <p:nvPr/>
          </p:nvSpPr>
          <p:spPr>
            <a:xfrm>
              <a:off x="4113180" y="-2334529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0" name="Google Shape;8437;p72">
              <a:extLst>
                <a:ext uri="{FF2B5EF4-FFF2-40B4-BE49-F238E27FC236}">
                  <a16:creationId xmlns:a16="http://schemas.microsoft.com/office/drawing/2014/main" id="{1B9C45AA-0D5D-DD7C-3A74-1CF3860A30C9}"/>
                </a:ext>
              </a:extLst>
            </p:cNvPr>
            <p:cNvSpPr/>
            <p:nvPr/>
          </p:nvSpPr>
          <p:spPr>
            <a:xfrm>
              <a:off x="4113180" y="-2335122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1" name="Google Shape;8438;p72">
              <a:extLst>
                <a:ext uri="{FF2B5EF4-FFF2-40B4-BE49-F238E27FC236}">
                  <a16:creationId xmlns:a16="http://schemas.microsoft.com/office/drawing/2014/main" id="{D0994707-18D5-752E-C7C2-DAEDE0614FFF}"/>
                </a:ext>
              </a:extLst>
            </p:cNvPr>
            <p:cNvSpPr/>
            <p:nvPr/>
          </p:nvSpPr>
          <p:spPr>
            <a:xfrm>
              <a:off x="4112050" y="-2393565"/>
              <a:ext cx="2383066" cy="877915"/>
            </a:xfrm>
            <a:custGeom>
              <a:avLst/>
              <a:gdLst/>
              <a:ahLst/>
              <a:cxnLst/>
              <a:rect l="l" t="t" r="r" b="b"/>
              <a:pathLst>
                <a:path w="88524" h="32612" extrusionOk="0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2" name="Google Shape;8439;p72">
              <a:extLst>
                <a:ext uri="{FF2B5EF4-FFF2-40B4-BE49-F238E27FC236}">
                  <a16:creationId xmlns:a16="http://schemas.microsoft.com/office/drawing/2014/main" id="{C441E229-7F44-4CB5-6D0F-3FB64370B318}"/>
                </a:ext>
              </a:extLst>
            </p:cNvPr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3" name="Google Shape;8440;p72">
              <a:extLst>
                <a:ext uri="{FF2B5EF4-FFF2-40B4-BE49-F238E27FC236}">
                  <a16:creationId xmlns:a16="http://schemas.microsoft.com/office/drawing/2014/main" id="{94BB83B4-7A6A-E766-B488-B22113572AD3}"/>
                </a:ext>
              </a:extLst>
            </p:cNvPr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4" name="Google Shape;8441;p72">
              <a:extLst>
                <a:ext uri="{FF2B5EF4-FFF2-40B4-BE49-F238E27FC236}">
                  <a16:creationId xmlns:a16="http://schemas.microsoft.com/office/drawing/2014/main" id="{59C01BA8-153D-E57E-3B16-740BB630240E}"/>
                </a:ext>
              </a:extLst>
            </p:cNvPr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5" name="Google Shape;8442;p72">
              <a:extLst>
                <a:ext uri="{FF2B5EF4-FFF2-40B4-BE49-F238E27FC236}">
                  <a16:creationId xmlns:a16="http://schemas.microsoft.com/office/drawing/2014/main" id="{0C5C99B1-E587-11FC-A22A-EAEA8127AB3A}"/>
                </a:ext>
              </a:extLst>
            </p:cNvPr>
            <p:cNvSpPr/>
            <p:nvPr/>
          </p:nvSpPr>
          <p:spPr>
            <a:xfrm>
              <a:off x="4112050" y="-2393565"/>
              <a:ext cx="2383066" cy="877915"/>
            </a:xfrm>
            <a:custGeom>
              <a:avLst/>
              <a:gdLst/>
              <a:ahLst/>
              <a:cxnLst/>
              <a:rect l="l" t="t" r="r" b="b"/>
              <a:pathLst>
                <a:path w="88524" h="32612" fill="none" extrusionOk="0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6" name="Google Shape;8443;p72">
              <a:extLst>
                <a:ext uri="{FF2B5EF4-FFF2-40B4-BE49-F238E27FC236}">
                  <a16:creationId xmlns:a16="http://schemas.microsoft.com/office/drawing/2014/main" id="{1E170DD5-0C52-BAC2-EF3D-7D6EE7B2DFC0}"/>
                </a:ext>
              </a:extLst>
            </p:cNvPr>
            <p:cNvSpPr/>
            <p:nvPr/>
          </p:nvSpPr>
          <p:spPr>
            <a:xfrm>
              <a:off x="4299521" y="-2265103"/>
              <a:ext cx="46922" cy="44606"/>
            </a:xfrm>
            <a:custGeom>
              <a:avLst/>
              <a:gdLst/>
              <a:ahLst/>
              <a:cxnLst/>
              <a:rect l="l" t="t" r="r" b="b"/>
              <a:pathLst>
                <a:path w="1743" h="1657" fill="none" extrusionOk="0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7" name="Google Shape;8444;p72">
              <a:extLst>
                <a:ext uri="{FF2B5EF4-FFF2-40B4-BE49-F238E27FC236}">
                  <a16:creationId xmlns:a16="http://schemas.microsoft.com/office/drawing/2014/main" id="{E96EF1DE-CFA3-D081-7C85-E91C3F0BE693}"/>
                </a:ext>
              </a:extLst>
            </p:cNvPr>
            <p:cNvSpPr/>
            <p:nvPr/>
          </p:nvSpPr>
          <p:spPr>
            <a:xfrm>
              <a:off x="4379958" y="-2238479"/>
              <a:ext cx="16825" cy="6407"/>
            </a:xfrm>
            <a:custGeom>
              <a:avLst/>
              <a:gdLst/>
              <a:ahLst/>
              <a:cxnLst/>
              <a:rect l="l" t="t" r="r" b="b"/>
              <a:pathLst>
                <a:path w="625" h="238" extrusionOk="0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8" name="Google Shape;8445;p72">
              <a:extLst>
                <a:ext uri="{FF2B5EF4-FFF2-40B4-BE49-F238E27FC236}">
                  <a16:creationId xmlns:a16="http://schemas.microsoft.com/office/drawing/2014/main" id="{DB6D97EC-7CAD-659B-6114-8A72FD99BAF1}"/>
                </a:ext>
              </a:extLst>
            </p:cNvPr>
            <p:cNvSpPr/>
            <p:nvPr/>
          </p:nvSpPr>
          <p:spPr>
            <a:xfrm>
              <a:off x="4379958" y="-2238479"/>
              <a:ext cx="16825" cy="6407"/>
            </a:xfrm>
            <a:custGeom>
              <a:avLst/>
              <a:gdLst/>
              <a:ahLst/>
              <a:cxnLst/>
              <a:rect l="l" t="t" r="r" b="b"/>
              <a:pathLst>
                <a:path w="625" h="23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9" name="Google Shape;8446;p72">
              <a:extLst>
                <a:ext uri="{FF2B5EF4-FFF2-40B4-BE49-F238E27FC236}">
                  <a16:creationId xmlns:a16="http://schemas.microsoft.com/office/drawing/2014/main" id="{2BC69A65-08AB-9C08-6971-7BAB7D850D55}"/>
                </a:ext>
              </a:extLst>
            </p:cNvPr>
            <p:cNvSpPr/>
            <p:nvPr/>
          </p:nvSpPr>
          <p:spPr>
            <a:xfrm>
              <a:off x="4409489" y="-2228061"/>
              <a:ext cx="19113" cy="7565"/>
            </a:xfrm>
            <a:custGeom>
              <a:avLst/>
              <a:gdLst/>
              <a:ahLst/>
              <a:cxnLst/>
              <a:rect l="l" t="t" r="r" b="b"/>
              <a:pathLst>
                <a:path w="710" h="281" extrusionOk="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0" name="Google Shape;8447;p72">
              <a:extLst>
                <a:ext uri="{FF2B5EF4-FFF2-40B4-BE49-F238E27FC236}">
                  <a16:creationId xmlns:a16="http://schemas.microsoft.com/office/drawing/2014/main" id="{F3696B53-B5E4-0CFD-C79D-46F8DDC598A7}"/>
                </a:ext>
              </a:extLst>
            </p:cNvPr>
            <p:cNvSpPr/>
            <p:nvPr/>
          </p:nvSpPr>
          <p:spPr>
            <a:xfrm>
              <a:off x="4409489" y="-2228061"/>
              <a:ext cx="19113" cy="7565"/>
            </a:xfrm>
            <a:custGeom>
              <a:avLst/>
              <a:gdLst/>
              <a:ahLst/>
              <a:cxnLst/>
              <a:rect l="l" t="t" r="r" b="b"/>
              <a:pathLst>
                <a:path w="710" h="28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1" name="Google Shape;8448;p72">
              <a:extLst>
                <a:ext uri="{FF2B5EF4-FFF2-40B4-BE49-F238E27FC236}">
                  <a16:creationId xmlns:a16="http://schemas.microsoft.com/office/drawing/2014/main" id="{1ACC468C-FC7E-2942-50F5-2AF6A3FFB345}"/>
                </a:ext>
              </a:extLst>
            </p:cNvPr>
            <p:cNvSpPr/>
            <p:nvPr/>
          </p:nvSpPr>
          <p:spPr>
            <a:xfrm>
              <a:off x="4439585" y="-2217643"/>
              <a:ext cx="20836" cy="8722"/>
            </a:xfrm>
            <a:custGeom>
              <a:avLst/>
              <a:gdLst/>
              <a:ahLst/>
              <a:cxnLst/>
              <a:rect l="l" t="t" r="r" b="b"/>
              <a:pathLst>
                <a:path w="774" h="324" extrusionOk="0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2" name="Google Shape;8449;p72">
              <a:extLst>
                <a:ext uri="{FF2B5EF4-FFF2-40B4-BE49-F238E27FC236}">
                  <a16:creationId xmlns:a16="http://schemas.microsoft.com/office/drawing/2014/main" id="{F774A8A0-DDAE-5E1A-342D-F790811B2B95}"/>
                </a:ext>
              </a:extLst>
            </p:cNvPr>
            <p:cNvSpPr/>
            <p:nvPr/>
          </p:nvSpPr>
          <p:spPr>
            <a:xfrm>
              <a:off x="4439585" y="-2217643"/>
              <a:ext cx="20836" cy="8722"/>
            </a:xfrm>
            <a:custGeom>
              <a:avLst/>
              <a:gdLst/>
              <a:ahLst/>
              <a:cxnLst/>
              <a:rect l="l" t="t" r="r" b="b"/>
              <a:pathLst>
                <a:path w="774" h="32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3" name="Google Shape;8450;p72">
              <a:extLst>
                <a:ext uri="{FF2B5EF4-FFF2-40B4-BE49-F238E27FC236}">
                  <a16:creationId xmlns:a16="http://schemas.microsoft.com/office/drawing/2014/main" id="{9D9D4E79-2CD6-C68A-4590-C8FCAB842137}"/>
                </a:ext>
              </a:extLst>
            </p:cNvPr>
            <p:cNvSpPr/>
            <p:nvPr/>
          </p:nvSpPr>
          <p:spPr>
            <a:xfrm>
              <a:off x="4470247" y="-2207225"/>
              <a:ext cx="21428" cy="10445"/>
            </a:xfrm>
            <a:custGeom>
              <a:avLst/>
              <a:gdLst/>
              <a:ahLst/>
              <a:cxnLst/>
              <a:rect l="l" t="t" r="r" b="b"/>
              <a:pathLst>
                <a:path w="796" h="388" extrusionOk="0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4" name="Google Shape;8451;p72">
              <a:extLst>
                <a:ext uri="{FF2B5EF4-FFF2-40B4-BE49-F238E27FC236}">
                  <a16:creationId xmlns:a16="http://schemas.microsoft.com/office/drawing/2014/main" id="{95C95712-CBF8-5C2D-28C5-6989EB6BECC7}"/>
                </a:ext>
              </a:extLst>
            </p:cNvPr>
            <p:cNvSpPr/>
            <p:nvPr/>
          </p:nvSpPr>
          <p:spPr>
            <a:xfrm>
              <a:off x="4470247" y="-2207225"/>
              <a:ext cx="21428" cy="10445"/>
            </a:xfrm>
            <a:custGeom>
              <a:avLst/>
              <a:gdLst/>
              <a:ahLst/>
              <a:cxnLst/>
              <a:rect l="l" t="t" r="r" b="b"/>
              <a:pathLst>
                <a:path w="796" h="38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5" name="Google Shape;8452;p72">
              <a:extLst>
                <a:ext uri="{FF2B5EF4-FFF2-40B4-BE49-F238E27FC236}">
                  <a16:creationId xmlns:a16="http://schemas.microsoft.com/office/drawing/2014/main" id="{51A81C5A-6858-3FAC-B8BF-C6A50ADA3930}"/>
                </a:ext>
              </a:extLst>
            </p:cNvPr>
            <p:cNvSpPr/>
            <p:nvPr/>
          </p:nvSpPr>
          <p:spPr>
            <a:xfrm>
              <a:off x="4500909" y="-2196214"/>
              <a:ext cx="22021" cy="11010"/>
            </a:xfrm>
            <a:custGeom>
              <a:avLst/>
              <a:gdLst/>
              <a:ahLst/>
              <a:cxnLst/>
              <a:rect l="l" t="t" r="r" b="b"/>
              <a:pathLst>
                <a:path w="818" h="409" extrusionOk="0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6" name="Google Shape;8453;p72">
              <a:extLst>
                <a:ext uri="{FF2B5EF4-FFF2-40B4-BE49-F238E27FC236}">
                  <a16:creationId xmlns:a16="http://schemas.microsoft.com/office/drawing/2014/main" id="{DD6688F2-750A-A55F-C3AB-BA0750501317}"/>
                </a:ext>
              </a:extLst>
            </p:cNvPr>
            <p:cNvSpPr/>
            <p:nvPr/>
          </p:nvSpPr>
          <p:spPr>
            <a:xfrm>
              <a:off x="4500909" y="-2196214"/>
              <a:ext cx="22021" cy="11010"/>
            </a:xfrm>
            <a:custGeom>
              <a:avLst/>
              <a:gdLst/>
              <a:ahLst/>
              <a:cxnLst/>
              <a:rect l="l" t="t" r="r" b="b"/>
              <a:pathLst>
                <a:path w="818" h="409" fill="none" extrusionOk="0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7" name="Google Shape;8454;p72">
              <a:extLst>
                <a:ext uri="{FF2B5EF4-FFF2-40B4-BE49-F238E27FC236}">
                  <a16:creationId xmlns:a16="http://schemas.microsoft.com/office/drawing/2014/main" id="{99FD712A-0C3C-3DDC-D9BD-582EDF151DD7}"/>
                </a:ext>
              </a:extLst>
            </p:cNvPr>
            <p:cNvSpPr/>
            <p:nvPr/>
          </p:nvSpPr>
          <p:spPr>
            <a:xfrm>
              <a:off x="4531598" y="-2185796"/>
              <a:ext cx="21994" cy="12733"/>
            </a:xfrm>
            <a:custGeom>
              <a:avLst/>
              <a:gdLst/>
              <a:ahLst/>
              <a:cxnLst/>
              <a:rect l="l" t="t" r="r" b="b"/>
              <a:pathLst>
                <a:path w="817" h="473" extrusionOk="0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8" name="Google Shape;8455;p72">
              <a:extLst>
                <a:ext uri="{FF2B5EF4-FFF2-40B4-BE49-F238E27FC236}">
                  <a16:creationId xmlns:a16="http://schemas.microsoft.com/office/drawing/2014/main" id="{5D0F724C-A487-79BF-391B-92AC00EB268D}"/>
                </a:ext>
              </a:extLst>
            </p:cNvPr>
            <p:cNvSpPr/>
            <p:nvPr/>
          </p:nvSpPr>
          <p:spPr>
            <a:xfrm>
              <a:off x="4531598" y="-2185796"/>
              <a:ext cx="21994" cy="12733"/>
            </a:xfrm>
            <a:custGeom>
              <a:avLst/>
              <a:gdLst/>
              <a:ahLst/>
              <a:cxnLst/>
              <a:rect l="l" t="t" r="r" b="b"/>
              <a:pathLst>
                <a:path w="817" h="473" fill="none" extrusionOk="0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9" name="Google Shape;8456;p72">
              <a:extLst>
                <a:ext uri="{FF2B5EF4-FFF2-40B4-BE49-F238E27FC236}">
                  <a16:creationId xmlns:a16="http://schemas.microsoft.com/office/drawing/2014/main" id="{78DA2EF8-DDDC-0C64-D648-006A5AD3B62D}"/>
                </a:ext>
              </a:extLst>
            </p:cNvPr>
            <p:cNvSpPr/>
            <p:nvPr/>
          </p:nvSpPr>
          <p:spPr>
            <a:xfrm>
              <a:off x="4562260" y="-2175405"/>
              <a:ext cx="22021" cy="13918"/>
            </a:xfrm>
            <a:custGeom>
              <a:avLst/>
              <a:gdLst/>
              <a:ahLst/>
              <a:cxnLst/>
              <a:rect l="l" t="t" r="r" b="b"/>
              <a:pathLst>
                <a:path w="818" h="517" extrusionOk="0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0" name="Google Shape;8457;p72">
              <a:extLst>
                <a:ext uri="{FF2B5EF4-FFF2-40B4-BE49-F238E27FC236}">
                  <a16:creationId xmlns:a16="http://schemas.microsoft.com/office/drawing/2014/main" id="{FF0E2F32-7453-B420-413F-FDDDA1F0D6D8}"/>
                </a:ext>
              </a:extLst>
            </p:cNvPr>
            <p:cNvSpPr/>
            <p:nvPr/>
          </p:nvSpPr>
          <p:spPr>
            <a:xfrm>
              <a:off x="4562260" y="-2175405"/>
              <a:ext cx="22021" cy="13918"/>
            </a:xfrm>
            <a:custGeom>
              <a:avLst/>
              <a:gdLst/>
              <a:ahLst/>
              <a:cxnLst/>
              <a:rect l="l" t="t" r="r" b="b"/>
              <a:pathLst>
                <a:path w="818" h="517" fill="none" extrusionOk="0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1" name="Google Shape;8458;p72">
              <a:extLst>
                <a:ext uri="{FF2B5EF4-FFF2-40B4-BE49-F238E27FC236}">
                  <a16:creationId xmlns:a16="http://schemas.microsoft.com/office/drawing/2014/main" id="{6FB5A64F-9A00-9533-83C1-3368EF61C7C6}"/>
                </a:ext>
              </a:extLst>
            </p:cNvPr>
            <p:cNvSpPr/>
            <p:nvPr/>
          </p:nvSpPr>
          <p:spPr>
            <a:xfrm>
              <a:off x="4592922" y="-2164395"/>
              <a:ext cx="22021" cy="15075"/>
            </a:xfrm>
            <a:custGeom>
              <a:avLst/>
              <a:gdLst/>
              <a:ahLst/>
              <a:cxnLst/>
              <a:rect l="l" t="t" r="r" b="b"/>
              <a:pathLst>
                <a:path w="818" h="560" extrusionOk="0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2" name="Google Shape;8459;p72">
              <a:extLst>
                <a:ext uri="{FF2B5EF4-FFF2-40B4-BE49-F238E27FC236}">
                  <a16:creationId xmlns:a16="http://schemas.microsoft.com/office/drawing/2014/main" id="{4C0132E8-8551-8067-BE15-E5C7AB2C5491}"/>
                </a:ext>
              </a:extLst>
            </p:cNvPr>
            <p:cNvSpPr/>
            <p:nvPr/>
          </p:nvSpPr>
          <p:spPr>
            <a:xfrm>
              <a:off x="4592922" y="-2164395"/>
              <a:ext cx="22021" cy="15075"/>
            </a:xfrm>
            <a:custGeom>
              <a:avLst/>
              <a:gdLst/>
              <a:ahLst/>
              <a:cxnLst/>
              <a:rect l="l" t="t" r="r" b="b"/>
              <a:pathLst>
                <a:path w="818" h="560" fill="none" extrusionOk="0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3" name="Google Shape;8460;p72">
              <a:extLst>
                <a:ext uri="{FF2B5EF4-FFF2-40B4-BE49-F238E27FC236}">
                  <a16:creationId xmlns:a16="http://schemas.microsoft.com/office/drawing/2014/main" id="{801F48CF-3A6E-3CEE-D271-669840537ECA}"/>
                </a:ext>
              </a:extLst>
            </p:cNvPr>
            <p:cNvSpPr/>
            <p:nvPr/>
          </p:nvSpPr>
          <p:spPr>
            <a:xfrm>
              <a:off x="4623611" y="-2153977"/>
              <a:ext cx="22586" cy="16233"/>
            </a:xfrm>
            <a:custGeom>
              <a:avLst/>
              <a:gdLst/>
              <a:ahLst/>
              <a:cxnLst/>
              <a:rect l="l" t="t" r="r" b="b"/>
              <a:pathLst>
                <a:path w="839" h="603" extrusionOk="0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4" name="Google Shape;8461;p72">
              <a:extLst>
                <a:ext uri="{FF2B5EF4-FFF2-40B4-BE49-F238E27FC236}">
                  <a16:creationId xmlns:a16="http://schemas.microsoft.com/office/drawing/2014/main" id="{8A613834-0B74-5B0C-FAE0-70E4219F686F}"/>
                </a:ext>
              </a:extLst>
            </p:cNvPr>
            <p:cNvSpPr/>
            <p:nvPr/>
          </p:nvSpPr>
          <p:spPr>
            <a:xfrm>
              <a:off x="4623611" y="-2153977"/>
              <a:ext cx="22586" cy="16233"/>
            </a:xfrm>
            <a:custGeom>
              <a:avLst/>
              <a:gdLst/>
              <a:ahLst/>
              <a:cxnLst/>
              <a:rect l="l" t="t" r="r" b="b"/>
              <a:pathLst>
                <a:path w="839" h="603" fill="none" extrusionOk="0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5" name="Google Shape;8462;p72">
              <a:extLst>
                <a:ext uri="{FF2B5EF4-FFF2-40B4-BE49-F238E27FC236}">
                  <a16:creationId xmlns:a16="http://schemas.microsoft.com/office/drawing/2014/main" id="{6918F4BD-DCDA-A696-2AE3-DF6EA0478871}"/>
                </a:ext>
              </a:extLst>
            </p:cNvPr>
            <p:cNvSpPr/>
            <p:nvPr/>
          </p:nvSpPr>
          <p:spPr>
            <a:xfrm>
              <a:off x="4653680" y="-2143559"/>
              <a:ext cx="23178" cy="17390"/>
            </a:xfrm>
            <a:custGeom>
              <a:avLst/>
              <a:gdLst/>
              <a:ahLst/>
              <a:cxnLst/>
              <a:rect l="l" t="t" r="r" b="b"/>
              <a:pathLst>
                <a:path w="861" h="646" extrusionOk="0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6" name="Google Shape;8463;p72">
              <a:extLst>
                <a:ext uri="{FF2B5EF4-FFF2-40B4-BE49-F238E27FC236}">
                  <a16:creationId xmlns:a16="http://schemas.microsoft.com/office/drawing/2014/main" id="{A5DDB7A4-4F2A-A37C-24A8-ABF4FB5CB7ED}"/>
                </a:ext>
              </a:extLst>
            </p:cNvPr>
            <p:cNvSpPr/>
            <p:nvPr/>
          </p:nvSpPr>
          <p:spPr>
            <a:xfrm>
              <a:off x="4653680" y="-2143559"/>
              <a:ext cx="23178" cy="17390"/>
            </a:xfrm>
            <a:custGeom>
              <a:avLst/>
              <a:gdLst/>
              <a:ahLst/>
              <a:cxnLst/>
              <a:rect l="l" t="t" r="r" b="b"/>
              <a:pathLst>
                <a:path w="861" h="646" fill="none" extrusionOk="0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7" name="Google Shape;8464;p72">
              <a:extLst>
                <a:ext uri="{FF2B5EF4-FFF2-40B4-BE49-F238E27FC236}">
                  <a16:creationId xmlns:a16="http://schemas.microsoft.com/office/drawing/2014/main" id="{4FEBCD05-5FE9-2AAE-F145-93577DFD6AC3}"/>
                </a:ext>
              </a:extLst>
            </p:cNvPr>
            <p:cNvSpPr/>
            <p:nvPr/>
          </p:nvSpPr>
          <p:spPr>
            <a:xfrm>
              <a:off x="4684369" y="-2132575"/>
              <a:ext cx="23178" cy="18548"/>
            </a:xfrm>
            <a:custGeom>
              <a:avLst/>
              <a:gdLst/>
              <a:ahLst/>
              <a:cxnLst/>
              <a:rect l="l" t="t" r="r" b="b"/>
              <a:pathLst>
                <a:path w="861" h="689" extrusionOk="0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8" name="Google Shape;8465;p72">
              <a:extLst>
                <a:ext uri="{FF2B5EF4-FFF2-40B4-BE49-F238E27FC236}">
                  <a16:creationId xmlns:a16="http://schemas.microsoft.com/office/drawing/2014/main" id="{C0D858E2-54E9-BCFF-A74F-FA8F1643CBCF}"/>
                </a:ext>
              </a:extLst>
            </p:cNvPr>
            <p:cNvSpPr/>
            <p:nvPr/>
          </p:nvSpPr>
          <p:spPr>
            <a:xfrm>
              <a:off x="4684369" y="-2132575"/>
              <a:ext cx="23178" cy="18548"/>
            </a:xfrm>
            <a:custGeom>
              <a:avLst/>
              <a:gdLst/>
              <a:ahLst/>
              <a:cxnLst/>
              <a:rect l="l" t="t" r="r" b="b"/>
              <a:pathLst>
                <a:path w="861" h="689" fill="none" extrusionOk="0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9" name="Google Shape;8466;p72">
              <a:extLst>
                <a:ext uri="{FF2B5EF4-FFF2-40B4-BE49-F238E27FC236}">
                  <a16:creationId xmlns:a16="http://schemas.microsoft.com/office/drawing/2014/main" id="{C8DEB475-44AC-0A13-D9F2-10FDDD08715F}"/>
                </a:ext>
              </a:extLst>
            </p:cNvPr>
            <p:cNvSpPr/>
            <p:nvPr/>
          </p:nvSpPr>
          <p:spPr>
            <a:xfrm>
              <a:off x="4715031" y="-2122157"/>
              <a:ext cx="23178" cy="19705"/>
            </a:xfrm>
            <a:custGeom>
              <a:avLst/>
              <a:gdLst/>
              <a:ahLst/>
              <a:cxnLst/>
              <a:rect l="l" t="t" r="r" b="b"/>
              <a:pathLst>
                <a:path w="861" h="732" extrusionOk="0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0" name="Google Shape;8467;p72">
              <a:extLst>
                <a:ext uri="{FF2B5EF4-FFF2-40B4-BE49-F238E27FC236}">
                  <a16:creationId xmlns:a16="http://schemas.microsoft.com/office/drawing/2014/main" id="{B75B9CB5-12FA-56DC-5C47-DF743FA0086A}"/>
                </a:ext>
              </a:extLst>
            </p:cNvPr>
            <p:cNvSpPr/>
            <p:nvPr/>
          </p:nvSpPr>
          <p:spPr>
            <a:xfrm>
              <a:off x="4715031" y="-2122157"/>
              <a:ext cx="23178" cy="19705"/>
            </a:xfrm>
            <a:custGeom>
              <a:avLst/>
              <a:gdLst/>
              <a:ahLst/>
              <a:cxnLst/>
              <a:rect l="l" t="t" r="r" b="b"/>
              <a:pathLst>
                <a:path w="861" h="732" fill="none" extrusionOk="0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1" name="Google Shape;8468;p72">
              <a:extLst>
                <a:ext uri="{FF2B5EF4-FFF2-40B4-BE49-F238E27FC236}">
                  <a16:creationId xmlns:a16="http://schemas.microsoft.com/office/drawing/2014/main" id="{1340AB19-D505-79DB-5F51-989044CDF3A4}"/>
                </a:ext>
              </a:extLst>
            </p:cNvPr>
            <p:cNvSpPr/>
            <p:nvPr/>
          </p:nvSpPr>
          <p:spPr>
            <a:xfrm>
              <a:off x="4745693" y="-2111739"/>
              <a:ext cx="23178" cy="21428"/>
            </a:xfrm>
            <a:custGeom>
              <a:avLst/>
              <a:gdLst/>
              <a:ahLst/>
              <a:cxnLst/>
              <a:rect l="l" t="t" r="r" b="b"/>
              <a:pathLst>
                <a:path w="861" h="796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2" name="Google Shape;8469;p72">
              <a:extLst>
                <a:ext uri="{FF2B5EF4-FFF2-40B4-BE49-F238E27FC236}">
                  <a16:creationId xmlns:a16="http://schemas.microsoft.com/office/drawing/2014/main" id="{72A69E44-4F05-783D-A6D0-CAF27E8180A4}"/>
                </a:ext>
              </a:extLst>
            </p:cNvPr>
            <p:cNvSpPr/>
            <p:nvPr/>
          </p:nvSpPr>
          <p:spPr>
            <a:xfrm>
              <a:off x="4745693" y="-2111739"/>
              <a:ext cx="23178" cy="21428"/>
            </a:xfrm>
            <a:custGeom>
              <a:avLst/>
              <a:gdLst/>
              <a:ahLst/>
              <a:cxnLst/>
              <a:rect l="l" t="t" r="r" b="b"/>
              <a:pathLst>
                <a:path w="861" h="796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3" name="Google Shape;8470;p72">
              <a:extLst>
                <a:ext uri="{FF2B5EF4-FFF2-40B4-BE49-F238E27FC236}">
                  <a16:creationId xmlns:a16="http://schemas.microsoft.com/office/drawing/2014/main" id="{9F9B74A6-2ACD-8FD2-DB2D-DFC406FDD211}"/>
                </a:ext>
              </a:extLst>
            </p:cNvPr>
            <p:cNvSpPr/>
            <p:nvPr/>
          </p:nvSpPr>
          <p:spPr>
            <a:xfrm>
              <a:off x="4892111" y="-2061399"/>
              <a:ext cx="5222" cy="1777"/>
            </a:xfrm>
            <a:custGeom>
              <a:avLst/>
              <a:gdLst/>
              <a:ahLst/>
              <a:cxnLst/>
              <a:rect l="l" t="t" r="r" b="b"/>
              <a:pathLst>
                <a:path w="194" h="66" extrusionOk="0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4" name="Google Shape;8471;p72">
              <a:extLst>
                <a:ext uri="{FF2B5EF4-FFF2-40B4-BE49-F238E27FC236}">
                  <a16:creationId xmlns:a16="http://schemas.microsoft.com/office/drawing/2014/main" id="{7EB5752C-6CBF-314E-EAD9-1B8D1DCD2186}"/>
                </a:ext>
              </a:extLst>
            </p:cNvPr>
            <p:cNvSpPr/>
            <p:nvPr/>
          </p:nvSpPr>
          <p:spPr>
            <a:xfrm>
              <a:off x="4892111" y="-2061399"/>
              <a:ext cx="5222" cy="1777"/>
            </a:xfrm>
            <a:custGeom>
              <a:avLst/>
              <a:gdLst/>
              <a:ahLst/>
              <a:cxnLst/>
              <a:rect l="l" t="t" r="r" b="b"/>
              <a:pathLst>
                <a:path w="194" h="66" fill="none" extrusionOk="0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5" name="Google Shape;8472;p72">
              <a:extLst>
                <a:ext uri="{FF2B5EF4-FFF2-40B4-BE49-F238E27FC236}">
                  <a16:creationId xmlns:a16="http://schemas.microsoft.com/office/drawing/2014/main" id="{9F689A2B-4002-E74A-9211-BD8B917E4419}"/>
                </a:ext>
              </a:extLst>
            </p:cNvPr>
            <p:cNvSpPr/>
            <p:nvPr/>
          </p:nvSpPr>
          <p:spPr>
            <a:xfrm>
              <a:off x="4912354" y="-2054454"/>
              <a:ext cx="17983" cy="6972"/>
            </a:xfrm>
            <a:custGeom>
              <a:avLst/>
              <a:gdLst/>
              <a:ahLst/>
              <a:cxnLst/>
              <a:rect l="l" t="t" r="r" b="b"/>
              <a:pathLst>
                <a:path w="668" h="259" extrusionOk="0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6" name="Google Shape;8473;p72">
              <a:extLst>
                <a:ext uri="{FF2B5EF4-FFF2-40B4-BE49-F238E27FC236}">
                  <a16:creationId xmlns:a16="http://schemas.microsoft.com/office/drawing/2014/main" id="{77A48BBD-9E5E-896A-C4F1-F2EE1AF6E3EE}"/>
                </a:ext>
              </a:extLst>
            </p:cNvPr>
            <p:cNvSpPr/>
            <p:nvPr/>
          </p:nvSpPr>
          <p:spPr>
            <a:xfrm>
              <a:off x="4912354" y="-2054454"/>
              <a:ext cx="17983" cy="6972"/>
            </a:xfrm>
            <a:custGeom>
              <a:avLst/>
              <a:gdLst/>
              <a:ahLst/>
              <a:cxnLst/>
              <a:rect l="l" t="t" r="r" b="b"/>
              <a:pathLst>
                <a:path w="668" h="25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7" name="Google Shape;8474;p72">
              <a:extLst>
                <a:ext uri="{FF2B5EF4-FFF2-40B4-BE49-F238E27FC236}">
                  <a16:creationId xmlns:a16="http://schemas.microsoft.com/office/drawing/2014/main" id="{A4D0DEDC-B4F6-4F57-908F-13963C57AD8A}"/>
                </a:ext>
              </a:extLst>
            </p:cNvPr>
            <p:cNvSpPr/>
            <p:nvPr/>
          </p:nvSpPr>
          <p:spPr>
            <a:xfrm>
              <a:off x="4942451" y="-2044036"/>
              <a:ext cx="19705" cy="8130"/>
            </a:xfrm>
            <a:custGeom>
              <a:avLst/>
              <a:gdLst/>
              <a:ahLst/>
              <a:cxnLst/>
              <a:rect l="l" t="t" r="r" b="b"/>
              <a:pathLst>
                <a:path w="732" h="302" extrusionOk="0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8" name="Google Shape;8475;p72">
              <a:extLst>
                <a:ext uri="{FF2B5EF4-FFF2-40B4-BE49-F238E27FC236}">
                  <a16:creationId xmlns:a16="http://schemas.microsoft.com/office/drawing/2014/main" id="{13EFA9F2-9775-95F3-C077-90A01E5B85DC}"/>
                </a:ext>
              </a:extLst>
            </p:cNvPr>
            <p:cNvSpPr/>
            <p:nvPr/>
          </p:nvSpPr>
          <p:spPr>
            <a:xfrm>
              <a:off x="4942451" y="-2044036"/>
              <a:ext cx="19705" cy="8130"/>
            </a:xfrm>
            <a:custGeom>
              <a:avLst/>
              <a:gdLst/>
              <a:ahLst/>
              <a:cxnLst/>
              <a:rect l="l" t="t" r="r" b="b"/>
              <a:pathLst>
                <a:path w="732" h="30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9" name="Google Shape;8476;p72">
              <a:extLst>
                <a:ext uri="{FF2B5EF4-FFF2-40B4-BE49-F238E27FC236}">
                  <a16:creationId xmlns:a16="http://schemas.microsoft.com/office/drawing/2014/main" id="{4CFF3B12-26B4-5CDA-DC66-3E56650F81F6}"/>
                </a:ext>
              </a:extLst>
            </p:cNvPr>
            <p:cNvSpPr/>
            <p:nvPr/>
          </p:nvSpPr>
          <p:spPr>
            <a:xfrm>
              <a:off x="4972548" y="-2033618"/>
              <a:ext cx="21428" cy="9880"/>
            </a:xfrm>
            <a:custGeom>
              <a:avLst/>
              <a:gdLst/>
              <a:ahLst/>
              <a:cxnLst/>
              <a:rect l="l" t="t" r="r" b="b"/>
              <a:pathLst>
                <a:path w="796" h="367" extrusionOk="0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0" name="Google Shape;8477;p72">
              <a:extLst>
                <a:ext uri="{FF2B5EF4-FFF2-40B4-BE49-F238E27FC236}">
                  <a16:creationId xmlns:a16="http://schemas.microsoft.com/office/drawing/2014/main" id="{47C95A2D-2E5C-41AA-CF37-3701749DBE42}"/>
                </a:ext>
              </a:extLst>
            </p:cNvPr>
            <p:cNvSpPr/>
            <p:nvPr/>
          </p:nvSpPr>
          <p:spPr>
            <a:xfrm>
              <a:off x="4972548" y="-2033618"/>
              <a:ext cx="21428" cy="9880"/>
            </a:xfrm>
            <a:custGeom>
              <a:avLst/>
              <a:gdLst/>
              <a:ahLst/>
              <a:cxnLst/>
              <a:rect l="l" t="t" r="r" b="b"/>
              <a:pathLst>
                <a:path w="796" h="36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1" name="Google Shape;8478;p72">
              <a:extLst>
                <a:ext uri="{FF2B5EF4-FFF2-40B4-BE49-F238E27FC236}">
                  <a16:creationId xmlns:a16="http://schemas.microsoft.com/office/drawing/2014/main" id="{B24F4C41-C085-CCB1-6007-69D1634E6FEB}"/>
                </a:ext>
              </a:extLst>
            </p:cNvPr>
            <p:cNvSpPr/>
            <p:nvPr/>
          </p:nvSpPr>
          <p:spPr>
            <a:xfrm>
              <a:off x="5003209" y="-2023199"/>
              <a:ext cx="22021" cy="11037"/>
            </a:xfrm>
            <a:custGeom>
              <a:avLst/>
              <a:gdLst/>
              <a:ahLst/>
              <a:cxnLst/>
              <a:rect l="l" t="t" r="r" b="b"/>
              <a:pathLst>
                <a:path w="818" h="410" extrusionOk="0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2" name="Google Shape;8479;p72">
              <a:extLst>
                <a:ext uri="{FF2B5EF4-FFF2-40B4-BE49-F238E27FC236}">
                  <a16:creationId xmlns:a16="http://schemas.microsoft.com/office/drawing/2014/main" id="{8EE5A25E-0B26-0B99-AB2B-50FD9607A879}"/>
                </a:ext>
              </a:extLst>
            </p:cNvPr>
            <p:cNvSpPr/>
            <p:nvPr/>
          </p:nvSpPr>
          <p:spPr>
            <a:xfrm>
              <a:off x="5003209" y="-2023199"/>
              <a:ext cx="22021" cy="11037"/>
            </a:xfrm>
            <a:custGeom>
              <a:avLst/>
              <a:gdLst/>
              <a:ahLst/>
              <a:cxnLst/>
              <a:rect l="l" t="t" r="r" b="b"/>
              <a:pathLst>
                <a:path w="818" h="410" fill="none" extrusionOk="0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3" name="Google Shape;8480;p72">
              <a:extLst>
                <a:ext uri="{FF2B5EF4-FFF2-40B4-BE49-F238E27FC236}">
                  <a16:creationId xmlns:a16="http://schemas.microsoft.com/office/drawing/2014/main" id="{F9FEE93E-A501-F0F3-B607-1CB68AFBC105}"/>
                </a:ext>
              </a:extLst>
            </p:cNvPr>
            <p:cNvSpPr/>
            <p:nvPr/>
          </p:nvSpPr>
          <p:spPr>
            <a:xfrm>
              <a:off x="5033898" y="-2012189"/>
              <a:ext cx="22021" cy="11576"/>
            </a:xfrm>
            <a:custGeom>
              <a:avLst/>
              <a:gdLst/>
              <a:ahLst/>
              <a:cxnLst/>
              <a:rect l="l" t="t" r="r" b="b"/>
              <a:pathLst>
                <a:path w="818" h="430" extrusionOk="0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4" name="Google Shape;8481;p72">
              <a:extLst>
                <a:ext uri="{FF2B5EF4-FFF2-40B4-BE49-F238E27FC236}">
                  <a16:creationId xmlns:a16="http://schemas.microsoft.com/office/drawing/2014/main" id="{C97E557B-977B-1ED1-F051-1781862A04A6}"/>
                </a:ext>
              </a:extLst>
            </p:cNvPr>
            <p:cNvSpPr/>
            <p:nvPr/>
          </p:nvSpPr>
          <p:spPr>
            <a:xfrm>
              <a:off x="5033898" y="-2012189"/>
              <a:ext cx="22021" cy="11576"/>
            </a:xfrm>
            <a:custGeom>
              <a:avLst/>
              <a:gdLst/>
              <a:ahLst/>
              <a:cxnLst/>
              <a:rect l="l" t="t" r="r" b="b"/>
              <a:pathLst>
                <a:path w="818" h="430" fill="none" extrusionOk="0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5" name="Google Shape;8482;p72">
              <a:extLst>
                <a:ext uri="{FF2B5EF4-FFF2-40B4-BE49-F238E27FC236}">
                  <a16:creationId xmlns:a16="http://schemas.microsoft.com/office/drawing/2014/main" id="{8871F5A6-E9ED-DC68-49D5-40427C0462B4}"/>
                </a:ext>
              </a:extLst>
            </p:cNvPr>
            <p:cNvSpPr/>
            <p:nvPr/>
          </p:nvSpPr>
          <p:spPr>
            <a:xfrm>
              <a:off x="5064560" y="-2001798"/>
              <a:ext cx="22021" cy="13352"/>
            </a:xfrm>
            <a:custGeom>
              <a:avLst/>
              <a:gdLst/>
              <a:ahLst/>
              <a:cxnLst/>
              <a:rect l="l" t="t" r="r" b="b"/>
              <a:pathLst>
                <a:path w="818" h="496" extrusionOk="0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6" name="Google Shape;8483;p72">
              <a:extLst>
                <a:ext uri="{FF2B5EF4-FFF2-40B4-BE49-F238E27FC236}">
                  <a16:creationId xmlns:a16="http://schemas.microsoft.com/office/drawing/2014/main" id="{A3F16851-D901-904F-E5F7-FFF9ACC35355}"/>
                </a:ext>
              </a:extLst>
            </p:cNvPr>
            <p:cNvSpPr/>
            <p:nvPr/>
          </p:nvSpPr>
          <p:spPr>
            <a:xfrm>
              <a:off x="5064560" y="-2001798"/>
              <a:ext cx="22021" cy="13352"/>
            </a:xfrm>
            <a:custGeom>
              <a:avLst/>
              <a:gdLst/>
              <a:ahLst/>
              <a:cxnLst/>
              <a:rect l="l" t="t" r="r" b="b"/>
              <a:pathLst>
                <a:path w="818" h="496" fill="none" extrusionOk="0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7" name="Google Shape;8484;p72">
              <a:extLst>
                <a:ext uri="{FF2B5EF4-FFF2-40B4-BE49-F238E27FC236}">
                  <a16:creationId xmlns:a16="http://schemas.microsoft.com/office/drawing/2014/main" id="{6BD705AD-74EA-B0B7-8A3E-A39756D12168}"/>
                </a:ext>
              </a:extLst>
            </p:cNvPr>
            <p:cNvSpPr/>
            <p:nvPr/>
          </p:nvSpPr>
          <p:spPr>
            <a:xfrm>
              <a:off x="5095222" y="-1991380"/>
              <a:ext cx="22613" cy="14510"/>
            </a:xfrm>
            <a:custGeom>
              <a:avLst/>
              <a:gdLst/>
              <a:ahLst/>
              <a:cxnLst/>
              <a:rect l="l" t="t" r="r" b="b"/>
              <a:pathLst>
                <a:path w="840" h="539" extrusionOk="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8" name="Google Shape;8485;p72">
              <a:extLst>
                <a:ext uri="{FF2B5EF4-FFF2-40B4-BE49-F238E27FC236}">
                  <a16:creationId xmlns:a16="http://schemas.microsoft.com/office/drawing/2014/main" id="{586D577C-3520-B630-17E2-650EBAF51B35}"/>
                </a:ext>
              </a:extLst>
            </p:cNvPr>
            <p:cNvSpPr/>
            <p:nvPr/>
          </p:nvSpPr>
          <p:spPr>
            <a:xfrm>
              <a:off x="5095222" y="-1991380"/>
              <a:ext cx="22613" cy="14510"/>
            </a:xfrm>
            <a:custGeom>
              <a:avLst/>
              <a:gdLst/>
              <a:ahLst/>
              <a:cxnLst/>
              <a:rect l="l" t="t" r="r" b="b"/>
              <a:pathLst>
                <a:path w="840" h="539" fill="none" extrusionOk="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9" name="Google Shape;8486;p72">
              <a:extLst>
                <a:ext uri="{FF2B5EF4-FFF2-40B4-BE49-F238E27FC236}">
                  <a16:creationId xmlns:a16="http://schemas.microsoft.com/office/drawing/2014/main" id="{2CFAC79A-B7F2-CAD7-B488-736A6486A3E3}"/>
                </a:ext>
              </a:extLst>
            </p:cNvPr>
            <p:cNvSpPr/>
            <p:nvPr/>
          </p:nvSpPr>
          <p:spPr>
            <a:xfrm>
              <a:off x="5125911" y="-1980370"/>
              <a:ext cx="22586" cy="15641"/>
            </a:xfrm>
            <a:custGeom>
              <a:avLst/>
              <a:gdLst/>
              <a:ahLst/>
              <a:cxnLst/>
              <a:rect l="l" t="t" r="r" b="b"/>
              <a:pathLst>
                <a:path w="839" h="581" extrusionOk="0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0" name="Google Shape;8487;p72">
              <a:extLst>
                <a:ext uri="{FF2B5EF4-FFF2-40B4-BE49-F238E27FC236}">
                  <a16:creationId xmlns:a16="http://schemas.microsoft.com/office/drawing/2014/main" id="{470F6F47-E04F-2077-F9FD-ACF054B2B25C}"/>
                </a:ext>
              </a:extLst>
            </p:cNvPr>
            <p:cNvSpPr/>
            <p:nvPr/>
          </p:nvSpPr>
          <p:spPr>
            <a:xfrm>
              <a:off x="5125911" y="-1980370"/>
              <a:ext cx="22586" cy="15641"/>
            </a:xfrm>
            <a:custGeom>
              <a:avLst/>
              <a:gdLst/>
              <a:ahLst/>
              <a:cxnLst/>
              <a:rect l="l" t="t" r="r" b="b"/>
              <a:pathLst>
                <a:path w="839" h="581" fill="none" extrusionOk="0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1" name="Google Shape;8488;p72">
              <a:extLst>
                <a:ext uri="{FF2B5EF4-FFF2-40B4-BE49-F238E27FC236}">
                  <a16:creationId xmlns:a16="http://schemas.microsoft.com/office/drawing/2014/main" id="{FC5A0041-476F-3E58-5C38-491FF08A38E4}"/>
                </a:ext>
              </a:extLst>
            </p:cNvPr>
            <p:cNvSpPr/>
            <p:nvPr/>
          </p:nvSpPr>
          <p:spPr>
            <a:xfrm>
              <a:off x="5156573" y="-1969952"/>
              <a:ext cx="22586" cy="16798"/>
            </a:xfrm>
            <a:custGeom>
              <a:avLst/>
              <a:gdLst/>
              <a:ahLst/>
              <a:cxnLst/>
              <a:rect l="l" t="t" r="r" b="b"/>
              <a:pathLst>
                <a:path w="839" h="624" extrusionOk="0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2" name="Google Shape;8489;p72">
              <a:extLst>
                <a:ext uri="{FF2B5EF4-FFF2-40B4-BE49-F238E27FC236}">
                  <a16:creationId xmlns:a16="http://schemas.microsoft.com/office/drawing/2014/main" id="{C8C49A15-1AF9-FCAC-4F39-BFBBD65C8F91}"/>
                </a:ext>
              </a:extLst>
            </p:cNvPr>
            <p:cNvSpPr/>
            <p:nvPr/>
          </p:nvSpPr>
          <p:spPr>
            <a:xfrm>
              <a:off x="5156573" y="-1969952"/>
              <a:ext cx="22586" cy="16798"/>
            </a:xfrm>
            <a:custGeom>
              <a:avLst/>
              <a:gdLst/>
              <a:ahLst/>
              <a:cxnLst/>
              <a:rect l="l" t="t" r="r" b="b"/>
              <a:pathLst>
                <a:path w="839" h="624" fill="none" extrusionOk="0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3" name="Google Shape;8490;p72">
              <a:extLst>
                <a:ext uri="{FF2B5EF4-FFF2-40B4-BE49-F238E27FC236}">
                  <a16:creationId xmlns:a16="http://schemas.microsoft.com/office/drawing/2014/main" id="{061C0818-2329-F5B5-8547-A131F576F259}"/>
                </a:ext>
              </a:extLst>
            </p:cNvPr>
            <p:cNvSpPr/>
            <p:nvPr/>
          </p:nvSpPr>
          <p:spPr>
            <a:xfrm>
              <a:off x="5187235" y="-1959534"/>
              <a:ext cx="22613" cy="18548"/>
            </a:xfrm>
            <a:custGeom>
              <a:avLst/>
              <a:gdLst/>
              <a:ahLst/>
              <a:cxnLst/>
              <a:rect l="l" t="t" r="r" b="b"/>
              <a:pathLst>
                <a:path w="840" h="689" extrusionOk="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4" name="Google Shape;8491;p72">
              <a:extLst>
                <a:ext uri="{FF2B5EF4-FFF2-40B4-BE49-F238E27FC236}">
                  <a16:creationId xmlns:a16="http://schemas.microsoft.com/office/drawing/2014/main" id="{19CA05D1-61A1-45C8-A56F-6FB69B820383}"/>
                </a:ext>
              </a:extLst>
            </p:cNvPr>
            <p:cNvSpPr/>
            <p:nvPr/>
          </p:nvSpPr>
          <p:spPr>
            <a:xfrm>
              <a:off x="5187235" y="-1959534"/>
              <a:ext cx="22613" cy="18548"/>
            </a:xfrm>
            <a:custGeom>
              <a:avLst/>
              <a:gdLst/>
              <a:ahLst/>
              <a:cxnLst/>
              <a:rect l="l" t="t" r="r" b="b"/>
              <a:pathLst>
                <a:path w="840" h="689" fill="none" extrusionOk="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5" name="Google Shape;8492;p72">
              <a:extLst>
                <a:ext uri="{FF2B5EF4-FFF2-40B4-BE49-F238E27FC236}">
                  <a16:creationId xmlns:a16="http://schemas.microsoft.com/office/drawing/2014/main" id="{AC008C1C-B567-7E97-1989-638D03AE2012}"/>
                </a:ext>
              </a:extLst>
            </p:cNvPr>
            <p:cNvSpPr/>
            <p:nvPr/>
          </p:nvSpPr>
          <p:spPr>
            <a:xfrm>
              <a:off x="5217923" y="-1948550"/>
              <a:ext cx="23178" cy="19140"/>
            </a:xfrm>
            <a:custGeom>
              <a:avLst/>
              <a:gdLst/>
              <a:ahLst/>
              <a:cxnLst/>
              <a:rect l="l" t="t" r="r" b="b"/>
              <a:pathLst>
                <a:path w="861" h="711" extrusionOk="0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6" name="Google Shape;8493;p72">
              <a:extLst>
                <a:ext uri="{FF2B5EF4-FFF2-40B4-BE49-F238E27FC236}">
                  <a16:creationId xmlns:a16="http://schemas.microsoft.com/office/drawing/2014/main" id="{7D84CD92-4527-6EFF-BC05-7C654BB05306}"/>
                </a:ext>
              </a:extLst>
            </p:cNvPr>
            <p:cNvSpPr/>
            <p:nvPr/>
          </p:nvSpPr>
          <p:spPr>
            <a:xfrm>
              <a:off x="5217923" y="-1948550"/>
              <a:ext cx="23178" cy="19140"/>
            </a:xfrm>
            <a:custGeom>
              <a:avLst/>
              <a:gdLst/>
              <a:ahLst/>
              <a:cxnLst/>
              <a:rect l="l" t="t" r="r" b="b"/>
              <a:pathLst>
                <a:path w="861" h="711" fill="none" extrusionOk="0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7" name="Google Shape;8494;p72">
              <a:extLst>
                <a:ext uri="{FF2B5EF4-FFF2-40B4-BE49-F238E27FC236}">
                  <a16:creationId xmlns:a16="http://schemas.microsoft.com/office/drawing/2014/main" id="{15808A9C-2B04-3E0A-6460-A8281C5871DF}"/>
                </a:ext>
              </a:extLst>
            </p:cNvPr>
            <p:cNvSpPr/>
            <p:nvPr/>
          </p:nvSpPr>
          <p:spPr>
            <a:xfrm>
              <a:off x="6506665" y="-1590918"/>
              <a:ext cx="657413" cy="105930"/>
            </a:xfrm>
            <a:custGeom>
              <a:avLst/>
              <a:gdLst/>
              <a:ahLst/>
              <a:cxnLst/>
              <a:rect l="l" t="t" r="r" b="b"/>
              <a:pathLst>
                <a:path w="24421" h="3935" extrusionOk="0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8" name="Google Shape;8495;p72">
              <a:extLst>
                <a:ext uri="{FF2B5EF4-FFF2-40B4-BE49-F238E27FC236}">
                  <a16:creationId xmlns:a16="http://schemas.microsoft.com/office/drawing/2014/main" id="{4CFF8CB6-757E-10E1-BDB0-29DB2E947461}"/>
                </a:ext>
              </a:extLst>
            </p:cNvPr>
            <p:cNvSpPr/>
            <p:nvPr/>
          </p:nvSpPr>
          <p:spPr>
            <a:xfrm>
              <a:off x="6503192" y="-1515111"/>
              <a:ext cx="27" cy="619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9" name="Google Shape;8496;p72">
              <a:extLst>
                <a:ext uri="{FF2B5EF4-FFF2-40B4-BE49-F238E27FC236}">
                  <a16:creationId xmlns:a16="http://schemas.microsoft.com/office/drawing/2014/main" id="{901F0FF2-6ADB-1B65-2935-BB8BFD23C6EC}"/>
                </a:ext>
              </a:extLst>
            </p:cNvPr>
            <p:cNvSpPr/>
            <p:nvPr/>
          </p:nvSpPr>
          <p:spPr>
            <a:xfrm>
              <a:off x="6502034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0" name="Google Shape;8497;p72">
              <a:extLst>
                <a:ext uri="{FF2B5EF4-FFF2-40B4-BE49-F238E27FC236}">
                  <a16:creationId xmlns:a16="http://schemas.microsoft.com/office/drawing/2014/main" id="{AD09A280-706B-911A-7B92-02BF9717406F}"/>
                </a:ext>
              </a:extLst>
            </p:cNvPr>
            <p:cNvSpPr/>
            <p:nvPr/>
          </p:nvSpPr>
          <p:spPr>
            <a:xfrm>
              <a:off x="6501442" y="-1515111"/>
              <a:ext cx="619" cy="27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1" name="Google Shape;8498;p72">
              <a:extLst>
                <a:ext uri="{FF2B5EF4-FFF2-40B4-BE49-F238E27FC236}">
                  <a16:creationId xmlns:a16="http://schemas.microsoft.com/office/drawing/2014/main" id="{6E43E8DE-75F9-3396-BA9C-F7003629B78B}"/>
                </a:ext>
              </a:extLst>
            </p:cNvPr>
            <p:cNvSpPr/>
            <p:nvPr/>
          </p:nvSpPr>
          <p:spPr>
            <a:xfrm>
              <a:off x="6500877" y="-1515111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2" name="Google Shape;8499;p72">
              <a:extLst>
                <a:ext uri="{FF2B5EF4-FFF2-40B4-BE49-F238E27FC236}">
                  <a16:creationId xmlns:a16="http://schemas.microsoft.com/office/drawing/2014/main" id="{69A3EDAF-F0D6-1D14-EE53-791F0D072F54}"/>
                </a:ext>
              </a:extLst>
            </p:cNvPr>
            <p:cNvSpPr/>
            <p:nvPr/>
          </p:nvSpPr>
          <p:spPr>
            <a:xfrm>
              <a:off x="6499719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3" name="Google Shape;8500;p72">
              <a:extLst>
                <a:ext uri="{FF2B5EF4-FFF2-40B4-BE49-F238E27FC236}">
                  <a16:creationId xmlns:a16="http://schemas.microsoft.com/office/drawing/2014/main" id="{FDDEF651-4BB5-EC02-8211-11819887A58E}"/>
                </a:ext>
              </a:extLst>
            </p:cNvPr>
            <p:cNvSpPr/>
            <p:nvPr/>
          </p:nvSpPr>
          <p:spPr>
            <a:xfrm>
              <a:off x="6499127" y="-1515111"/>
              <a:ext cx="619" cy="27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4" name="Google Shape;8501;p72">
              <a:extLst>
                <a:ext uri="{FF2B5EF4-FFF2-40B4-BE49-F238E27FC236}">
                  <a16:creationId xmlns:a16="http://schemas.microsoft.com/office/drawing/2014/main" id="{F2CC0DD6-B472-9010-9A2B-B4DB1A33D7DC}"/>
                </a:ext>
              </a:extLst>
            </p:cNvPr>
            <p:cNvSpPr/>
            <p:nvPr/>
          </p:nvSpPr>
          <p:spPr>
            <a:xfrm>
              <a:off x="6498562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5" name="Google Shape;8502;p72">
              <a:extLst>
                <a:ext uri="{FF2B5EF4-FFF2-40B4-BE49-F238E27FC236}">
                  <a16:creationId xmlns:a16="http://schemas.microsoft.com/office/drawing/2014/main" id="{D53CC874-EBB2-DEF0-FD51-F16BD6474CF4}"/>
                </a:ext>
              </a:extLst>
            </p:cNvPr>
            <p:cNvSpPr/>
            <p:nvPr/>
          </p:nvSpPr>
          <p:spPr>
            <a:xfrm>
              <a:off x="6497404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6" name="Google Shape;8503;p72">
              <a:extLst>
                <a:ext uri="{FF2B5EF4-FFF2-40B4-BE49-F238E27FC236}">
                  <a16:creationId xmlns:a16="http://schemas.microsoft.com/office/drawing/2014/main" id="{C7C8D171-AFB6-5A4A-3BF1-4BE38225DF8F}"/>
                </a:ext>
              </a:extLst>
            </p:cNvPr>
            <p:cNvSpPr/>
            <p:nvPr/>
          </p:nvSpPr>
          <p:spPr>
            <a:xfrm>
              <a:off x="6496812" y="-1515111"/>
              <a:ext cx="619" cy="27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7" name="Google Shape;8504;p72">
              <a:extLst>
                <a:ext uri="{FF2B5EF4-FFF2-40B4-BE49-F238E27FC236}">
                  <a16:creationId xmlns:a16="http://schemas.microsoft.com/office/drawing/2014/main" id="{02382D86-E109-F70F-06F2-775725FDCC4F}"/>
                </a:ext>
              </a:extLst>
            </p:cNvPr>
            <p:cNvSpPr/>
            <p:nvPr/>
          </p:nvSpPr>
          <p:spPr>
            <a:xfrm>
              <a:off x="6496246" y="-1515677"/>
              <a:ext cx="592" cy="592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8" name="Google Shape;8505;p72">
              <a:extLst>
                <a:ext uri="{FF2B5EF4-FFF2-40B4-BE49-F238E27FC236}">
                  <a16:creationId xmlns:a16="http://schemas.microsoft.com/office/drawing/2014/main" id="{74C01D93-A2EF-B029-61D9-789BFEDDD0F1}"/>
                </a:ext>
              </a:extLst>
            </p:cNvPr>
            <p:cNvSpPr/>
            <p:nvPr/>
          </p:nvSpPr>
          <p:spPr>
            <a:xfrm>
              <a:off x="6495089" y="-1515677"/>
              <a:ext cx="1184" cy="27"/>
            </a:xfrm>
            <a:custGeom>
              <a:avLst/>
              <a:gdLst/>
              <a:ahLst/>
              <a:cxnLst/>
              <a:rect l="l" t="t" r="r" b="b"/>
              <a:pathLst>
                <a:path w="44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9" name="Google Shape;8506;p72">
              <a:extLst>
                <a:ext uri="{FF2B5EF4-FFF2-40B4-BE49-F238E27FC236}">
                  <a16:creationId xmlns:a16="http://schemas.microsoft.com/office/drawing/2014/main" id="{794889E9-5C41-836C-AA18-703139AB317F}"/>
                </a:ext>
              </a:extLst>
            </p:cNvPr>
            <p:cNvSpPr/>
            <p:nvPr/>
          </p:nvSpPr>
          <p:spPr>
            <a:xfrm>
              <a:off x="6506665" y="-1590918"/>
              <a:ext cx="657413" cy="105930"/>
            </a:xfrm>
            <a:custGeom>
              <a:avLst/>
              <a:gdLst/>
              <a:ahLst/>
              <a:cxnLst/>
              <a:rect l="l" t="t" r="r" b="b"/>
              <a:pathLst>
                <a:path w="24421" h="3935" fill="none" extrusionOk="0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0" name="Google Shape;8507;p72">
              <a:extLst>
                <a:ext uri="{FF2B5EF4-FFF2-40B4-BE49-F238E27FC236}">
                  <a16:creationId xmlns:a16="http://schemas.microsoft.com/office/drawing/2014/main" id="{DA8FD662-A938-D164-D6D4-DB330DC0586C}"/>
                </a:ext>
              </a:extLst>
            </p:cNvPr>
            <p:cNvSpPr/>
            <p:nvPr/>
          </p:nvSpPr>
          <p:spPr>
            <a:xfrm>
              <a:off x="5248585" y="-1938132"/>
              <a:ext cx="23178" cy="20271"/>
            </a:xfrm>
            <a:custGeom>
              <a:avLst/>
              <a:gdLst/>
              <a:ahLst/>
              <a:cxnLst/>
              <a:rect l="l" t="t" r="r" b="b"/>
              <a:pathLst>
                <a:path w="861" h="753" extrusionOk="0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1" name="Google Shape;8508;p72">
              <a:extLst>
                <a:ext uri="{FF2B5EF4-FFF2-40B4-BE49-F238E27FC236}">
                  <a16:creationId xmlns:a16="http://schemas.microsoft.com/office/drawing/2014/main" id="{37BF2967-C8D0-968A-AE7B-24C37E473954}"/>
                </a:ext>
              </a:extLst>
            </p:cNvPr>
            <p:cNvSpPr/>
            <p:nvPr/>
          </p:nvSpPr>
          <p:spPr>
            <a:xfrm>
              <a:off x="5248585" y="-1938132"/>
              <a:ext cx="23178" cy="20271"/>
            </a:xfrm>
            <a:custGeom>
              <a:avLst/>
              <a:gdLst/>
              <a:ahLst/>
              <a:cxnLst/>
              <a:rect l="l" t="t" r="r" b="b"/>
              <a:pathLst>
                <a:path w="861" h="753" fill="none" extrusionOk="0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2" name="Google Shape;8509;p72">
              <a:extLst>
                <a:ext uri="{FF2B5EF4-FFF2-40B4-BE49-F238E27FC236}">
                  <a16:creationId xmlns:a16="http://schemas.microsoft.com/office/drawing/2014/main" id="{094E2F56-3284-EBAA-7B59-F530E056A241}"/>
                </a:ext>
              </a:extLst>
            </p:cNvPr>
            <p:cNvSpPr/>
            <p:nvPr/>
          </p:nvSpPr>
          <p:spPr>
            <a:xfrm>
              <a:off x="5404264" y="-1884319"/>
              <a:ext cx="23151" cy="18548"/>
            </a:xfrm>
            <a:custGeom>
              <a:avLst/>
              <a:gdLst/>
              <a:ahLst/>
              <a:cxnLst/>
              <a:rect l="l" t="t" r="r" b="b"/>
              <a:pathLst>
                <a:path w="860" h="689" extrusionOk="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3" name="Google Shape;8510;p72">
              <a:extLst>
                <a:ext uri="{FF2B5EF4-FFF2-40B4-BE49-F238E27FC236}">
                  <a16:creationId xmlns:a16="http://schemas.microsoft.com/office/drawing/2014/main" id="{6F700042-EDCC-0262-8219-9D87667D60D8}"/>
                </a:ext>
              </a:extLst>
            </p:cNvPr>
            <p:cNvSpPr/>
            <p:nvPr/>
          </p:nvSpPr>
          <p:spPr>
            <a:xfrm>
              <a:off x="5404264" y="-1884319"/>
              <a:ext cx="23151" cy="18548"/>
            </a:xfrm>
            <a:custGeom>
              <a:avLst/>
              <a:gdLst/>
              <a:ahLst/>
              <a:cxnLst/>
              <a:rect l="l" t="t" r="r" b="b"/>
              <a:pathLst>
                <a:path w="860" h="689" fill="none" extrusionOk="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4" name="Google Shape;8511;p72">
              <a:extLst>
                <a:ext uri="{FF2B5EF4-FFF2-40B4-BE49-F238E27FC236}">
                  <a16:creationId xmlns:a16="http://schemas.microsoft.com/office/drawing/2014/main" id="{59BFAED3-188E-E6F7-2BB7-788B9896BCF0}"/>
                </a:ext>
              </a:extLst>
            </p:cNvPr>
            <p:cNvSpPr/>
            <p:nvPr/>
          </p:nvSpPr>
          <p:spPr>
            <a:xfrm>
              <a:off x="5434925" y="-1873901"/>
              <a:ext cx="23178" cy="20298"/>
            </a:xfrm>
            <a:custGeom>
              <a:avLst/>
              <a:gdLst/>
              <a:ahLst/>
              <a:cxnLst/>
              <a:rect l="l" t="t" r="r" b="b"/>
              <a:pathLst>
                <a:path w="861" h="754" extrusionOk="0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5" name="Google Shape;8512;p72">
              <a:extLst>
                <a:ext uri="{FF2B5EF4-FFF2-40B4-BE49-F238E27FC236}">
                  <a16:creationId xmlns:a16="http://schemas.microsoft.com/office/drawing/2014/main" id="{85C72347-E762-260F-F141-96B231979250}"/>
                </a:ext>
              </a:extLst>
            </p:cNvPr>
            <p:cNvSpPr/>
            <p:nvPr/>
          </p:nvSpPr>
          <p:spPr>
            <a:xfrm>
              <a:off x="5434925" y="-1873901"/>
              <a:ext cx="23178" cy="20298"/>
            </a:xfrm>
            <a:custGeom>
              <a:avLst/>
              <a:gdLst/>
              <a:ahLst/>
              <a:cxnLst/>
              <a:rect l="l" t="t" r="r" b="b"/>
              <a:pathLst>
                <a:path w="861" h="754" fill="none" extrusionOk="0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6" name="Google Shape;8513;p72">
              <a:extLst>
                <a:ext uri="{FF2B5EF4-FFF2-40B4-BE49-F238E27FC236}">
                  <a16:creationId xmlns:a16="http://schemas.microsoft.com/office/drawing/2014/main" id="{7521A864-5203-E077-3D92-21DC3159F963}"/>
                </a:ext>
              </a:extLst>
            </p:cNvPr>
            <p:cNvSpPr/>
            <p:nvPr/>
          </p:nvSpPr>
          <p:spPr>
            <a:xfrm>
              <a:off x="5465587" y="-1863483"/>
              <a:ext cx="23178" cy="21455"/>
            </a:xfrm>
            <a:custGeom>
              <a:avLst/>
              <a:gdLst/>
              <a:ahLst/>
              <a:cxnLst/>
              <a:rect l="l" t="t" r="r" b="b"/>
              <a:pathLst>
                <a:path w="861" h="797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7" name="Google Shape;8514;p72">
              <a:extLst>
                <a:ext uri="{FF2B5EF4-FFF2-40B4-BE49-F238E27FC236}">
                  <a16:creationId xmlns:a16="http://schemas.microsoft.com/office/drawing/2014/main" id="{31F16A6A-9466-2ACF-F3C8-DB1E841DD71C}"/>
                </a:ext>
              </a:extLst>
            </p:cNvPr>
            <p:cNvSpPr/>
            <p:nvPr/>
          </p:nvSpPr>
          <p:spPr>
            <a:xfrm>
              <a:off x="5465587" y="-1863483"/>
              <a:ext cx="23178" cy="21455"/>
            </a:xfrm>
            <a:custGeom>
              <a:avLst/>
              <a:gdLst/>
              <a:ahLst/>
              <a:cxnLst/>
              <a:rect l="l" t="t" r="r" b="b"/>
              <a:pathLst>
                <a:path w="861" h="797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8" name="Google Shape;8515;p72">
              <a:extLst>
                <a:ext uri="{FF2B5EF4-FFF2-40B4-BE49-F238E27FC236}">
                  <a16:creationId xmlns:a16="http://schemas.microsoft.com/office/drawing/2014/main" id="{0147076B-4A72-37FC-ED62-4B6B6F4E67E4}"/>
                </a:ext>
              </a:extLst>
            </p:cNvPr>
            <p:cNvSpPr/>
            <p:nvPr/>
          </p:nvSpPr>
          <p:spPr>
            <a:xfrm>
              <a:off x="5496276" y="-1853065"/>
              <a:ext cx="23151" cy="22586"/>
            </a:xfrm>
            <a:custGeom>
              <a:avLst/>
              <a:gdLst/>
              <a:ahLst/>
              <a:cxnLst/>
              <a:rect l="l" t="t" r="r" b="b"/>
              <a:pathLst>
                <a:path w="860" h="839" extrusionOk="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9" name="Google Shape;8516;p72">
              <a:extLst>
                <a:ext uri="{FF2B5EF4-FFF2-40B4-BE49-F238E27FC236}">
                  <a16:creationId xmlns:a16="http://schemas.microsoft.com/office/drawing/2014/main" id="{ABDAD315-17D3-7123-6733-BC5B56565E31}"/>
                </a:ext>
              </a:extLst>
            </p:cNvPr>
            <p:cNvSpPr/>
            <p:nvPr/>
          </p:nvSpPr>
          <p:spPr>
            <a:xfrm>
              <a:off x="5496276" y="-1853065"/>
              <a:ext cx="23151" cy="22586"/>
            </a:xfrm>
            <a:custGeom>
              <a:avLst/>
              <a:gdLst/>
              <a:ahLst/>
              <a:cxnLst/>
              <a:rect l="l" t="t" r="r" b="b"/>
              <a:pathLst>
                <a:path w="860" h="839" fill="none" extrusionOk="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0" name="Google Shape;8517;p72">
              <a:extLst>
                <a:ext uri="{FF2B5EF4-FFF2-40B4-BE49-F238E27FC236}">
                  <a16:creationId xmlns:a16="http://schemas.microsoft.com/office/drawing/2014/main" id="{2C37C91C-A690-D02F-E65C-8562DF74BCE9}"/>
                </a:ext>
              </a:extLst>
            </p:cNvPr>
            <p:cNvSpPr/>
            <p:nvPr/>
          </p:nvSpPr>
          <p:spPr>
            <a:xfrm>
              <a:off x="5526346" y="-1842055"/>
              <a:ext cx="24336" cy="23743"/>
            </a:xfrm>
            <a:custGeom>
              <a:avLst/>
              <a:gdLst/>
              <a:ahLst/>
              <a:cxnLst/>
              <a:rect l="l" t="t" r="r" b="b"/>
              <a:pathLst>
                <a:path w="904" h="882" extrusionOk="0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1" name="Google Shape;8518;p72">
              <a:extLst>
                <a:ext uri="{FF2B5EF4-FFF2-40B4-BE49-F238E27FC236}">
                  <a16:creationId xmlns:a16="http://schemas.microsoft.com/office/drawing/2014/main" id="{71520A87-4B83-7307-F94C-6256B0C2B4C0}"/>
                </a:ext>
              </a:extLst>
            </p:cNvPr>
            <p:cNvSpPr/>
            <p:nvPr/>
          </p:nvSpPr>
          <p:spPr>
            <a:xfrm>
              <a:off x="5526346" y="-1842055"/>
              <a:ext cx="24336" cy="23743"/>
            </a:xfrm>
            <a:custGeom>
              <a:avLst/>
              <a:gdLst/>
              <a:ahLst/>
              <a:cxnLst/>
              <a:rect l="l" t="t" r="r" b="b"/>
              <a:pathLst>
                <a:path w="904" h="882" fill="none" extrusionOk="0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2" name="Google Shape;8519;p72">
              <a:extLst>
                <a:ext uri="{FF2B5EF4-FFF2-40B4-BE49-F238E27FC236}">
                  <a16:creationId xmlns:a16="http://schemas.microsoft.com/office/drawing/2014/main" id="{04EE7E8B-E14F-CB87-4926-F4D4C68C324C}"/>
                </a:ext>
              </a:extLst>
            </p:cNvPr>
            <p:cNvSpPr/>
            <p:nvPr/>
          </p:nvSpPr>
          <p:spPr>
            <a:xfrm>
              <a:off x="5557035" y="-1831637"/>
              <a:ext cx="24336" cy="24901"/>
            </a:xfrm>
            <a:custGeom>
              <a:avLst/>
              <a:gdLst/>
              <a:ahLst/>
              <a:cxnLst/>
              <a:rect l="l" t="t" r="r" b="b"/>
              <a:pathLst>
                <a:path w="904" h="925" extrusionOk="0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3" name="Google Shape;8520;p72">
              <a:extLst>
                <a:ext uri="{FF2B5EF4-FFF2-40B4-BE49-F238E27FC236}">
                  <a16:creationId xmlns:a16="http://schemas.microsoft.com/office/drawing/2014/main" id="{20B0EC94-EAE5-3AAF-1939-5CF1D61B0502}"/>
                </a:ext>
              </a:extLst>
            </p:cNvPr>
            <p:cNvSpPr/>
            <p:nvPr/>
          </p:nvSpPr>
          <p:spPr>
            <a:xfrm>
              <a:off x="5557035" y="-1831637"/>
              <a:ext cx="24336" cy="24901"/>
            </a:xfrm>
            <a:custGeom>
              <a:avLst/>
              <a:gdLst/>
              <a:ahLst/>
              <a:cxnLst/>
              <a:rect l="l" t="t" r="r" b="b"/>
              <a:pathLst>
                <a:path w="904" h="925" fill="none" extrusionOk="0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4" name="Google Shape;8521;p72">
              <a:extLst>
                <a:ext uri="{FF2B5EF4-FFF2-40B4-BE49-F238E27FC236}">
                  <a16:creationId xmlns:a16="http://schemas.microsoft.com/office/drawing/2014/main" id="{AD3859FE-DC1E-7735-0EE4-D667A7D579D7}"/>
                </a:ext>
              </a:extLst>
            </p:cNvPr>
            <p:cNvSpPr/>
            <p:nvPr/>
          </p:nvSpPr>
          <p:spPr>
            <a:xfrm>
              <a:off x="5587696" y="-1821246"/>
              <a:ext cx="24336" cy="26651"/>
            </a:xfrm>
            <a:custGeom>
              <a:avLst/>
              <a:gdLst/>
              <a:ahLst/>
              <a:cxnLst/>
              <a:rect l="l" t="t" r="r" b="b"/>
              <a:pathLst>
                <a:path w="904" h="990" extrusionOk="0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5" name="Google Shape;8522;p72">
              <a:extLst>
                <a:ext uri="{FF2B5EF4-FFF2-40B4-BE49-F238E27FC236}">
                  <a16:creationId xmlns:a16="http://schemas.microsoft.com/office/drawing/2014/main" id="{F02E1434-F579-FC52-0629-A0FE48A6E62B}"/>
                </a:ext>
              </a:extLst>
            </p:cNvPr>
            <p:cNvSpPr/>
            <p:nvPr/>
          </p:nvSpPr>
          <p:spPr>
            <a:xfrm>
              <a:off x="5587696" y="-1821246"/>
              <a:ext cx="24336" cy="26651"/>
            </a:xfrm>
            <a:custGeom>
              <a:avLst/>
              <a:gdLst/>
              <a:ahLst/>
              <a:cxnLst/>
              <a:rect l="l" t="t" r="r" b="b"/>
              <a:pathLst>
                <a:path w="904" h="990" fill="none" extrusionOk="0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6" name="Google Shape;8523;p72">
              <a:extLst>
                <a:ext uri="{FF2B5EF4-FFF2-40B4-BE49-F238E27FC236}">
                  <a16:creationId xmlns:a16="http://schemas.microsoft.com/office/drawing/2014/main" id="{1C873A83-E945-9001-F275-60DAB14036C9}"/>
                </a:ext>
              </a:extLst>
            </p:cNvPr>
            <p:cNvSpPr/>
            <p:nvPr/>
          </p:nvSpPr>
          <p:spPr>
            <a:xfrm>
              <a:off x="5618358" y="-1810235"/>
              <a:ext cx="24336" cy="27216"/>
            </a:xfrm>
            <a:custGeom>
              <a:avLst/>
              <a:gdLst/>
              <a:ahLst/>
              <a:cxnLst/>
              <a:rect l="l" t="t" r="r" b="b"/>
              <a:pathLst>
                <a:path w="904" h="1011" extrusionOk="0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7" name="Google Shape;8524;p72">
              <a:extLst>
                <a:ext uri="{FF2B5EF4-FFF2-40B4-BE49-F238E27FC236}">
                  <a16:creationId xmlns:a16="http://schemas.microsoft.com/office/drawing/2014/main" id="{6DF05941-1917-F37A-36DA-EDED1F80DA79}"/>
                </a:ext>
              </a:extLst>
            </p:cNvPr>
            <p:cNvSpPr/>
            <p:nvPr/>
          </p:nvSpPr>
          <p:spPr>
            <a:xfrm>
              <a:off x="5618358" y="-1810235"/>
              <a:ext cx="24336" cy="27216"/>
            </a:xfrm>
            <a:custGeom>
              <a:avLst/>
              <a:gdLst/>
              <a:ahLst/>
              <a:cxnLst/>
              <a:rect l="l" t="t" r="r" b="b"/>
              <a:pathLst>
                <a:path w="904" h="1011" fill="none" extrusionOk="0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8" name="Google Shape;8525;p72">
              <a:extLst>
                <a:ext uri="{FF2B5EF4-FFF2-40B4-BE49-F238E27FC236}">
                  <a16:creationId xmlns:a16="http://schemas.microsoft.com/office/drawing/2014/main" id="{9EAE95F4-C9AB-0A63-2C76-6724E05374C5}"/>
                </a:ext>
              </a:extLst>
            </p:cNvPr>
            <p:cNvSpPr/>
            <p:nvPr/>
          </p:nvSpPr>
          <p:spPr>
            <a:xfrm>
              <a:off x="5649047" y="-1799252"/>
              <a:ext cx="24336" cy="28401"/>
            </a:xfrm>
            <a:custGeom>
              <a:avLst/>
              <a:gdLst/>
              <a:ahLst/>
              <a:cxnLst/>
              <a:rect l="l" t="t" r="r" b="b"/>
              <a:pathLst>
                <a:path w="904" h="1055" extrusionOk="0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9" name="Google Shape;8526;p72">
              <a:extLst>
                <a:ext uri="{FF2B5EF4-FFF2-40B4-BE49-F238E27FC236}">
                  <a16:creationId xmlns:a16="http://schemas.microsoft.com/office/drawing/2014/main" id="{F8962970-96E0-4F80-288F-AAFB945A8E11}"/>
                </a:ext>
              </a:extLst>
            </p:cNvPr>
            <p:cNvSpPr/>
            <p:nvPr/>
          </p:nvSpPr>
          <p:spPr>
            <a:xfrm>
              <a:off x="5649047" y="-1799252"/>
              <a:ext cx="24336" cy="28401"/>
            </a:xfrm>
            <a:custGeom>
              <a:avLst/>
              <a:gdLst/>
              <a:ahLst/>
              <a:cxnLst/>
              <a:rect l="l" t="t" r="r" b="b"/>
              <a:pathLst>
                <a:path w="904" h="1055" fill="none" extrusionOk="0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0" name="Google Shape;8527;p72">
              <a:extLst>
                <a:ext uri="{FF2B5EF4-FFF2-40B4-BE49-F238E27FC236}">
                  <a16:creationId xmlns:a16="http://schemas.microsoft.com/office/drawing/2014/main" id="{7B4AEA3D-FD72-6545-BDB0-29F0B8DC4D03}"/>
                </a:ext>
              </a:extLst>
            </p:cNvPr>
            <p:cNvSpPr/>
            <p:nvPr/>
          </p:nvSpPr>
          <p:spPr>
            <a:xfrm>
              <a:off x="5679709" y="-178824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1" name="Google Shape;8528;p72">
              <a:extLst>
                <a:ext uri="{FF2B5EF4-FFF2-40B4-BE49-F238E27FC236}">
                  <a16:creationId xmlns:a16="http://schemas.microsoft.com/office/drawing/2014/main" id="{028F9F60-43B0-02E0-A433-48C05B927F13}"/>
                </a:ext>
              </a:extLst>
            </p:cNvPr>
            <p:cNvSpPr/>
            <p:nvPr/>
          </p:nvSpPr>
          <p:spPr>
            <a:xfrm>
              <a:off x="5679709" y="-178824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2" name="Google Shape;8529;p72">
              <a:extLst>
                <a:ext uri="{FF2B5EF4-FFF2-40B4-BE49-F238E27FC236}">
                  <a16:creationId xmlns:a16="http://schemas.microsoft.com/office/drawing/2014/main" id="{F8FB1B95-3842-9030-BB31-80C52B8C65DC}"/>
                </a:ext>
              </a:extLst>
            </p:cNvPr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3" name="Google Shape;8530;p72">
              <a:extLst>
                <a:ext uri="{FF2B5EF4-FFF2-40B4-BE49-F238E27FC236}">
                  <a16:creationId xmlns:a16="http://schemas.microsoft.com/office/drawing/2014/main" id="{BAF2466C-A33C-EE08-C980-0776B2AB2105}"/>
                </a:ext>
              </a:extLst>
            </p:cNvPr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4" name="Google Shape;8531;p72">
              <a:extLst>
                <a:ext uri="{FF2B5EF4-FFF2-40B4-BE49-F238E27FC236}">
                  <a16:creationId xmlns:a16="http://schemas.microsoft.com/office/drawing/2014/main" id="{9F77D214-13FE-02D5-6E34-82F630F8499E}"/>
                </a:ext>
              </a:extLst>
            </p:cNvPr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5" name="Google Shape;8532;p72">
              <a:extLst>
                <a:ext uri="{FF2B5EF4-FFF2-40B4-BE49-F238E27FC236}">
                  <a16:creationId xmlns:a16="http://schemas.microsoft.com/office/drawing/2014/main" id="{D96284B8-4689-424C-B78E-AE99798C1DFD}"/>
                </a:ext>
              </a:extLst>
            </p:cNvPr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6" name="Google Shape;8533;p72">
              <a:extLst>
                <a:ext uri="{FF2B5EF4-FFF2-40B4-BE49-F238E27FC236}">
                  <a16:creationId xmlns:a16="http://schemas.microsoft.com/office/drawing/2014/main" id="{0FD95906-9A7C-AE8B-03D8-16C144A12D08}"/>
                </a:ext>
              </a:extLst>
            </p:cNvPr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7" name="Google Shape;8534;p72">
              <a:extLst>
                <a:ext uri="{FF2B5EF4-FFF2-40B4-BE49-F238E27FC236}">
                  <a16:creationId xmlns:a16="http://schemas.microsoft.com/office/drawing/2014/main" id="{4E4D9B07-9115-92C2-4416-BDE3BA093BAE}"/>
                </a:ext>
              </a:extLst>
            </p:cNvPr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8" name="Google Shape;8535;p72">
              <a:extLst>
                <a:ext uri="{FF2B5EF4-FFF2-40B4-BE49-F238E27FC236}">
                  <a16:creationId xmlns:a16="http://schemas.microsoft.com/office/drawing/2014/main" id="{7748BFA5-4CF1-8F14-66B2-E2B7E111E464}"/>
                </a:ext>
              </a:extLst>
            </p:cNvPr>
            <p:cNvSpPr/>
            <p:nvPr/>
          </p:nvSpPr>
          <p:spPr>
            <a:xfrm>
              <a:off x="5348701" y="-1903998"/>
              <a:ext cx="2342" cy="619"/>
            </a:xfrm>
            <a:custGeom>
              <a:avLst/>
              <a:gdLst/>
              <a:ahLst/>
              <a:cxnLst/>
              <a:rect l="l" t="t" r="r" b="b"/>
              <a:pathLst>
                <a:path w="87" h="23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9" name="Google Shape;8536;p72">
              <a:extLst>
                <a:ext uri="{FF2B5EF4-FFF2-40B4-BE49-F238E27FC236}">
                  <a16:creationId xmlns:a16="http://schemas.microsoft.com/office/drawing/2014/main" id="{0273DA54-9765-EEBE-EC20-C5A3A95A553B}"/>
                </a:ext>
              </a:extLst>
            </p:cNvPr>
            <p:cNvSpPr/>
            <p:nvPr/>
          </p:nvSpPr>
          <p:spPr>
            <a:xfrm>
              <a:off x="5348701" y="-1903998"/>
              <a:ext cx="2342" cy="619"/>
            </a:xfrm>
            <a:custGeom>
              <a:avLst/>
              <a:gdLst/>
              <a:ahLst/>
              <a:cxnLst/>
              <a:rect l="l" t="t" r="r" b="b"/>
              <a:pathLst>
                <a:path w="87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0" name="Google Shape;8537;p72">
              <a:extLst>
                <a:ext uri="{FF2B5EF4-FFF2-40B4-BE49-F238E27FC236}">
                  <a16:creationId xmlns:a16="http://schemas.microsoft.com/office/drawing/2014/main" id="{A12BFC46-5DDB-4D60-30E5-10610D04DB87}"/>
                </a:ext>
              </a:extLst>
            </p:cNvPr>
            <p:cNvSpPr/>
            <p:nvPr/>
          </p:nvSpPr>
          <p:spPr>
            <a:xfrm>
              <a:off x="6201123" y="-1637786"/>
              <a:ext cx="479176" cy="127332"/>
            </a:xfrm>
            <a:custGeom>
              <a:avLst/>
              <a:gdLst/>
              <a:ahLst/>
              <a:cxnLst/>
              <a:rect l="l" t="t" r="r" b="b"/>
              <a:pathLst>
                <a:path w="17800" h="4730" extrusionOk="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1" name="Google Shape;8538;p72">
              <a:extLst>
                <a:ext uri="{FF2B5EF4-FFF2-40B4-BE49-F238E27FC236}">
                  <a16:creationId xmlns:a16="http://schemas.microsoft.com/office/drawing/2014/main" id="{B8C19B53-907F-D003-54F5-5BC5E8D1B78C}"/>
                </a:ext>
              </a:extLst>
            </p:cNvPr>
            <p:cNvSpPr/>
            <p:nvPr/>
          </p:nvSpPr>
          <p:spPr>
            <a:xfrm>
              <a:off x="6201123" y="-1637786"/>
              <a:ext cx="479176" cy="127332"/>
            </a:xfrm>
            <a:custGeom>
              <a:avLst/>
              <a:gdLst/>
              <a:ahLst/>
              <a:cxnLst/>
              <a:rect l="l" t="t" r="r" b="b"/>
              <a:pathLst>
                <a:path w="17800" h="4730" fill="none" extrusionOk="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2" name="Google Shape;8539;p72">
              <a:extLst>
                <a:ext uri="{FF2B5EF4-FFF2-40B4-BE49-F238E27FC236}">
                  <a16:creationId xmlns:a16="http://schemas.microsoft.com/office/drawing/2014/main" id="{E7807B1B-D74A-CF26-9B95-C0D59028719A}"/>
                </a:ext>
              </a:extLst>
            </p:cNvPr>
            <p:cNvSpPr/>
            <p:nvPr/>
          </p:nvSpPr>
          <p:spPr>
            <a:xfrm>
              <a:off x="4748600" y="-2040563"/>
              <a:ext cx="792256" cy="877915"/>
            </a:xfrm>
            <a:custGeom>
              <a:avLst/>
              <a:gdLst/>
              <a:ahLst/>
              <a:cxnLst/>
              <a:rect l="l" t="t" r="r" b="b"/>
              <a:pathLst>
                <a:path w="29430" h="32612" extrusionOk="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3" name="Google Shape;8540;p72">
              <a:extLst>
                <a:ext uri="{FF2B5EF4-FFF2-40B4-BE49-F238E27FC236}">
                  <a16:creationId xmlns:a16="http://schemas.microsoft.com/office/drawing/2014/main" id="{841204D9-7BB7-6F67-E5F4-D700AD8999A4}"/>
                </a:ext>
              </a:extLst>
            </p:cNvPr>
            <p:cNvSpPr/>
            <p:nvPr/>
          </p:nvSpPr>
          <p:spPr>
            <a:xfrm>
              <a:off x="6585944" y="-1608282"/>
              <a:ext cx="424771" cy="335665"/>
            </a:xfrm>
            <a:custGeom>
              <a:avLst/>
              <a:gdLst/>
              <a:ahLst/>
              <a:cxnLst/>
              <a:rect l="l" t="t" r="r" b="b"/>
              <a:pathLst>
                <a:path w="15779" h="12469" extrusionOk="0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4" name="Google Shape;8541;p72">
              <a:extLst>
                <a:ext uri="{FF2B5EF4-FFF2-40B4-BE49-F238E27FC236}">
                  <a16:creationId xmlns:a16="http://schemas.microsoft.com/office/drawing/2014/main" id="{80FE184E-0A3F-960F-BDDF-2DD69D5ED32C}"/>
                </a:ext>
              </a:extLst>
            </p:cNvPr>
            <p:cNvSpPr/>
            <p:nvPr/>
          </p:nvSpPr>
          <p:spPr>
            <a:xfrm>
              <a:off x="4876497" y="-2033618"/>
              <a:ext cx="664359" cy="837966"/>
            </a:xfrm>
            <a:custGeom>
              <a:avLst/>
              <a:gdLst/>
              <a:ahLst/>
              <a:cxnLst/>
              <a:rect l="l" t="t" r="r" b="b"/>
              <a:pathLst>
                <a:path w="24679" h="31128" extrusionOk="0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5" name="Google Shape;8542;p72">
              <a:extLst>
                <a:ext uri="{FF2B5EF4-FFF2-40B4-BE49-F238E27FC236}">
                  <a16:creationId xmlns:a16="http://schemas.microsoft.com/office/drawing/2014/main" id="{1E52C089-75B8-CE70-0649-393B4E3EBABE}"/>
                </a:ext>
              </a:extLst>
            </p:cNvPr>
            <p:cNvSpPr/>
            <p:nvPr/>
          </p:nvSpPr>
          <p:spPr>
            <a:xfrm>
              <a:off x="5422758" y="-2454431"/>
              <a:ext cx="1784150" cy="497105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6" name="Google Shape;8543;p72">
              <a:extLst>
                <a:ext uri="{FF2B5EF4-FFF2-40B4-BE49-F238E27FC236}">
                  <a16:creationId xmlns:a16="http://schemas.microsoft.com/office/drawing/2014/main" id="{3DA97592-E198-CDB4-6E54-EBAE662F6BB4}"/>
                </a:ext>
              </a:extLst>
            </p:cNvPr>
            <p:cNvSpPr/>
            <p:nvPr/>
          </p:nvSpPr>
          <p:spPr>
            <a:xfrm>
              <a:off x="6425635" y="-1879097"/>
              <a:ext cx="149325" cy="112283"/>
            </a:xfrm>
            <a:custGeom>
              <a:avLst/>
              <a:gdLst/>
              <a:ahLst/>
              <a:cxnLst/>
              <a:rect l="l" t="t" r="r" b="b"/>
              <a:pathLst>
                <a:path w="5547" h="4171" extrusionOk="0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7" name="Google Shape;8544;p72">
              <a:extLst>
                <a:ext uri="{FF2B5EF4-FFF2-40B4-BE49-F238E27FC236}">
                  <a16:creationId xmlns:a16="http://schemas.microsoft.com/office/drawing/2014/main" id="{079BD471-04B6-9826-7B54-2CE39CD49F4C}"/>
                </a:ext>
              </a:extLst>
            </p:cNvPr>
            <p:cNvSpPr/>
            <p:nvPr/>
          </p:nvSpPr>
          <p:spPr>
            <a:xfrm>
              <a:off x="6425635" y="-1879097"/>
              <a:ext cx="149325" cy="112283"/>
            </a:xfrm>
            <a:custGeom>
              <a:avLst/>
              <a:gdLst/>
              <a:ahLst/>
              <a:cxnLst/>
              <a:rect l="l" t="t" r="r" b="b"/>
              <a:pathLst>
                <a:path w="5547" h="41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8" name="Google Shape;8545;p72">
              <a:extLst>
                <a:ext uri="{FF2B5EF4-FFF2-40B4-BE49-F238E27FC236}">
                  <a16:creationId xmlns:a16="http://schemas.microsoft.com/office/drawing/2014/main" id="{5E61A9EA-6A49-EC9F-AEA7-03842841B101}"/>
                </a:ext>
              </a:extLst>
            </p:cNvPr>
            <p:cNvSpPr/>
            <p:nvPr/>
          </p:nvSpPr>
          <p:spPr>
            <a:xfrm>
              <a:off x="6440684" y="-1860010"/>
              <a:ext cx="159178" cy="67165"/>
            </a:xfrm>
            <a:custGeom>
              <a:avLst/>
              <a:gdLst/>
              <a:ahLst/>
              <a:cxnLst/>
              <a:rect l="l" t="t" r="r" b="b"/>
              <a:pathLst>
                <a:path w="5913" h="2495" extrusionOk="0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9" name="Google Shape;8546;p72">
              <a:extLst>
                <a:ext uri="{FF2B5EF4-FFF2-40B4-BE49-F238E27FC236}">
                  <a16:creationId xmlns:a16="http://schemas.microsoft.com/office/drawing/2014/main" id="{76EECF41-8AA2-EAD3-356C-3F61A19B7AFF}"/>
                </a:ext>
              </a:extLst>
            </p:cNvPr>
            <p:cNvSpPr/>
            <p:nvPr/>
          </p:nvSpPr>
          <p:spPr>
            <a:xfrm>
              <a:off x="6974830" y="-1636063"/>
              <a:ext cx="50933" cy="24336"/>
            </a:xfrm>
            <a:custGeom>
              <a:avLst/>
              <a:gdLst/>
              <a:ahLst/>
              <a:cxnLst/>
              <a:rect l="l" t="t" r="r" b="b"/>
              <a:pathLst>
                <a:path w="1892" h="904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0" name="Google Shape;8547;p72">
              <a:extLst>
                <a:ext uri="{FF2B5EF4-FFF2-40B4-BE49-F238E27FC236}">
                  <a16:creationId xmlns:a16="http://schemas.microsoft.com/office/drawing/2014/main" id="{249865EC-606A-EE9D-9340-89CB71ACC937}"/>
                </a:ext>
              </a:extLst>
            </p:cNvPr>
            <p:cNvSpPr/>
            <p:nvPr/>
          </p:nvSpPr>
          <p:spPr>
            <a:xfrm>
              <a:off x="6974830" y="-1636063"/>
              <a:ext cx="50933" cy="24336"/>
            </a:xfrm>
            <a:custGeom>
              <a:avLst/>
              <a:gdLst/>
              <a:ahLst/>
              <a:cxnLst/>
              <a:rect l="l" t="t" r="r" b="b"/>
              <a:pathLst>
                <a:path w="1892" h="90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1" name="Google Shape;8548;p72">
              <a:extLst>
                <a:ext uri="{FF2B5EF4-FFF2-40B4-BE49-F238E27FC236}">
                  <a16:creationId xmlns:a16="http://schemas.microsoft.com/office/drawing/2014/main" id="{D11FE8BF-D211-F60F-C5ED-F456243C6258}"/>
                </a:ext>
              </a:extLst>
            </p:cNvPr>
            <p:cNvSpPr/>
            <p:nvPr/>
          </p:nvSpPr>
          <p:spPr>
            <a:xfrm>
              <a:off x="6779795" y="-1685246"/>
              <a:ext cx="245968" cy="73519"/>
            </a:xfrm>
            <a:custGeom>
              <a:avLst/>
              <a:gdLst/>
              <a:ahLst/>
              <a:cxnLst/>
              <a:rect l="l" t="t" r="r" b="b"/>
              <a:pathLst>
                <a:path w="9137" h="2731" extrusionOk="0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2" name="Google Shape;8549;p72">
              <a:extLst>
                <a:ext uri="{FF2B5EF4-FFF2-40B4-BE49-F238E27FC236}">
                  <a16:creationId xmlns:a16="http://schemas.microsoft.com/office/drawing/2014/main" id="{AFE18DC2-AA29-D5B4-5FB2-F88985D45B60}"/>
                </a:ext>
              </a:extLst>
            </p:cNvPr>
            <p:cNvSpPr/>
            <p:nvPr/>
          </p:nvSpPr>
          <p:spPr>
            <a:xfrm>
              <a:off x="6779795" y="-1685246"/>
              <a:ext cx="245968" cy="73519"/>
            </a:xfrm>
            <a:custGeom>
              <a:avLst/>
              <a:gdLst/>
              <a:ahLst/>
              <a:cxnLst/>
              <a:rect l="l" t="t" r="r" b="b"/>
              <a:pathLst>
                <a:path w="9137" h="2731" fill="none" extrusionOk="0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3" name="Google Shape;8550;p72">
              <a:extLst>
                <a:ext uri="{FF2B5EF4-FFF2-40B4-BE49-F238E27FC236}">
                  <a16:creationId xmlns:a16="http://schemas.microsoft.com/office/drawing/2014/main" id="{823D9E87-9DC6-5201-FEAE-06A62AE1FB5D}"/>
                </a:ext>
              </a:extLst>
            </p:cNvPr>
            <p:cNvSpPr/>
            <p:nvPr/>
          </p:nvSpPr>
          <p:spPr>
            <a:xfrm>
              <a:off x="6824347" y="-1698544"/>
              <a:ext cx="150510" cy="68296"/>
            </a:xfrm>
            <a:custGeom>
              <a:avLst/>
              <a:gdLst/>
              <a:ahLst/>
              <a:cxnLst/>
              <a:rect l="l" t="t" r="r" b="b"/>
              <a:pathLst>
                <a:path w="5591" h="2537" extrusionOk="0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4" name="Google Shape;8551;p72">
              <a:extLst>
                <a:ext uri="{FF2B5EF4-FFF2-40B4-BE49-F238E27FC236}">
                  <a16:creationId xmlns:a16="http://schemas.microsoft.com/office/drawing/2014/main" id="{A6D7D47D-4275-FC43-D3C3-E8A616D8D3FB}"/>
                </a:ext>
              </a:extLst>
            </p:cNvPr>
            <p:cNvSpPr/>
            <p:nvPr/>
          </p:nvSpPr>
          <p:spPr>
            <a:xfrm>
              <a:off x="6533288" y="-1808512"/>
              <a:ext cx="311357" cy="152825"/>
            </a:xfrm>
            <a:custGeom>
              <a:avLst/>
              <a:gdLst/>
              <a:ahLst/>
              <a:cxnLst/>
              <a:rect l="l" t="t" r="r" b="b"/>
              <a:pathLst>
                <a:path w="11566" h="5677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5" name="Google Shape;8552;p72">
              <a:extLst>
                <a:ext uri="{FF2B5EF4-FFF2-40B4-BE49-F238E27FC236}">
                  <a16:creationId xmlns:a16="http://schemas.microsoft.com/office/drawing/2014/main" id="{5DEE6F22-7083-B93D-AB3F-7D9AC00644A1}"/>
                </a:ext>
              </a:extLst>
            </p:cNvPr>
            <p:cNvSpPr/>
            <p:nvPr/>
          </p:nvSpPr>
          <p:spPr>
            <a:xfrm>
              <a:off x="6533288" y="-1808512"/>
              <a:ext cx="311357" cy="152825"/>
            </a:xfrm>
            <a:custGeom>
              <a:avLst/>
              <a:gdLst/>
              <a:ahLst/>
              <a:cxnLst/>
              <a:rect l="l" t="t" r="r" b="b"/>
              <a:pathLst>
                <a:path w="11566" h="5677" fill="none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7" name="Google Shape;8287;p72"/>
          <p:cNvSpPr txBox="1">
            <a:spLocks noGrp="1"/>
          </p:cNvSpPr>
          <p:nvPr>
            <p:ph type="title"/>
          </p:nvPr>
        </p:nvSpPr>
        <p:spPr>
          <a:xfrm>
            <a:off x="4191000" y="365759"/>
            <a:ext cx="4846320" cy="1309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rgbClr val="4B94D8"/>
                </a:solidFill>
              </a:rPr>
              <a:t>Thanks!</a:t>
            </a:r>
            <a:endParaRPr sz="7200" dirty="0">
              <a:solidFill>
                <a:srgbClr val="4B94D8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EEF0E6-EBB8-7D5B-F0FA-5411B771B5DB}"/>
              </a:ext>
            </a:extLst>
          </p:cNvPr>
          <p:cNvGrpSpPr/>
          <p:nvPr/>
        </p:nvGrpSpPr>
        <p:grpSpPr>
          <a:xfrm>
            <a:off x="4688550" y="2798773"/>
            <a:ext cx="3654600" cy="759000"/>
            <a:chOff x="4688550" y="2798773"/>
            <a:chExt cx="3654600" cy="759000"/>
          </a:xfrm>
        </p:grpSpPr>
        <p:sp>
          <p:nvSpPr>
            <p:cNvPr id="8288" name="Google Shape;8288;p72"/>
            <p:cNvSpPr/>
            <p:nvPr/>
          </p:nvSpPr>
          <p:spPr>
            <a:xfrm>
              <a:off x="7584150" y="2798773"/>
              <a:ext cx="759000" cy="759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89" name="Google Shape;8289;p72"/>
            <p:cNvSpPr/>
            <p:nvPr/>
          </p:nvSpPr>
          <p:spPr>
            <a:xfrm>
              <a:off x="6618950" y="2798773"/>
              <a:ext cx="759000" cy="759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0" name="Google Shape;8290;p72"/>
            <p:cNvSpPr/>
            <p:nvPr/>
          </p:nvSpPr>
          <p:spPr>
            <a:xfrm>
              <a:off x="5653750" y="2798773"/>
              <a:ext cx="759000" cy="759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1" name="Google Shape;8291;p72"/>
            <p:cNvSpPr/>
            <p:nvPr/>
          </p:nvSpPr>
          <p:spPr>
            <a:xfrm>
              <a:off x="4688550" y="2798773"/>
              <a:ext cx="759000" cy="759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00" name="Google Shape;8300;p72"/>
          <p:cNvGrpSpPr/>
          <p:nvPr/>
        </p:nvGrpSpPr>
        <p:grpSpPr>
          <a:xfrm>
            <a:off x="870179" y="3938138"/>
            <a:ext cx="811246" cy="1205364"/>
            <a:chOff x="8044750" y="-1789024"/>
            <a:chExt cx="811246" cy="1205364"/>
          </a:xfrm>
        </p:grpSpPr>
        <p:sp>
          <p:nvSpPr>
            <p:cNvPr id="8301" name="Google Shape;8301;p72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2" name="Google Shape;8302;p72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3" name="Google Shape;8303;p72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4" name="Google Shape;8304;p72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5" name="Google Shape;8305;p72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6" name="Google Shape;8306;p72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7" name="Google Shape;8307;p72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8" name="Google Shape;8308;p72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9" name="Google Shape;8309;p72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0" name="Google Shape;8310;p72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1" name="Google Shape;8311;p72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2" name="Google Shape;8312;p72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3" name="Google Shape;8313;p72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4" name="Google Shape;8314;p72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5" name="Google Shape;8315;p72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6" name="Google Shape;8316;p72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7" name="Google Shape;8317;p72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8" name="Google Shape;8318;p72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9" name="Google Shape;8319;p72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0" name="Google Shape;8320;p72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21" name="Google Shape;8321;p72"/>
          <p:cNvGrpSpPr/>
          <p:nvPr/>
        </p:nvGrpSpPr>
        <p:grpSpPr>
          <a:xfrm flipH="1">
            <a:off x="143300" y="1392192"/>
            <a:ext cx="3480245" cy="1373835"/>
            <a:chOff x="4112050" y="-2536483"/>
            <a:chExt cx="3480245" cy="1373835"/>
          </a:xfrm>
        </p:grpSpPr>
        <p:sp>
          <p:nvSpPr>
            <p:cNvPr id="8322" name="Google Shape;8322;p72"/>
            <p:cNvSpPr/>
            <p:nvPr/>
          </p:nvSpPr>
          <p:spPr>
            <a:xfrm>
              <a:off x="5347543" y="-1715908"/>
              <a:ext cx="272000" cy="55326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3" name="Google Shape;8323;p72"/>
            <p:cNvSpPr/>
            <p:nvPr/>
          </p:nvSpPr>
          <p:spPr>
            <a:xfrm>
              <a:off x="5347543" y="-1715908"/>
              <a:ext cx="272000" cy="55326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4" name="Google Shape;8324;p72"/>
            <p:cNvSpPr/>
            <p:nvPr/>
          </p:nvSpPr>
          <p:spPr>
            <a:xfrm>
              <a:off x="5952274" y="-2294607"/>
              <a:ext cx="752333" cy="316579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5" name="Google Shape;8325;p72"/>
            <p:cNvSpPr/>
            <p:nvPr/>
          </p:nvSpPr>
          <p:spPr>
            <a:xfrm>
              <a:off x="5952274" y="-2294607"/>
              <a:ext cx="752333" cy="316579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6" name="Google Shape;8326;p72"/>
            <p:cNvSpPr/>
            <p:nvPr/>
          </p:nvSpPr>
          <p:spPr>
            <a:xfrm>
              <a:off x="5958062" y="-2441590"/>
              <a:ext cx="526636" cy="159743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7" name="Google Shape;8327;p72"/>
            <p:cNvSpPr/>
            <p:nvPr/>
          </p:nvSpPr>
          <p:spPr>
            <a:xfrm>
              <a:off x="5382835" y="-2302118"/>
              <a:ext cx="526636" cy="159743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8" name="Google Shape;8328;p72"/>
            <p:cNvSpPr/>
            <p:nvPr/>
          </p:nvSpPr>
          <p:spPr>
            <a:xfrm>
              <a:off x="5958062" y="-2396445"/>
              <a:ext cx="526636" cy="114598"/>
            </a:xfrm>
            <a:custGeom>
              <a:avLst/>
              <a:gdLst/>
              <a:ahLst/>
              <a:cxnLst/>
              <a:rect l="l" t="t" r="r" b="b"/>
              <a:pathLst>
                <a:path w="19563" h="4257" extrusionOk="0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9" name="Google Shape;8329;p72"/>
            <p:cNvSpPr/>
            <p:nvPr/>
          </p:nvSpPr>
          <p:spPr>
            <a:xfrm>
              <a:off x="5385150" y="-2270298"/>
              <a:ext cx="524321" cy="105930"/>
            </a:xfrm>
            <a:custGeom>
              <a:avLst/>
              <a:gdLst/>
              <a:ahLst/>
              <a:cxnLst/>
              <a:rect l="l" t="t" r="r" b="b"/>
              <a:pathLst>
                <a:path w="19477" h="3935" extrusionOk="0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0" name="Google Shape;8330;p72"/>
            <p:cNvSpPr/>
            <p:nvPr/>
          </p:nvSpPr>
          <p:spPr>
            <a:xfrm>
              <a:off x="4763648" y="-1801567"/>
              <a:ext cx="451987" cy="241338"/>
            </a:xfrm>
            <a:custGeom>
              <a:avLst/>
              <a:gdLst/>
              <a:ahLst/>
              <a:cxnLst/>
              <a:rect l="l" t="t" r="r" b="b"/>
              <a:pathLst>
                <a:path w="16790" h="8965" extrusionOk="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1" name="Google Shape;8331;p72"/>
            <p:cNvSpPr/>
            <p:nvPr/>
          </p:nvSpPr>
          <p:spPr>
            <a:xfrm>
              <a:off x="4833667" y="-1546366"/>
              <a:ext cx="452552" cy="240772"/>
            </a:xfrm>
            <a:custGeom>
              <a:avLst/>
              <a:gdLst/>
              <a:ahLst/>
              <a:cxnLst/>
              <a:rect l="l" t="t" r="r" b="b"/>
              <a:pathLst>
                <a:path w="16811" h="8944" extrusionOk="0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2" name="Google Shape;8332;p72"/>
            <p:cNvSpPr/>
            <p:nvPr/>
          </p:nvSpPr>
          <p:spPr>
            <a:xfrm>
              <a:off x="4902529" y="-1794622"/>
              <a:ext cx="313107" cy="234392"/>
            </a:xfrm>
            <a:custGeom>
              <a:avLst/>
              <a:gdLst/>
              <a:ahLst/>
              <a:cxnLst/>
              <a:rect l="l" t="t" r="r" b="b"/>
              <a:pathLst>
                <a:path w="11631" h="8707" extrusionOk="0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3" name="Google Shape;8333;p72"/>
            <p:cNvSpPr/>
            <p:nvPr/>
          </p:nvSpPr>
          <p:spPr>
            <a:xfrm>
              <a:off x="5020573" y="-1528410"/>
              <a:ext cx="265647" cy="222817"/>
            </a:xfrm>
            <a:custGeom>
              <a:avLst/>
              <a:gdLst/>
              <a:ahLst/>
              <a:cxnLst/>
              <a:rect l="l" t="t" r="r" b="b"/>
              <a:pathLst>
                <a:path w="9868" h="8277" extrusionOk="0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4" name="Google Shape;8334;p72"/>
            <p:cNvSpPr/>
            <p:nvPr/>
          </p:nvSpPr>
          <p:spPr>
            <a:xfrm>
              <a:off x="6835358" y="-1828756"/>
              <a:ext cx="756937" cy="277222"/>
            </a:xfrm>
            <a:custGeom>
              <a:avLst/>
              <a:gdLst/>
              <a:ahLst/>
              <a:cxnLst/>
              <a:rect l="l" t="t" r="r" b="b"/>
              <a:pathLst>
                <a:path w="28118" h="10298" extrusionOk="0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5" name="Google Shape;8335;p72"/>
            <p:cNvSpPr/>
            <p:nvPr/>
          </p:nvSpPr>
          <p:spPr>
            <a:xfrm>
              <a:off x="6835358" y="-1828756"/>
              <a:ext cx="756937" cy="277222"/>
            </a:xfrm>
            <a:custGeom>
              <a:avLst/>
              <a:gdLst/>
              <a:ahLst/>
              <a:cxnLst/>
              <a:rect l="l" t="t" r="r" b="b"/>
              <a:pathLst>
                <a:path w="28118" h="10298" fill="none" extrusionOk="0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6" name="Google Shape;8336;p72"/>
            <p:cNvSpPr/>
            <p:nvPr/>
          </p:nvSpPr>
          <p:spPr>
            <a:xfrm>
              <a:off x="4112050" y="-2490208"/>
              <a:ext cx="3054909" cy="1005220"/>
            </a:xfrm>
            <a:custGeom>
              <a:avLst/>
              <a:gdLst/>
              <a:ahLst/>
              <a:cxnLst/>
              <a:rect l="l" t="t" r="r" b="b"/>
              <a:pathLst>
                <a:path w="113481" h="37341" extrusionOk="0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7" name="Google Shape;8337;p72"/>
            <p:cNvSpPr/>
            <p:nvPr/>
          </p:nvSpPr>
          <p:spPr>
            <a:xfrm>
              <a:off x="4112050" y="-2490208"/>
              <a:ext cx="3054909" cy="1005220"/>
            </a:xfrm>
            <a:custGeom>
              <a:avLst/>
              <a:gdLst/>
              <a:ahLst/>
              <a:cxnLst/>
              <a:rect l="l" t="t" r="r" b="b"/>
              <a:pathLst>
                <a:path w="113481" h="37341" fill="none" extrusionOk="0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8" name="Google Shape;8338;p72"/>
            <p:cNvSpPr/>
            <p:nvPr/>
          </p:nvSpPr>
          <p:spPr>
            <a:xfrm>
              <a:off x="6440684" y="-2230376"/>
              <a:ext cx="899316" cy="600128"/>
            </a:xfrm>
            <a:custGeom>
              <a:avLst/>
              <a:gdLst/>
              <a:ahLst/>
              <a:cxnLst/>
              <a:rect l="l" t="t" r="r" b="b"/>
              <a:pathLst>
                <a:path w="33407" h="22293" extrusionOk="0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9" name="Google Shape;8339;p72"/>
            <p:cNvSpPr/>
            <p:nvPr/>
          </p:nvSpPr>
          <p:spPr>
            <a:xfrm>
              <a:off x="5422758" y="-2536483"/>
              <a:ext cx="1784150" cy="497105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0" name="Google Shape;8340;p72"/>
            <p:cNvSpPr/>
            <p:nvPr/>
          </p:nvSpPr>
          <p:spPr>
            <a:xfrm>
              <a:off x="4200563" y="-2424819"/>
              <a:ext cx="54432" cy="64285"/>
            </a:xfrm>
            <a:custGeom>
              <a:avLst/>
              <a:gdLst/>
              <a:ahLst/>
              <a:cxnLst/>
              <a:rect l="l" t="t" r="r" b="b"/>
              <a:pathLst>
                <a:path w="2022" h="2388" extrusionOk="0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1" name="Google Shape;8341;p72"/>
            <p:cNvSpPr/>
            <p:nvPr/>
          </p:nvSpPr>
          <p:spPr>
            <a:xfrm>
              <a:off x="4299521" y="-2320639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2" name="Google Shape;8342;p72"/>
            <p:cNvSpPr/>
            <p:nvPr/>
          </p:nvSpPr>
          <p:spPr>
            <a:xfrm>
              <a:off x="4299521" y="-2320639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3" name="Google Shape;8343;p72"/>
            <p:cNvSpPr/>
            <p:nvPr/>
          </p:nvSpPr>
          <p:spPr>
            <a:xfrm>
              <a:off x="4378235" y="-2261630"/>
              <a:ext cx="24901" cy="29558"/>
            </a:xfrm>
            <a:custGeom>
              <a:avLst/>
              <a:gdLst/>
              <a:ahLst/>
              <a:cxnLst/>
              <a:rect l="l" t="t" r="r" b="b"/>
              <a:pathLst>
                <a:path w="925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4" name="Google Shape;8344;p72"/>
            <p:cNvSpPr/>
            <p:nvPr/>
          </p:nvSpPr>
          <p:spPr>
            <a:xfrm>
              <a:off x="4378235" y="-2261630"/>
              <a:ext cx="24901" cy="29558"/>
            </a:xfrm>
            <a:custGeom>
              <a:avLst/>
              <a:gdLst/>
              <a:ahLst/>
              <a:cxnLst/>
              <a:rect l="l" t="t" r="r" b="b"/>
              <a:pathLst>
                <a:path w="925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5" name="Google Shape;8345;p72"/>
            <p:cNvSpPr/>
            <p:nvPr/>
          </p:nvSpPr>
          <p:spPr>
            <a:xfrm>
              <a:off x="4408897" y="-225005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6" name="Google Shape;8346;p72"/>
            <p:cNvSpPr/>
            <p:nvPr/>
          </p:nvSpPr>
          <p:spPr>
            <a:xfrm>
              <a:off x="4408897" y="-225005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7" name="Google Shape;8347;p72"/>
            <p:cNvSpPr/>
            <p:nvPr/>
          </p:nvSpPr>
          <p:spPr>
            <a:xfrm>
              <a:off x="4439585" y="-223788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8" name="Google Shape;8348;p72"/>
            <p:cNvSpPr/>
            <p:nvPr/>
          </p:nvSpPr>
          <p:spPr>
            <a:xfrm>
              <a:off x="4439585" y="-223788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9" name="Google Shape;8349;p72"/>
            <p:cNvSpPr/>
            <p:nvPr/>
          </p:nvSpPr>
          <p:spPr>
            <a:xfrm>
              <a:off x="4470247" y="-2226311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0" name="Google Shape;8350;p72"/>
            <p:cNvSpPr/>
            <p:nvPr/>
          </p:nvSpPr>
          <p:spPr>
            <a:xfrm>
              <a:off x="4470247" y="-2226311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1" name="Google Shape;8351;p72"/>
            <p:cNvSpPr/>
            <p:nvPr/>
          </p:nvSpPr>
          <p:spPr>
            <a:xfrm>
              <a:off x="4500909" y="-221417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2" name="Google Shape;8352;p72"/>
            <p:cNvSpPr/>
            <p:nvPr/>
          </p:nvSpPr>
          <p:spPr>
            <a:xfrm>
              <a:off x="4500909" y="-221417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3" name="Google Shape;8353;p72"/>
            <p:cNvSpPr/>
            <p:nvPr/>
          </p:nvSpPr>
          <p:spPr>
            <a:xfrm>
              <a:off x="4531598" y="-2202594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4" name="Google Shape;8354;p72"/>
            <p:cNvSpPr/>
            <p:nvPr/>
          </p:nvSpPr>
          <p:spPr>
            <a:xfrm>
              <a:off x="4531598" y="-2202594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5" name="Google Shape;8355;p72"/>
            <p:cNvSpPr/>
            <p:nvPr/>
          </p:nvSpPr>
          <p:spPr>
            <a:xfrm>
              <a:off x="4562260" y="-2190427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6" name="Google Shape;8356;p72"/>
            <p:cNvSpPr/>
            <p:nvPr/>
          </p:nvSpPr>
          <p:spPr>
            <a:xfrm>
              <a:off x="4562260" y="-2190427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7" name="Google Shape;8357;p72"/>
            <p:cNvSpPr/>
            <p:nvPr/>
          </p:nvSpPr>
          <p:spPr>
            <a:xfrm>
              <a:off x="4592922" y="-217887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8" name="Google Shape;8358;p72"/>
            <p:cNvSpPr/>
            <p:nvPr/>
          </p:nvSpPr>
          <p:spPr>
            <a:xfrm>
              <a:off x="4592922" y="-217887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9" name="Google Shape;8359;p72"/>
            <p:cNvSpPr/>
            <p:nvPr/>
          </p:nvSpPr>
          <p:spPr>
            <a:xfrm>
              <a:off x="4623611" y="-2167302"/>
              <a:ext cx="24309" cy="29558"/>
            </a:xfrm>
            <a:custGeom>
              <a:avLst/>
              <a:gdLst/>
              <a:ahLst/>
              <a:cxnLst/>
              <a:rect l="l" t="t" r="r" b="b"/>
              <a:pathLst>
                <a:path w="903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0" name="Google Shape;8360;p72"/>
            <p:cNvSpPr/>
            <p:nvPr/>
          </p:nvSpPr>
          <p:spPr>
            <a:xfrm>
              <a:off x="4623611" y="-2167302"/>
              <a:ext cx="24309" cy="29558"/>
            </a:xfrm>
            <a:custGeom>
              <a:avLst/>
              <a:gdLst/>
              <a:ahLst/>
              <a:cxnLst/>
              <a:rect l="l" t="t" r="r" b="b"/>
              <a:pathLst>
                <a:path w="903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1" name="Google Shape;8361;p72"/>
            <p:cNvSpPr/>
            <p:nvPr/>
          </p:nvSpPr>
          <p:spPr>
            <a:xfrm>
              <a:off x="4653680" y="-2155134"/>
              <a:ext cx="24928" cy="28966"/>
            </a:xfrm>
            <a:custGeom>
              <a:avLst/>
              <a:gdLst/>
              <a:ahLst/>
              <a:cxnLst/>
              <a:rect l="l" t="t" r="r" b="b"/>
              <a:pathLst>
                <a:path w="926" h="1076" extrusionOk="0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2" name="Google Shape;8362;p72"/>
            <p:cNvSpPr/>
            <p:nvPr/>
          </p:nvSpPr>
          <p:spPr>
            <a:xfrm>
              <a:off x="4653680" y="-2155134"/>
              <a:ext cx="24928" cy="28966"/>
            </a:xfrm>
            <a:custGeom>
              <a:avLst/>
              <a:gdLst/>
              <a:ahLst/>
              <a:cxnLst/>
              <a:rect l="l" t="t" r="r" b="b"/>
              <a:pathLst>
                <a:path w="926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3" name="Google Shape;8363;p72"/>
            <p:cNvSpPr/>
            <p:nvPr/>
          </p:nvSpPr>
          <p:spPr>
            <a:xfrm>
              <a:off x="4684369" y="-2143559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4" name="Google Shape;8364;p72"/>
            <p:cNvSpPr/>
            <p:nvPr/>
          </p:nvSpPr>
          <p:spPr>
            <a:xfrm>
              <a:off x="4684369" y="-2143559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5" name="Google Shape;8365;p72"/>
            <p:cNvSpPr/>
            <p:nvPr/>
          </p:nvSpPr>
          <p:spPr>
            <a:xfrm>
              <a:off x="4715031" y="-2131418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6" name="Google Shape;8366;p72"/>
            <p:cNvSpPr/>
            <p:nvPr/>
          </p:nvSpPr>
          <p:spPr>
            <a:xfrm>
              <a:off x="4715031" y="-2131418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7" name="Google Shape;8367;p72"/>
            <p:cNvSpPr/>
            <p:nvPr/>
          </p:nvSpPr>
          <p:spPr>
            <a:xfrm>
              <a:off x="4745693" y="-2119842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8" name="Google Shape;8368;p72"/>
            <p:cNvSpPr/>
            <p:nvPr/>
          </p:nvSpPr>
          <p:spPr>
            <a:xfrm>
              <a:off x="4745693" y="-2119842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9" name="Google Shape;8369;p72"/>
            <p:cNvSpPr/>
            <p:nvPr/>
          </p:nvSpPr>
          <p:spPr>
            <a:xfrm>
              <a:off x="4881127" y="-2088588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0" name="Google Shape;8370;p72"/>
            <p:cNvSpPr/>
            <p:nvPr/>
          </p:nvSpPr>
          <p:spPr>
            <a:xfrm>
              <a:off x="4881127" y="-2088588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1" name="Google Shape;8371;p72"/>
            <p:cNvSpPr/>
            <p:nvPr/>
          </p:nvSpPr>
          <p:spPr>
            <a:xfrm>
              <a:off x="4911789" y="-2077013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2" name="Google Shape;8372;p72"/>
            <p:cNvSpPr/>
            <p:nvPr/>
          </p:nvSpPr>
          <p:spPr>
            <a:xfrm>
              <a:off x="4911789" y="-2077013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3" name="Google Shape;8373;p72"/>
            <p:cNvSpPr/>
            <p:nvPr/>
          </p:nvSpPr>
          <p:spPr>
            <a:xfrm>
              <a:off x="4942451" y="-206487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4" name="Google Shape;8374;p72"/>
            <p:cNvSpPr/>
            <p:nvPr/>
          </p:nvSpPr>
          <p:spPr>
            <a:xfrm>
              <a:off x="4942451" y="-206487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5" name="Google Shape;8375;p72"/>
            <p:cNvSpPr/>
            <p:nvPr/>
          </p:nvSpPr>
          <p:spPr>
            <a:xfrm>
              <a:off x="4973140" y="-205329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6" name="Google Shape;8376;p72"/>
            <p:cNvSpPr/>
            <p:nvPr/>
          </p:nvSpPr>
          <p:spPr>
            <a:xfrm>
              <a:off x="4973140" y="-2053296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7" name="Google Shape;8377;p72"/>
            <p:cNvSpPr/>
            <p:nvPr/>
          </p:nvSpPr>
          <p:spPr>
            <a:xfrm>
              <a:off x="5003209" y="-2041720"/>
              <a:ext cx="24928" cy="29558"/>
            </a:xfrm>
            <a:custGeom>
              <a:avLst/>
              <a:gdLst/>
              <a:ahLst/>
              <a:cxnLst/>
              <a:rect l="l" t="t" r="r" b="b"/>
              <a:pathLst>
                <a:path w="926" h="1098" extrusionOk="0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8" name="Google Shape;8378;p72"/>
            <p:cNvSpPr/>
            <p:nvPr/>
          </p:nvSpPr>
          <p:spPr>
            <a:xfrm>
              <a:off x="5003209" y="-2041720"/>
              <a:ext cx="24928" cy="29558"/>
            </a:xfrm>
            <a:custGeom>
              <a:avLst/>
              <a:gdLst/>
              <a:ahLst/>
              <a:cxnLst/>
              <a:rect l="l" t="t" r="r" b="b"/>
              <a:pathLst>
                <a:path w="926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9" name="Google Shape;8379;p72"/>
            <p:cNvSpPr/>
            <p:nvPr/>
          </p:nvSpPr>
          <p:spPr>
            <a:xfrm>
              <a:off x="5033898" y="-2029553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0" name="Google Shape;8380;p72"/>
            <p:cNvSpPr/>
            <p:nvPr/>
          </p:nvSpPr>
          <p:spPr>
            <a:xfrm>
              <a:off x="5033898" y="-2029553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1" name="Google Shape;8381;p72"/>
            <p:cNvSpPr/>
            <p:nvPr/>
          </p:nvSpPr>
          <p:spPr>
            <a:xfrm>
              <a:off x="5064560" y="-2017977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2" name="Google Shape;8382;p72"/>
            <p:cNvSpPr/>
            <p:nvPr/>
          </p:nvSpPr>
          <p:spPr>
            <a:xfrm>
              <a:off x="5064560" y="-2017977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3" name="Google Shape;8383;p72"/>
            <p:cNvSpPr/>
            <p:nvPr/>
          </p:nvSpPr>
          <p:spPr>
            <a:xfrm>
              <a:off x="5095222" y="-200583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4" name="Google Shape;8384;p72"/>
            <p:cNvSpPr/>
            <p:nvPr/>
          </p:nvSpPr>
          <p:spPr>
            <a:xfrm>
              <a:off x="5095222" y="-200583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5" name="Google Shape;8385;p72"/>
            <p:cNvSpPr/>
            <p:nvPr/>
          </p:nvSpPr>
          <p:spPr>
            <a:xfrm>
              <a:off x="5125911" y="-1994260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6" name="Google Shape;8386;p72"/>
            <p:cNvSpPr/>
            <p:nvPr/>
          </p:nvSpPr>
          <p:spPr>
            <a:xfrm>
              <a:off x="5125911" y="-1994260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7" name="Google Shape;8387;p72"/>
            <p:cNvSpPr/>
            <p:nvPr/>
          </p:nvSpPr>
          <p:spPr>
            <a:xfrm>
              <a:off x="5156573" y="-198212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8" name="Google Shape;8388;p72"/>
            <p:cNvSpPr/>
            <p:nvPr/>
          </p:nvSpPr>
          <p:spPr>
            <a:xfrm>
              <a:off x="5156573" y="-198212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9" name="Google Shape;8389;p72"/>
            <p:cNvSpPr/>
            <p:nvPr/>
          </p:nvSpPr>
          <p:spPr>
            <a:xfrm>
              <a:off x="5187235" y="-197054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0" name="Google Shape;8390;p72"/>
            <p:cNvSpPr/>
            <p:nvPr/>
          </p:nvSpPr>
          <p:spPr>
            <a:xfrm>
              <a:off x="5187235" y="-197054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1" name="Google Shape;8391;p72"/>
            <p:cNvSpPr/>
            <p:nvPr/>
          </p:nvSpPr>
          <p:spPr>
            <a:xfrm>
              <a:off x="5217923" y="-195896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2" name="Google Shape;8392;p72"/>
            <p:cNvSpPr/>
            <p:nvPr/>
          </p:nvSpPr>
          <p:spPr>
            <a:xfrm>
              <a:off x="5217923" y="-1958968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3" name="Google Shape;8393;p72"/>
            <p:cNvSpPr/>
            <p:nvPr/>
          </p:nvSpPr>
          <p:spPr>
            <a:xfrm>
              <a:off x="5248585" y="-1946801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4" name="Google Shape;8394;p72"/>
            <p:cNvSpPr/>
            <p:nvPr/>
          </p:nvSpPr>
          <p:spPr>
            <a:xfrm>
              <a:off x="5248585" y="-1946801"/>
              <a:ext cx="24336" cy="28939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5" name="Google Shape;8395;p72"/>
            <p:cNvSpPr/>
            <p:nvPr/>
          </p:nvSpPr>
          <p:spPr>
            <a:xfrm>
              <a:off x="5404264" y="-1894737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6" name="Google Shape;8396;p72"/>
            <p:cNvSpPr/>
            <p:nvPr/>
          </p:nvSpPr>
          <p:spPr>
            <a:xfrm>
              <a:off x="5404264" y="-1894737"/>
              <a:ext cx="24309" cy="28966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7" name="Google Shape;8397;p72"/>
            <p:cNvSpPr/>
            <p:nvPr/>
          </p:nvSpPr>
          <p:spPr>
            <a:xfrm>
              <a:off x="5434925" y="-1883162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8" name="Google Shape;8398;p72"/>
            <p:cNvSpPr/>
            <p:nvPr/>
          </p:nvSpPr>
          <p:spPr>
            <a:xfrm>
              <a:off x="5434925" y="-1883162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9" name="Google Shape;8399;p72"/>
            <p:cNvSpPr/>
            <p:nvPr/>
          </p:nvSpPr>
          <p:spPr>
            <a:xfrm>
              <a:off x="5465587" y="-1871586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0" name="Google Shape;8400;p72"/>
            <p:cNvSpPr/>
            <p:nvPr/>
          </p:nvSpPr>
          <p:spPr>
            <a:xfrm>
              <a:off x="5465587" y="-1871586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1" name="Google Shape;8401;p72"/>
            <p:cNvSpPr/>
            <p:nvPr/>
          </p:nvSpPr>
          <p:spPr>
            <a:xfrm>
              <a:off x="5496276" y="-1859418"/>
              <a:ext cx="24309" cy="28939"/>
            </a:xfrm>
            <a:custGeom>
              <a:avLst/>
              <a:gdLst/>
              <a:ahLst/>
              <a:cxnLst/>
              <a:rect l="l" t="t" r="r" b="b"/>
              <a:pathLst>
                <a:path w="903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2" name="Google Shape;8402;p72"/>
            <p:cNvSpPr/>
            <p:nvPr/>
          </p:nvSpPr>
          <p:spPr>
            <a:xfrm>
              <a:off x="5496276" y="-1859418"/>
              <a:ext cx="24309" cy="28939"/>
            </a:xfrm>
            <a:custGeom>
              <a:avLst/>
              <a:gdLst/>
              <a:ahLst/>
              <a:cxnLst/>
              <a:rect l="l" t="t" r="r" b="b"/>
              <a:pathLst>
                <a:path w="903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3" name="Google Shape;8403;p72"/>
            <p:cNvSpPr/>
            <p:nvPr/>
          </p:nvSpPr>
          <p:spPr>
            <a:xfrm>
              <a:off x="5526346" y="-1847843"/>
              <a:ext cx="24928" cy="29531"/>
            </a:xfrm>
            <a:custGeom>
              <a:avLst/>
              <a:gdLst/>
              <a:ahLst/>
              <a:cxnLst/>
              <a:rect l="l" t="t" r="r" b="b"/>
              <a:pathLst>
                <a:path w="926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4" name="Google Shape;8404;p72"/>
            <p:cNvSpPr/>
            <p:nvPr/>
          </p:nvSpPr>
          <p:spPr>
            <a:xfrm>
              <a:off x="5526346" y="-1847843"/>
              <a:ext cx="24928" cy="29531"/>
            </a:xfrm>
            <a:custGeom>
              <a:avLst/>
              <a:gdLst/>
              <a:ahLst/>
              <a:cxnLst/>
              <a:rect l="l" t="t" r="r" b="b"/>
              <a:pathLst>
                <a:path w="926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5" name="Google Shape;8405;p72"/>
            <p:cNvSpPr/>
            <p:nvPr/>
          </p:nvSpPr>
          <p:spPr>
            <a:xfrm>
              <a:off x="5557035" y="-183570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6" name="Google Shape;8406;p72"/>
            <p:cNvSpPr/>
            <p:nvPr/>
          </p:nvSpPr>
          <p:spPr>
            <a:xfrm>
              <a:off x="5557035" y="-183570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7" name="Google Shape;8407;p72"/>
            <p:cNvSpPr/>
            <p:nvPr/>
          </p:nvSpPr>
          <p:spPr>
            <a:xfrm>
              <a:off x="5587696" y="-1824126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8" name="Google Shape;8408;p72"/>
            <p:cNvSpPr/>
            <p:nvPr/>
          </p:nvSpPr>
          <p:spPr>
            <a:xfrm>
              <a:off x="5587696" y="-1824126"/>
              <a:ext cx="24336" cy="29531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9" name="Google Shape;8409;p72"/>
            <p:cNvSpPr/>
            <p:nvPr/>
          </p:nvSpPr>
          <p:spPr>
            <a:xfrm>
              <a:off x="5618358" y="-1811985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0" name="Google Shape;8410;p72"/>
            <p:cNvSpPr/>
            <p:nvPr/>
          </p:nvSpPr>
          <p:spPr>
            <a:xfrm>
              <a:off x="5618358" y="-1811985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1" name="Google Shape;8411;p72"/>
            <p:cNvSpPr/>
            <p:nvPr/>
          </p:nvSpPr>
          <p:spPr>
            <a:xfrm>
              <a:off x="5649047" y="-1800410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2" name="Google Shape;8412;p72"/>
            <p:cNvSpPr/>
            <p:nvPr/>
          </p:nvSpPr>
          <p:spPr>
            <a:xfrm>
              <a:off x="5649047" y="-1800410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3" name="Google Shape;8413;p72"/>
            <p:cNvSpPr/>
            <p:nvPr/>
          </p:nvSpPr>
          <p:spPr>
            <a:xfrm>
              <a:off x="5679709" y="-178883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4" name="Google Shape;8414;p72"/>
            <p:cNvSpPr/>
            <p:nvPr/>
          </p:nvSpPr>
          <p:spPr>
            <a:xfrm>
              <a:off x="5679709" y="-1788834"/>
              <a:ext cx="24336" cy="29558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5" name="Google Shape;8415;p72"/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6" name="Google Shape;8416;p72"/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7" name="Google Shape;8417;p72"/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8" name="Google Shape;8418;p72"/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9" name="Google Shape;8419;p72"/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0" name="Google Shape;8420;p72"/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1" name="Google Shape;8421;p72"/>
            <p:cNvSpPr/>
            <p:nvPr/>
          </p:nvSpPr>
          <p:spPr>
            <a:xfrm>
              <a:off x="4810516" y="-2192176"/>
              <a:ext cx="54998" cy="100142"/>
            </a:xfrm>
            <a:custGeom>
              <a:avLst/>
              <a:gdLst/>
              <a:ahLst/>
              <a:cxnLst/>
              <a:rect l="l" t="t" r="r" b="b"/>
              <a:pathLst>
                <a:path w="2043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2" name="Google Shape;8422;p72"/>
            <p:cNvSpPr/>
            <p:nvPr/>
          </p:nvSpPr>
          <p:spPr>
            <a:xfrm>
              <a:off x="5319762" y="-2002956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3" name="Google Shape;8423;p72"/>
            <p:cNvSpPr/>
            <p:nvPr/>
          </p:nvSpPr>
          <p:spPr>
            <a:xfrm>
              <a:off x="5319762" y="-2002956"/>
              <a:ext cx="55590" cy="100142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4" name="Google Shape;8424;p72"/>
            <p:cNvSpPr/>
            <p:nvPr/>
          </p:nvSpPr>
          <p:spPr>
            <a:xfrm>
              <a:off x="6201123" y="-2203752"/>
              <a:ext cx="1138878" cy="693298"/>
            </a:xfrm>
            <a:custGeom>
              <a:avLst/>
              <a:gdLst/>
              <a:ahLst/>
              <a:cxnLst/>
              <a:rect l="l" t="t" r="r" b="b"/>
              <a:pathLst>
                <a:path w="42306" h="25754" fill="none" extrusionOk="0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5" name="Google Shape;8425;p72"/>
            <p:cNvSpPr/>
            <p:nvPr/>
          </p:nvSpPr>
          <p:spPr>
            <a:xfrm>
              <a:off x="4112615" y="-2335122"/>
              <a:ext cx="592" cy="4092"/>
            </a:xfrm>
            <a:custGeom>
              <a:avLst/>
              <a:gdLst/>
              <a:ahLst/>
              <a:cxnLst/>
              <a:rect l="l" t="t" r="r" b="b"/>
              <a:pathLst>
                <a:path w="22" h="152" extrusionOk="0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6" name="Google Shape;8426;p72"/>
            <p:cNvSpPr/>
            <p:nvPr/>
          </p:nvSpPr>
          <p:spPr>
            <a:xfrm>
              <a:off x="4112615" y="-2331057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7" name="Google Shape;8427;p72"/>
            <p:cNvSpPr/>
            <p:nvPr/>
          </p:nvSpPr>
          <p:spPr>
            <a:xfrm>
              <a:off x="4112615" y="-2331649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8" name="Google Shape;8428;p72"/>
            <p:cNvSpPr/>
            <p:nvPr/>
          </p:nvSpPr>
          <p:spPr>
            <a:xfrm>
              <a:off x="4112615" y="-2331649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9" name="Google Shape;8429;p72"/>
            <p:cNvSpPr/>
            <p:nvPr/>
          </p:nvSpPr>
          <p:spPr>
            <a:xfrm>
              <a:off x="4112615" y="-2332214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0" name="Google Shape;8430;p72"/>
            <p:cNvSpPr/>
            <p:nvPr/>
          </p:nvSpPr>
          <p:spPr>
            <a:xfrm>
              <a:off x="4112615" y="-2332806"/>
              <a:ext cx="27" cy="619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1" name="Google Shape;8431;p72"/>
            <p:cNvSpPr/>
            <p:nvPr/>
          </p:nvSpPr>
          <p:spPr>
            <a:xfrm>
              <a:off x="4112615" y="-2332806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2" name="Google Shape;8432;p72"/>
            <p:cNvSpPr/>
            <p:nvPr/>
          </p:nvSpPr>
          <p:spPr>
            <a:xfrm>
              <a:off x="4112615" y="-2333372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3" name="Google Shape;8433;p72"/>
            <p:cNvSpPr/>
            <p:nvPr/>
          </p:nvSpPr>
          <p:spPr>
            <a:xfrm>
              <a:off x="4112615" y="-2333372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4" name="Google Shape;8434;p72"/>
            <p:cNvSpPr/>
            <p:nvPr/>
          </p:nvSpPr>
          <p:spPr>
            <a:xfrm>
              <a:off x="4112615" y="-2333964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5" name="Google Shape;8435;p72"/>
            <p:cNvSpPr/>
            <p:nvPr/>
          </p:nvSpPr>
          <p:spPr>
            <a:xfrm>
              <a:off x="4113180" y="-2333964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6" name="Google Shape;8436;p72"/>
            <p:cNvSpPr/>
            <p:nvPr/>
          </p:nvSpPr>
          <p:spPr>
            <a:xfrm>
              <a:off x="4113180" y="-2334529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7" name="Google Shape;8437;p72"/>
            <p:cNvSpPr/>
            <p:nvPr/>
          </p:nvSpPr>
          <p:spPr>
            <a:xfrm>
              <a:off x="4113180" y="-2335122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8" name="Google Shape;8438;p72"/>
            <p:cNvSpPr/>
            <p:nvPr/>
          </p:nvSpPr>
          <p:spPr>
            <a:xfrm>
              <a:off x="4112050" y="-2393565"/>
              <a:ext cx="2383066" cy="877915"/>
            </a:xfrm>
            <a:custGeom>
              <a:avLst/>
              <a:gdLst/>
              <a:ahLst/>
              <a:cxnLst/>
              <a:rect l="l" t="t" r="r" b="b"/>
              <a:pathLst>
                <a:path w="88524" h="32612" extrusionOk="0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9" name="Google Shape;8439;p72"/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0" name="Google Shape;8440;p72"/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1" name="Google Shape;8441;p72"/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2" name="Google Shape;8442;p72"/>
            <p:cNvSpPr/>
            <p:nvPr/>
          </p:nvSpPr>
          <p:spPr>
            <a:xfrm>
              <a:off x="4112050" y="-2393565"/>
              <a:ext cx="2383066" cy="877915"/>
            </a:xfrm>
            <a:custGeom>
              <a:avLst/>
              <a:gdLst/>
              <a:ahLst/>
              <a:cxnLst/>
              <a:rect l="l" t="t" r="r" b="b"/>
              <a:pathLst>
                <a:path w="88524" h="32612" fill="none" extrusionOk="0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3" name="Google Shape;8443;p72"/>
            <p:cNvSpPr/>
            <p:nvPr/>
          </p:nvSpPr>
          <p:spPr>
            <a:xfrm>
              <a:off x="4299521" y="-2265103"/>
              <a:ext cx="46922" cy="44606"/>
            </a:xfrm>
            <a:custGeom>
              <a:avLst/>
              <a:gdLst/>
              <a:ahLst/>
              <a:cxnLst/>
              <a:rect l="l" t="t" r="r" b="b"/>
              <a:pathLst>
                <a:path w="1743" h="1657" fill="none" extrusionOk="0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4" name="Google Shape;8444;p72"/>
            <p:cNvSpPr/>
            <p:nvPr/>
          </p:nvSpPr>
          <p:spPr>
            <a:xfrm>
              <a:off x="4379958" y="-2238479"/>
              <a:ext cx="16825" cy="6407"/>
            </a:xfrm>
            <a:custGeom>
              <a:avLst/>
              <a:gdLst/>
              <a:ahLst/>
              <a:cxnLst/>
              <a:rect l="l" t="t" r="r" b="b"/>
              <a:pathLst>
                <a:path w="625" h="238" extrusionOk="0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5" name="Google Shape;8445;p72"/>
            <p:cNvSpPr/>
            <p:nvPr/>
          </p:nvSpPr>
          <p:spPr>
            <a:xfrm>
              <a:off x="4379958" y="-2238479"/>
              <a:ext cx="16825" cy="6407"/>
            </a:xfrm>
            <a:custGeom>
              <a:avLst/>
              <a:gdLst/>
              <a:ahLst/>
              <a:cxnLst/>
              <a:rect l="l" t="t" r="r" b="b"/>
              <a:pathLst>
                <a:path w="625" h="23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6" name="Google Shape;8446;p72"/>
            <p:cNvSpPr/>
            <p:nvPr/>
          </p:nvSpPr>
          <p:spPr>
            <a:xfrm>
              <a:off x="4409489" y="-2228061"/>
              <a:ext cx="19113" cy="7565"/>
            </a:xfrm>
            <a:custGeom>
              <a:avLst/>
              <a:gdLst/>
              <a:ahLst/>
              <a:cxnLst/>
              <a:rect l="l" t="t" r="r" b="b"/>
              <a:pathLst>
                <a:path w="710" h="281" extrusionOk="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7" name="Google Shape;8447;p72"/>
            <p:cNvSpPr/>
            <p:nvPr/>
          </p:nvSpPr>
          <p:spPr>
            <a:xfrm>
              <a:off x="4409489" y="-2228061"/>
              <a:ext cx="19113" cy="7565"/>
            </a:xfrm>
            <a:custGeom>
              <a:avLst/>
              <a:gdLst/>
              <a:ahLst/>
              <a:cxnLst/>
              <a:rect l="l" t="t" r="r" b="b"/>
              <a:pathLst>
                <a:path w="710" h="28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8" name="Google Shape;8448;p72"/>
            <p:cNvSpPr/>
            <p:nvPr/>
          </p:nvSpPr>
          <p:spPr>
            <a:xfrm>
              <a:off x="4439585" y="-2217643"/>
              <a:ext cx="20836" cy="8722"/>
            </a:xfrm>
            <a:custGeom>
              <a:avLst/>
              <a:gdLst/>
              <a:ahLst/>
              <a:cxnLst/>
              <a:rect l="l" t="t" r="r" b="b"/>
              <a:pathLst>
                <a:path w="774" h="324" extrusionOk="0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9" name="Google Shape;8449;p72"/>
            <p:cNvSpPr/>
            <p:nvPr/>
          </p:nvSpPr>
          <p:spPr>
            <a:xfrm>
              <a:off x="4439585" y="-2217643"/>
              <a:ext cx="20836" cy="8722"/>
            </a:xfrm>
            <a:custGeom>
              <a:avLst/>
              <a:gdLst/>
              <a:ahLst/>
              <a:cxnLst/>
              <a:rect l="l" t="t" r="r" b="b"/>
              <a:pathLst>
                <a:path w="774" h="32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0" name="Google Shape;8450;p72"/>
            <p:cNvSpPr/>
            <p:nvPr/>
          </p:nvSpPr>
          <p:spPr>
            <a:xfrm>
              <a:off x="4470247" y="-2207225"/>
              <a:ext cx="21428" cy="10445"/>
            </a:xfrm>
            <a:custGeom>
              <a:avLst/>
              <a:gdLst/>
              <a:ahLst/>
              <a:cxnLst/>
              <a:rect l="l" t="t" r="r" b="b"/>
              <a:pathLst>
                <a:path w="796" h="388" extrusionOk="0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1" name="Google Shape;8451;p72"/>
            <p:cNvSpPr/>
            <p:nvPr/>
          </p:nvSpPr>
          <p:spPr>
            <a:xfrm>
              <a:off x="4470247" y="-2207225"/>
              <a:ext cx="21428" cy="10445"/>
            </a:xfrm>
            <a:custGeom>
              <a:avLst/>
              <a:gdLst/>
              <a:ahLst/>
              <a:cxnLst/>
              <a:rect l="l" t="t" r="r" b="b"/>
              <a:pathLst>
                <a:path w="796" h="38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2" name="Google Shape;8452;p72"/>
            <p:cNvSpPr/>
            <p:nvPr/>
          </p:nvSpPr>
          <p:spPr>
            <a:xfrm>
              <a:off x="4500909" y="-2196214"/>
              <a:ext cx="22021" cy="11010"/>
            </a:xfrm>
            <a:custGeom>
              <a:avLst/>
              <a:gdLst/>
              <a:ahLst/>
              <a:cxnLst/>
              <a:rect l="l" t="t" r="r" b="b"/>
              <a:pathLst>
                <a:path w="818" h="409" extrusionOk="0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3" name="Google Shape;8453;p72"/>
            <p:cNvSpPr/>
            <p:nvPr/>
          </p:nvSpPr>
          <p:spPr>
            <a:xfrm>
              <a:off x="4500909" y="-2196214"/>
              <a:ext cx="22021" cy="11010"/>
            </a:xfrm>
            <a:custGeom>
              <a:avLst/>
              <a:gdLst/>
              <a:ahLst/>
              <a:cxnLst/>
              <a:rect l="l" t="t" r="r" b="b"/>
              <a:pathLst>
                <a:path w="818" h="409" fill="none" extrusionOk="0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4" name="Google Shape;8454;p72"/>
            <p:cNvSpPr/>
            <p:nvPr/>
          </p:nvSpPr>
          <p:spPr>
            <a:xfrm>
              <a:off x="4531598" y="-2185796"/>
              <a:ext cx="21994" cy="12733"/>
            </a:xfrm>
            <a:custGeom>
              <a:avLst/>
              <a:gdLst/>
              <a:ahLst/>
              <a:cxnLst/>
              <a:rect l="l" t="t" r="r" b="b"/>
              <a:pathLst>
                <a:path w="817" h="473" extrusionOk="0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5" name="Google Shape;8455;p72"/>
            <p:cNvSpPr/>
            <p:nvPr/>
          </p:nvSpPr>
          <p:spPr>
            <a:xfrm>
              <a:off x="4531598" y="-2185796"/>
              <a:ext cx="21994" cy="12733"/>
            </a:xfrm>
            <a:custGeom>
              <a:avLst/>
              <a:gdLst/>
              <a:ahLst/>
              <a:cxnLst/>
              <a:rect l="l" t="t" r="r" b="b"/>
              <a:pathLst>
                <a:path w="817" h="473" fill="none" extrusionOk="0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6" name="Google Shape;8456;p72"/>
            <p:cNvSpPr/>
            <p:nvPr/>
          </p:nvSpPr>
          <p:spPr>
            <a:xfrm>
              <a:off x="4562260" y="-2175405"/>
              <a:ext cx="22021" cy="13918"/>
            </a:xfrm>
            <a:custGeom>
              <a:avLst/>
              <a:gdLst/>
              <a:ahLst/>
              <a:cxnLst/>
              <a:rect l="l" t="t" r="r" b="b"/>
              <a:pathLst>
                <a:path w="818" h="517" extrusionOk="0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7" name="Google Shape;8457;p72"/>
            <p:cNvSpPr/>
            <p:nvPr/>
          </p:nvSpPr>
          <p:spPr>
            <a:xfrm>
              <a:off x="4562260" y="-2175405"/>
              <a:ext cx="22021" cy="13918"/>
            </a:xfrm>
            <a:custGeom>
              <a:avLst/>
              <a:gdLst/>
              <a:ahLst/>
              <a:cxnLst/>
              <a:rect l="l" t="t" r="r" b="b"/>
              <a:pathLst>
                <a:path w="818" h="517" fill="none" extrusionOk="0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8" name="Google Shape;8458;p72"/>
            <p:cNvSpPr/>
            <p:nvPr/>
          </p:nvSpPr>
          <p:spPr>
            <a:xfrm>
              <a:off x="4592922" y="-2164395"/>
              <a:ext cx="22021" cy="15075"/>
            </a:xfrm>
            <a:custGeom>
              <a:avLst/>
              <a:gdLst/>
              <a:ahLst/>
              <a:cxnLst/>
              <a:rect l="l" t="t" r="r" b="b"/>
              <a:pathLst>
                <a:path w="818" h="560" extrusionOk="0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9" name="Google Shape;8459;p72"/>
            <p:cNvSpPr/>
            <p:nvPr/>
          </p:nvSpPr>
          <p:spPr>
            <a:xfrm>
              <a:off x="4592922" y="-2164395"/>
              <a:ext cx="22021" cy="15075"/>
            </a:xfrm>
            <a:custGeom>
              <a:avLst/>
              <a:gdLst/>
              <a:ahLst/>
              <a:cxnLst/>
              <a:rect l="l" t="t" r="r" b="b"/>
              <a:pathLst>
                <a:path w="818" h="560" fill="none" extrusionOk="0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0" name="Google Shape;8460;p72"/>
            <p:cNvSpPr/>
            <p:nvPr/>
          </p:nvSpPr>
          <p:spPr>
            <a:xfrm>
              <a:off x="4623611" y="-2153977"/>
              <a:ext cx="22586" cy="16233"/>
            </a:xfrm>
            <a:custGeom>
              <a:avLst/>
              <a:gdLst/>
              <a:ahLst/>
              <a:cxnLst/>
              <a:rect l="l" t="t" r="r" b="b"/>
              <a:pathLst>
                <a:path w="839" h="603" extrusionOk="0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1" name="Google Shape;8461;p72"/>
            <p:cNvSpPr/>
            <p:nvPr/>
          </p:nvSpPr>
          <p:spPr>
            <a:xfrm>
              <a:off x="4623611" y="-2153977"/>
              <a:ext cx="22586" cy="16233"/>
            </a:xfrm>
            <a:custGeom>
              <a:avLst/>
              <a:gdLst/>
              <a:ahLst/>
              <a:cxnLst/>
              <a:rect l="l" t="t" r="r" b="b"/>
              <a:pathLst>
                <a:path w="839" h="603" fill="none" extrusionOk="0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2" name="Google Shape;8462;p72"/>
            <p:cNvSpPr/>
            <p:nvPr/>
          </p:nvSpPr>
          <p:spPr>
            <a:xfrm>
              <a:off x="4653680" y="-2143559"/>
              <a:ext cx="23178" cy="17390"/>
            </a:xfrm>
            <a:custGeom>
              <a:avLst/>
              <a:gdLst/>
              <a:ahLst/>
              <a:cxnLst/>
              <a:rect l="l" t="t" r="r" b="b"/>
              <a:pathLst>
                <a:path w="861" h="646" extrusionOk="0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3" name="Google Shape;8463;p72"/>
            <p:cNvSpPr/>
            <p:nvPr/>
          </p:nvSpPr>
          <p:spPr>
            <a:xfrm>
              <a:off x="4653680" y="-2143559"/>
              <a:ext cx="23178" cy="17390"/>
            </a:xfrm>
            <a:custGeom>
              <a:avLst/>
              <a:gdLst/>
              <a:ahLst/>
              <a:cxnLst/>
              <a:rect l="l" t="t" r="r" b="b"/>
              <a:pathLst>
                <a:path w="861" h="646" fill="none" extrusionOk="0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4" name="Google Shape;8464;p72"/>
            <p:cNvSpPr/>
            <p:nvPr/>
          </p:nvSpPr>
          <p:spPr>
            <a:xfrm>
              <a:off x="4684369" y="-2132575"/>
              <a:ext cx="23178" cy="18548"/>
            </a:xfrm>
            <a:custGeom>
              <a:avLst/>
              <a:gdLst/>
              <a:ahLst/>
              <a:cxnLst/>
              <a:rect l="l" t="t" r="r" b="b"/>
              <a:pathLst>
                <a:path w="861" h="689" extrusionOk="0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5" name="Google Shape;8465;p72"/>
            <p:cNvSpPr/>
            <p:nvPr/>
          </p:nvSpPr>
          <p:spPr>
            <a:xfrm>
              <a:off x="4684369" y="-2132575"/>
              <a:ext cx="23178" cy="18548"/>
            </a:xfrm>
            <a:custGeom>
              <a:avLst/>
              <a:gdLst/>
              <a:ahLst/>
              <a:cxnLst/>
              <a:rect l="l" t="t" r="r" b="b"/>
              <a:pathLst>
                <a:path w="861" h="689" fill="none" extrusionOk="0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6" name="Google Shape;8466;p72"/>
            <p:cNvSpPr/>
            <p:nvPr/>
          </p:nvSpPr>
          <p:spPr>
            <a:xfrm>
              <a:off x="4715031" y="-2122157"/>
              <a:ext cx="23178" cy="19705"/>
            </a:xfrm>
            <a:custGeom>
              <a:avLst/>
              <a:gdLst/>
              <a:ahLst/>
              <a:cxnLst/>
              <a:rect l="l" t="t" r="r" b="b"/>
              <a:pathLst>
                <a:path w="861" h="732" extrusionOk="0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7" name="Google Shape;8467;p72"/>
            <p:cNvSpPr/>
            <p:nvPr/>
          </p:nvSpPr>
          <p:spPr>
            <a:xfrm>
              <a:off x="4715031" y="-2122157"/>
              <a:ext cx="23178" cy="19705"/>
            </a:xfrm>
            <a:custGeom>
              <a:avLst/>
              <a:gdLst/>
              <a:ahLst/>
              <a:cxnLst/>
              <a:rect l="l" t="t" r="r" b="b"/>
              <a:pathLst>
                <a:path w="861" h="732" fill="none" extrusionOk="0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8" name="Google Shape;8468;p72"/>
            <p:cNvSpPr/>
            <p:nvPr/>
          </p:nvSpPr>
          <p:spPr>
            <a:xfrm>
              <a:off x="4745693" y="-2111739"/>
              <a:ext cx="23178" cy="21428"/>
            </a:xfrm>
            <a:custGeom>
              <a:avLst/>
              <a:gdLst/>
              <a:ahLst/>
              <a:cxnLst/>
              <a:rect l="l" t="t" r="r" b="b"/>
              <a:pathLst>
                <a:path w="861" h="796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9" name="Google Shape;8469;p72"/>
            <p:cNvSpPr/>
            <p:nvPr/>
          </p:nvSpPr>
          <p:spPr>
            <a:xfrm>
              <a:off x="4745693" y="-2111739"/>
              <a:ext cx="23178" cy="21428"/>
            </a:xfrm>
            <a:custGeom>
              <a:avLst/>
              <a:gdLst/>
              <a:ahLst/>
              <a:cxnLst/>
              <a:rect l="l" t="t" r="r" b="b"/>
              <a:pathLst>
                <a:path w="861" h="796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0" name="Google Shape;8470;p72"/>
            <p:cNvSpPr/>
            <p:nvPr/>
          </p:nvSpPr>
          <p:spPr>
            <a:xfrm>
              <a:off x="4892111" y="-2061399"/>
              <a:ext cx="5222" cy="1777"/>
            </a:xfrm>
            <a:custGeom>
              <a:avLst/>
              <a:gdLst/>
              <a:ahLst/>
              <a:cxnLst/>
              <a:rect l="l" t="t" r="r" b="b"/>
              <a:pathLst>
                <a:path w="194" h="66" extrusionOk="0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1" name="Google Shape;8471;p72"/>
            <p:cNvSpPr/>
            <p:nvPr/>
          </p:nvSpPr>
          <p:spPr>
            <a:xfrm>
              <a:off x="4892111" y="-2061399"/>
              <a:ext cx="5222" cy="1777"/>
            </a:xfrm>
            <a:custGeom>
              <a:avLst/>
              <a:gdLst/>
              <a:ahLst/>
              <a:cxnLst/>
              <a:rect l="l" t="t" r="r" b="b"/>
              <a:pathLst>
                <a:path w="194" h="66" fill="none" extrusionOk="0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2" name="Google Shape;8472;p72"/>
            <p:cNvSpPr/>
            <p:nvPr/>
          </p:nvSpPr>
          <p:spPr>
            <a:xfrm>
              <a:off x="4912354" y="-2054454"/>
              <a:ext cx="17983" cy="6972"/>
            </a:xfrm>
            <a:custGeom>
              <a:avLst/>
              <a:gdLst/>
              <a:ahLst/>
              <a:cxnLst/>
              <a:rect l="l" t="t" r="r" b="b"/>
              <a:pathLst>
                <a:path w="668" h="259" extrusionOk="0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3" name="Google Shape;8473;p72"/>
            <p:cNvSpPr/>
            <p:nvPr/>
          </p:nvSpPr>
          <p:spPr>
            <a:xfrm>
              <a:off x="4912354" y="-2054454"/>
              <a:ext cx="17983" cy="6972"/>
            </a:xfrm>
            <a:custGeom>
              <a:avLst/>
              <a:gdLst/>
              <a:ahLst/>
              <a:cxnLst/>
              <a:rect l="l" t="t" r="r" b="b"/>
              <a:pathLst>
                <a:path w="668" h="25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4" name="Google Shape;8474;p72"/>
            <p:cNvSpPr/>
            <p:nvPr/>
          </p:nvSpPr>
          <p:spPr>
            <a:xfrm>
              <a:off x="4942451" y="-2044036"/>
              <a:ext cx="19705" cy="8130"/>
            </a:xfrm>
            <a:custGeom>
              <a:avLst/>
              <a:gdLst/>
              <a:ahLst/>
              <a:cxnLst/>
              <a:rect l="l" t="t" r="r" b="b"/>
              <a:pathLst>
                <a:path w="732" h="302" extrusionOk="0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5" name="Google Shape;8475;p72"/>
            <p:cNvSpPr/>
            <p:nvPr/>
          </p:nvSpPr>
          <p:spPr>
            <a:xfrm>
              <a:off x="4942451" y="-2044036"/>
              <a:ext cx="19705" cy="8130"/>
            </a:xfrm>
            <a:custGeom>
              <a:avLst/>
              <a:gdLst/>
              <a:ahLst/>
              <a:cxnLst/>
              <a:rect l="l" t="t" r="r" b="b"/>
              <a:pathLst>
                <a:path w="732" h="30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6" name="Google Shape;8476;p72"/>
            <p:cNvSpPr/>
            <p:nvPr/>
          </p:nvSpPr>
          <p:spPr>
            <a:xfrm>
              <a:off x="4972548" y="-2033618"/>
              <a:ext cx="21428" cy="9880"/>
            </a:xfrm>
            <a:custGeom>
              <a:avLst/>
              <a:gdLst/>
              <a:ahLst/>
              <a:cxnLst/>
              <a:rect l="l" t="t" r="r" b="b"/>
              <a:pathLst>
                <a:path w="796" h="367" extrusionOk="0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7" name="Google Shape;8477;p72"/>
            <p:cNvSpPr/>
            <p:nvPr/>
          </p:nvSpPr>
          <p:spPr>
            <a:xfrm>
              <a:off x="4972548" y="-2033618"/>
              <a:ext cx="21428" cy="9880"/>
            </a:xfrm>
            <a:custGeom>
              <a:avLst/>
              <a:gdLst/>
              <a:ahLst/>
              <a:cxnLst/>
              <a:rect l="l" t="t" r="r" b="b"/>
              <a:pathLst>
                <a:path w="796" h="36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8" name="Google Shape;8478;p72"/>
            <p:cNvSpPr/>
            <p:nvPr/>
          </p:nvSpPr>
          <p:spPr>
            <a:xfrm>
              <a:off x="5003209" y="-2023199"/>
              <a:ext cx="22021" cy="11037"/>
            </a:xfrm>
            <a:custGeom>
              <a:avLst/>
              <a:gdLst/>
              <a:ahLst/>
              <a:cxnLst/>
              <a:rect l="l" t="t" r="r" b="b"/>
              <a:pathLst>
                <a:path w="818" h="410" extrusionOk="0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9" name="Google Shape;8479;p72"/>
            <p:cNvSpPr/>
            <p:nvPr/>
          </p:nvSpPr>
          <p:spPr>
            <a:xfrm>
              <a:off x="5003209" y="-2023199"/>
              <a:ext cx="22021" cy="11037"/>
            </a:xfrm>
            <a:custGeom>
              <a:avLst/>
              <a:gdLst/>
              <a:ahLst/>
              <a:cxnLst/>
              <a:rect l="l" t="t" r="r" b="b"/>
              <a:pathLst>
                <a:path w="818" h="410" fill="none" extrusionOk="0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0" name="Google Shape;8480;p72"/>
            <p:cNvSpPr/>
            <p:nvPr/>
          </p:nvSpPr>
          <p:spPr>
            <a:xfrm>
              <a:off x="5033898" y="-2012189"/>
              <a:ext cx="22021" cy="11576"/>
            </a:xfrm>
            <a:custGeom>
              <a:avLst/>
              <a:gdLst/>
              <a:ahLst/>
              <a:cxnLst/>
              <a:rect l="l" t="t" r="r" b="b"/>
              <a:pathLst>
                <a:path w="818" h="430" extrusionOk="0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1" name="Google Shape;8481;p72"/>
            <p:cNvSpPr/>
            <p:nvPr/>
          </p:nvSpPr>
          <p:spPr>
            <a:xfrm>
              <a:off x="5033898" y="-2012189"/>
              <a:ext cx="22021" cy="11576"/>
            </a:xfrm>
            <a:custGeom>
              <a:avLst/>
              <a:gdLst/>
              <a:ahLst/>
              <a:cxnLst/>
              <a:rect l="l" t="t" r="r" b="b"/>
              <a:pathLst>
                <a:path w="818" h="430" fill="none" extrusionOk="0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2" name="Google Shape;8482;p72"/>
            <p:cNvSpPr/>
            <p:nvPr/>
          </p:nvSpPr>
          <p:spPr>
            <a:xfrm>
              <a:off x="5064560" y="-2001798"/>
              <a:ext cx="22021" cy="13352"/>
            </a:xfrm>
            <a:custGeom>
              <a:avLst/>
              <a:gdLst/>
              <a:ahLst/>
              <a:cxnLst/>
              <a:rect l="l" t="t" r="r" b="b"/>
              <a:pathLst>
                <a:path w="818" h="496" extrusionOk="0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3" name="Google Shape;8483;p72"/>
            <p:cNvSpPr/>
            <p:nvPr/>
          </p:nvSpPr>
          <p:spPr>
            <a:xfrm>
              <a:off x="5064560" y="-2001798"/>
              <a:ext cx="22021" cy="13352"/>
            </a:xfrm>
            <a:custGeom>
              <a:avLst/>
              <a:gdLst/>
              <a:ahLst/>
              <a:cxnLst/>
              <a:rect l="l" t="t" r="r" b="b"/>
              <a:pathLst>
                <a:path w="818" h="496" fill="none" extrusionOk="0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4" name="Google Shape;8484;p72"/>
            <p:cNvSpPr/>
            <p:nvPr/>
          </p:nvSpPr>
          <p:spPr>
            <a:xfrm>
              <a:off x="5095222" y="-1991380"/>
              <a:ext cx="22613" cy="14510"/>
            </a:xfrm>
            <a:custGeom>
              <a:avLst/>
              <a:gdLst/>
              <a:ahLst/>
              <a:cxnLst/>
              <a:rect l="l" t="t" r="r" b="b"/>
              <a:pathLst>
                <a:path w="840" h="539" extrusionOk="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5" name="Google Shape;8485;p72"/>
            <p:cNvSpPr/>
            <p:nvPr/>
          </p:nvSpPr>
          <p:spPr>
            <a:xfrm>
              <a:off x="5095222" y="-1991380"/>
              <a:ext cx="22613" cy="14510"/>
            </a:xfrm>
            <a:custGeom>
              <a:avLst/>
              <a:gdLst/>
              <a:ahLst/>
              <a:cxnLst/>
              <a:rect l="l" t="t" r="r" b="b"/>
              <a:pathLst>
                <a:path w="840" h="539" fill="none" extrusionOk="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6" name="Google Shape;8486;p72"/>
            <p:cNvSpPr/>
            <p:nvPr/>
          </p:nvSpPr>
          <p:spPr>
            <a:xfrm>
              <a:off x="5125911" y="-1980370"/>
              <a:ext cx="22586" cy="15641"/>
            </a:xfrm>
            <a:custGeom>
              <a:avLst/>
              <a:gdLst/>
              <a:ahLst/>
              <a:cxnLst/>
              <a:rect l="l" t="t" r="r" b="b"/>
              <a:pathLst>
                <a:path w="839" h="581" extrusionOk="0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7" name="Google Shape;8487;p72"/>
            <p:cNvSpPr/>
            <p:nvPr/>
          </p:nvSpPr>
          <p:spPr>
            <a:xfrm>
              <a:off x="5125911" y="-1980370"/>
              <a:ext cx="22586" cy="15641"/>
            </a:xfrm>
            <a:custGeom>
              <a:avLst/>
              <a:gdLst/>
              <a:ahLst/>
              <a:cxnLst/>
              <a:rect l="l" t="t" r="r" b="b"/>
              <a:pathLst>
                <a:path w="839" h="581" fill="none" extrusionOk="0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8" name="Google Shape;8488;p72"/>
            <p:cNvSpPr/>
            <p:nvPr/>
          </p:nvSpPr>
          <p:spPr>
            <a:xfrm>
              <a:off x="5156573" y="-1969952"/>
              <a:ext cx="22586" cy="16798"/>
            </a:xfrm>
            <a:custGeom>
              <a:avLst/>
              <a:gdLst/>
              <a:ahLst/>
              <a:cxnLst/>
              <a:rect l="l" t="t" r="r" b="b"/>
              <a:pathLst>
                <a:path w="839" h="624" extrusionOk="0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9" name="Google Shape;8489;p72"/>
            <p:cNvSpPr/>
            <p:nvPr/>
          </p:nvSpPr>
          <p:spPr>
            <a:xfrm>
              <a:off x="5156573" y="-1969952"/>
              <a:ext cx="22586" cy="16798"/>
            </a:xfrm>
            <a:custGeom>
              <a:avLst/>
              <a:gdLst/>
              <a:ahLst/>
              <a:cxnLst/>
              <a:rect l="l" t="t" r="r" b="b"/>
              <a:pathLst>
                <a:path w="839" h="624" fill="none" extrusionOk="0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0" name="Google Shape;8490;p72"/>
            <p:cNvSpPr/>
            <p:nvPr/>
          </p:nvSpPr>
          <p:spPr>
            <a:xfrm>
              <a:off x="5187235" y="-1959534"/>
              <a:ext cx="22613" cy="18548"/>
            </a:xfrm>
            <a:custGeom>
              <a:avLst/>
              <a:gdLst/>
              <a:ahLst/>
              <a:cxnLst/>
              <a:rect l="l" t="t" r="r" b="b"/>
              <a:pathLst>
                <a:path w="840" h="689" extrusionOk="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1" name="Google Shape;8491;p72"/>
            <p:cNvSpPr/>
            <p:nvPr/>
          </p:nvSpPr>
          <p:spPr>
            <a:xfrm>
              <a:off x="5187235" y="-1959534"/>
              <a:ext cx="22613" cy="18548"/>
            </a:xfrm>
            <a:custGeom>
              <a:avLst/>
              <a:gdLst/>
              <a:ahLst/>
              <a:cxnLst/>
              <a:rect l="l" t="t" r="r" b="b"/>
              <a:pathLst>
                <a:path w="840" h="689" fill="none" extrusionOk="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2" name="Google Shape;8492;p72"/>
            <p:cNvSpPr/>
            <p:nvPr/>
          </p:nvSpPr>
          <p:spPr>
            <a:xfrm>
              <a:off x="5217923" y="-1948550"/>
              <a:ext cx="23178" cy="19140"/>
            </a:xfrm>
            <a:custGeom>
              <a:avLst/>
              <a:gdLst/>
              <a:ahLst/>
              <a:cxnLst/>
              <a:rect l="l" t="t" r="r" b="b"/>
              <a:pathLst>
                <a:path w="861" h="711" extrusionOk="0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3" name="Google Shape;8493;p72"/>
            <p:cNvSpPr/>
            <p:nvPr/>
          </p:nvSpPr>
          <p:spPr>
            <a:xfrm>
              <a:off x="5217923" y="-1948550"/>
              <a:ext cx="23178" cy="19140"/>
            </a:xfrm>
            <a:custGeom>
              <a:avLst/>
              <a:gdLst/>
              <a:ahLst/>
              <a:cxnLst/>
              <a:rect l="l" t="t" r="r" b="b"/>
              <a:pathLst>
                <a:path w="861" h="711" fill="none" extrusionOk="0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4" name="Google Shape;8494;p72"/>
            <p:cNvSpPr/>
            <p:nvPr/>
          </p:nvSpPr>
          <p:spPr>
            <a:xfrm>
              <a:off x="6506665" y="-1590918"/>
              <a:ext cx="657413" cy="105930"/>
            </a:xfrm>
            <a:custGeom>
              <a:avLst/>
              <a:gdLst/>
              <a:ahLst/>
              <a:cxnLst/>
              <a:rect l="l" t="t" r="r" b="b"/>
              <a:pathLst>
                <a:path w="24421" h="3935" extrusionOk="0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5" name="Google Shape;8495;p72"/>
            <p:cNvSpPr/>
            <p:nvPr/>
          </p:nvSpPr>
          <p:spPr>
            <a:xfrm>
              <a:off x="6503192" y="-1515111"/>
              <a:ext cx="27" cy="619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6" name="Google Shape;8496;p72"/>
            <p:cNvSpPr/>
            <p:nvPr/>
          </p:nvSpPr>
          <p:spPr>
            <a:xfrm>
              <a:off x="6502034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7" name="Google Shape;8497;p72"/>
            <p:cNvSpPr/>
            <p:nvPr/>
          </p:nvSpPr>
          <p:spPr>
            <a:xfrm>
              <a:off x="6501442" y="-1515111"/>
              <a:ext cx="619" cy="27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8" name="Google Shape;8498;p72"/>
            <p:cNvSpPr/>
            <p:nvPr/>
          </p:nvSpPr>
          <p:spPr>
            <a:xfrm>
              <a:off x="6500877" y="-1515111"/>
              <a:ext cx="27" cy="2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9" name="Google Shape;8499;p72"/>
            <p:cNvSpPr/>
            <p:nvPr/>
          </p:nvSpPr>
          <p:spPr>
            <a:xfrm>
              <a:off x="6499719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0" name="Google Shape;8500;p72"/>
            <p:cNvSpPr/>
            <p:nvPr/>
          </p:nvSpPr>
          <p:spPr>
            <a:xfrm>
              <a:off x="6499127" y="-1515111"/>
              <a:ext cx="619" cy="27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1" name="Google Shape;8501;p72"/>
            <p:cNvSpPr/>
            <p:nvPr/>
          </p:nvSpPr>
          <p:spPr>
            <a:xfrm>
              <a:off x="6498562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2" name="Google Shape;8502;p72"/>
            <p:cNvSpPr/>
            <p:nvPr/>
          </p:nvSpPr>
          <p:spPr>
            <a:xfrm>
              <a:off x="6497404" y="-1515111"/>
              <a:ext cx="592" cy="27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3" name="Google Shape;8503;p72"/>
            <p:cNvSpPr/>
            <p:nvPr/>
          </p:nvSpPr>
          <p:spPr>
            <a:xfrm>
              <a:off x="6496812" y="-1515111"/>
              <a:ext cx="619" cy="27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4" name="Google Shape;8504;p72"/>
            <p:cNvSpPr/>
            <p:nvPr/>
          </p:nvSpPr>
          <p:spPr>
            <a:xfrm>
              <a:off x="6496246" y="-1515677"/>
              <a:ext cx="592" cy="592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5" name="Google Shape;8505;p72"/>
            <p:cNvSpPr/>
            <p:nvPr/>
          </p:nvSpPr>
          <p:spPr>
            <a:xfrm>
              <a:off x="6495089" y="-1515677"/>
              <a:ext cx="1184" cy="27"/>
            </a:xfrm>
            <a:custGeom>
              <a:avLst/>
              <a:gdLst/>
              <a:ahLst/>
              <a:cxnLst/>
              <a:rect l="l" t="t" r="r" b="b"/>
              <a:pathLst>
                <a:path w="44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6" name="Google Shape;8506;p72"/>
            <p:cNvSpPr/>
            <p:nvPr/>
          </p:nvSpPr>
          <p:spPr>
            <a:xfrm>
              <a:off x="6506665" y="-1590918"/>
              <a:ext cx="657413" cy="105930"/>
            </a:xfrm>
            <a:custGeom>
              <a:avLst/>
              <a:gdLst/>
              <a:ahLst/>
              <a:cxnLst/>
              <a:rect l="l" t="t" r="r" b="b"/>
              <a:pathLst>
                <a:path w="24421" h="3935" fill="none" extrusionOk="0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7" name="Google Shape;8507;p72"/>
            <p:cNvSpPr/>
            <p:nvPr/>
          </p:nvSpPr>
          <p:spPr>
            <a:xfrm>
              <a:off x="5248585" y="-1938132"/>
              <a:ext cx="23178" cy="20271"/>
            </a:xfrm>
            <a:custGeom>
              <a:avLst/>
              <a:gdLst/>
              <a:ahLst/>
              <a:cxnLst/>
              <a:rect l="l" t="t" r="r" b="b"/>
              <a:pathLst>
                <a:path w="861" h="753" extrusionOk="0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8" name="Google Shape;8508;p72"/>
            <p:cNvSpPr/>
            <p:nvPr/>
          </p:nvSpPr>
          <p:spPr>
            <a:xfrm>
              <a:off x="5248585" y="-1938132"/>
              <a:ext cx="23178" cy="20271"/>
            </a:xfrm>
            <a:custGeom>
              <a:avLst/>
              <a:gdLst/>
              <a:ahLst/>
              <a:cxnLst/>
              <a:rect l="l" t="t" r="r" b="b"/>
              <a:pathLst>
                <a:path w="861" h="753" fill="none" extrusionOk="0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9" name="Google Shape;8509;p72"/>
            <p:cNvSpPr/>
            <p:nvPr/>
          </p:nvSpPr>
          <p:spPr>
            <a:xfrm>
              <a:off x="5404264" y="-1884319"/>
              <a:ext cx="23151" cy="18548"/>
            </a:xfrm>
            <a:custGeom>
              <a:avLst/>
              <a:gdLst/>
              <a:ahLst/>
              <a:cxnLst/>
              <a:rect l="l" t="t" r="r" b="b"/>
              <a:pathLst>
                <a:path w="860" h="689" extrusionOk="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0" name="Google Shape;8510;p72"/>
            <p:cNvSpPr/>
            <p:nvPr/>
          </p:nvSpPr>
          <p:spPr>
            <a:xfrm>
              <a:off x="5404264" y="-1884319"/>
              <a:ext cx="23151" cy="18548"/>
            </a:xfrm>
            <a:custGeom>
              <a:avLst/>
              <a:gdLst/>
              <a:ahLst/>
              <a:cxnLst/>
              <a:rect l="l" t="t" r="r" b="b"/>
              <a:pathLst>
                <a:path w="860" h="689" fill="none" extrusionOk="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1" name="Google Shape;8511;p72"/>
            <p:cNvSpPr/>
            <p:nvPr/>
          </p:nvSpPr>
          <p:spPr>
            <a:xfrm>
              <a:off x="5434925" y="-1873901"/>
              <a:ext cx="23178" cy="20298"/>
            </a:xfrm>
            <a:custGeom>
              <a:avLst/>
              <a:gdLst/>
              <a:ahLst/>
              <a:cxnLst/>
              <a:rect l="l" t="t" r="r" b="b"/>
              <a:pathLst>
                <a:path w="861" h="754" extrusionOk="0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2" name="Google Shape;8512;p72"/>
            <p:cNvSpPr/>
            <p:nvPr/>
          </p:nvSpPr>
          <p:spPr>
            <a:xfrm>
              <a:off x="5434925" y="-1873901"/>
              <a:ext cx="23178" cy="20298"/>
            </a:xfrm>
            <a:custGeom>
              <a:avLst/>
              <a:gdLst/>
              <a:ahLst/>
              <a:cxnLst/>
              <a:rect l="l" t="t" r="r" b="b"/>
              <a:pathLst>
                <a:path w="861" h="754" fill="none" extrusionOk="0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3" name="Google Shape;8513;p72"/>
            <p:cNvSpPr/>
            <p:nvPr/>
          </p:nvSpPr>
          <p:spPr>
            <a:xfrm>
              <a:off x="5465587" y="-1863483"/>
              <a:ext cx="23178" cy="21455"/>
            </a:xfrm>
            <a:custGeom>
              <a:avLst/>
              <a:gdLst/>
              <a:ahLst/>
              <a:cxnLst/>
              <a:rect l="l" t="t" r="r" b="b"/>
              <a:pathLst>
                <a:path w="861" h="797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4" name="Google Shape;8514;p72"/>
            <p:cNvSpPr/>
            <p:nvPr/>
          </p:nvSpPr>
          <p:spPr>
            <a:xfrm>
              <a:off x="5465587" y="-1863483"/>
              <a:ext cx="23178" cy="21455"/>
            </a:xfrm>
            <a:custGeom>
              <a:avLst/>
              <a:gdLst/>
              <a:ahLst/>
              <a:cxnLst/>
              <a:rect l="l" t="t" r="r" b="b"/>
              <a:pathLst>
                <a:path w="861" h="797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5" name="Google Shape;8515;p72"/>
            <p:cNvSpPr/>
            <p:nvPr/>
          </p:nvSpPr>
          <p:spPr>
            <a:xfrm>
              <a:off x="5496276" y="-1853065"/>
              <a:ext cx="23151" cy="22586"/>
            </a:xfrm>
            <a:custGeom>
              <a:avLst/>
              <a:gdLst/>
              <a:ahLst/>
              <a:cxnLst/>
              <a:rect l="l" t="t" r="r" b="b"/>
              <a:pathLst>
                <a:path w="860" h="839" extrusionOk="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6" name="Google Shape;8516;p72"/>
            <p:cNvSpPr/>
            <p:nvPr/>
          </p:nvSpPr>
          <p:spPr>
            <a:xfrm>
              <a:off x="5496276" y="-1853065"/>
              <a:ext cx="23151" cy="22586"/>
            </a:xfrm>
            <a:custGeom>
              <a:avLst/>
              <a:gdLst/>
              <a:ahLst/>
              <a:cxnLst/>
              <a:rect l="l" t="t" r="r" b="b"/>
              <a:pathLst>
                <a:path w="860" h="839" fill="none" extrusionOk="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7" name="Google Shape;8517;p72"/>
            <p:cNvSpPr/>
            <p:nvPr/>
          </p:nvSpPr>
          <p:spPr>
            <a:xfrm>
              <a:off x="5526346" y="-1842055"/>
              <a:ext cx="24336" cy="23743"/>
            </a:xfrm>
            <a:custGeom>
              <a:avLst/>
              <a:gdLst/>
              <a:ahLst/>
              <a:cxnLst/>
              <a:rect l="l" t="t" r="r" b="b"/>
              <a:pathLst>
                <a:path w="904" h="882" extrusionOk="0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8" name="Google Shape;8518;p72"/>
            <p:cNvSpPr/>
            <p:nvPr/>
          </p:nvSpPr>
          <p:spPr>
            <a:xfrm>
              <a:off x="5526346" y="-1842055"/>
              <a:ext cx="24336" cy="23743"/>
            </a:xfrm>
            <a:custGeom>
              <a:avLst/>
              <a:gdLst/>
              <a:ahLst/>
              <a:cxnLst/>
              <a:rect l="l" t="t" r="r" b="b"/>
              <a:pathLst>
                <a:path w="904" h="882" fill="none" extrusionOk="0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9" name="Google Shape;8519;p72"/>
            <p:cNvSpPr/>
            <p:nvPr/>
          </p:nvSpPr>
          <p:spPr>
            <a:xfrm>
              <a:off x="5557035" y="-1831637"/>
              <a:ext cx="24336" cy="24901"/>
            </a:xfrm>
            <a:custGeom>
              <a:avLst/>
              <a:gdLst/>
              <a:ahLst/>
              <a:cxnLst/>
              <a:rect l="l" t="t" r="r" b="b"/>
              <a:pathLst>
                <a:path w="904" h="925" extrusionOk="0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0" name="Google Shape;8520;p72"/>
            <p:cNvSpPr/>
            <p:nvPr/>
          </p:nvSpPr>
          <p:spPr>
            <a:xfrm>
              <a:off x="5557035" y="-1831637"/>
              <a:ext cx="24336" cy="24901"/>
            </a:xfrm>
            <a:custGeom>
              <a:avLst/>
              <a:gdLst/>
              <a:ahLst/>
              <a:cxnLst/>
              <a:rect l="l" t="t" r="r" b="b"/>
              <a:pathLst>
                <a:path w="904" h="925" fill="none" extrusionOk="0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1" name="Google Shape;8521;p72"/>
            <p:cNvSpPr/>
            <p:nvPr/>
          </p:nvSpPr>
          <p:spPr>
            <a:xfrm>
              <a:off x="5587696" y="-1821246"/>
              <a:ext cx="24336" cy="26651"/>
            </a:xfrm>
            <a:custGeom>
              <a:avLst/>
              <a:gdLst/>
              <a:ahLst/>
              <a:cxnLst/>
              <a:rect l="l" t="t" r="r" b="b"/>
              <a:pathLst>
                <a:path w="904" h="990" extrusionOk="0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2" name="Google Shape;8522;p72"/>
            <p:cNvSpPr/>
            <p:nvPr/>
          </p:nvSpPr>
          <p:spPr>
            <a:xfrm>
              <a:off x="5587696" y="-1821246"/>
              <a:ext cx="24336" cy="26651"/>
            </a:xfrm>
            <a:custGeom>
              <a:avLst/>
              <a:gdLst/>
              <a:ahLst/>
              <a:cxnLst/>
              <a:rect l="l" t="t" r="r" b="b"/>
              <a:pathLst>
                <a:path w="904" h="990" fill="none" extrusionOk="0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3" name="Google Shape;8523;p72"/>
            <p:cNvSpPr/>
            <p:nvPr/>
          </p:nvSpPr>
          <p:spPr>
            <a:xfrm>
              <a:off x="5618358" y="-1810235"/>
              <a:ext cx="24336" cy="27216"/>
            </a:xfrm>
            <a:custGeom>
              <a:avLst/>
              <a:gdLst/>
              <a:ahLst/>
              <a:cxnLst/>
              <a:rect l="l" t="t" r="r" b="b"/>
              <a:pathLst>
                <a:path w="904" h="1011" extrusionOk="0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4" name="Google Shape;8524;p72"/>
            <p:cNvSpPr/>
            <p:nvPr/>
          </p:nvSpPr>
          <p:spPr>
            <a:xfrm>
              <a:off x="5618358" y="-1810235"/>
              <a:ext cx="24336" cy="27216"/>
            </a:xfrm>
            <a:custGeom>
              <a:avLst/>
              <a:gdLst/>
              <a:ahLst/>
              <a:cxnLst/>
              <a:rect l="l" t="t" r="r" b="b"/>
              <a:pathLst>
                <a:path w="904" h="1011" fill="none" extrusionOk="0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5" name="Google Shape;8525;p72"/>
            <p:cNvSpPr/>
            <p:nvPr/>
          </p:nvSpPr>
          <p:spPr>
            <a:xfrm>
              <a:off x="5649047" y="-1799252"/>
              <a:ext cx="24336" cy="28401"/>
            </a:xfrm>
            <a:custGeom>
              <a:avLst/>
              <a:gdLst/>
              <a:ahLst/>
              <a:cxnLst/>
              <a:rect l="l" t="t" r="r" b="b"/>
              <a:pathLst>
                <a:path w="904" h="1055" extrusionOk="0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6" name="Google Shape;8526;p72"/>
            <p:cNvSpPr/>
            <p:nvPr/>
          </p:nvSpPr>
          <p:spPr>
            <a:xfrm>
              <a:off x="5649047" y="-1799252"/>
              <a:ext cx="24336" cy="28401"/>
            </a:xfrm>
            <a:custGeom>
              <a:avLst/>
              <a:gdLst/>
              <a:ahLst/>
              <a:cxnLst/>
              <a:rect l="l" t="t" r="r" b="b"/>
              <a:pathLst>
                <a:path w="904" h="1055" fill="none" extrusionOk="0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7" name="Google Shape;8527;p72"/>
            <p:cNvSpPr/>
            <p:nvPr/>
          </p:nvSpPr>
          <p:spPr>
            <a:xfrm>
              <a:off x="5679709" y="-178824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8" name="Google Shape;8528;p72"/>
            <p:cNvSpPr/>
            <p:nvPr/>
          </p:nvSpPr>
          <p:spPr>
            <a:xfrm>
              <a:off x="5679709" y="-1788242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9" name="Google Shape;8529;p72"/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0" name="Google Shape;8530;p72"/>
            <p:cNvSpPr/>
            <p:nvPr/>
          </p:nvSpPr>
          <p:spPr>
            <a:xfrm>
              <a:off x="5710371" y="-1776666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1" name="Google Shape;8531;p72"/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2" name="Google Shape;8532;p72"/>
            <p:cNvSpPr/>
            <p:nvPr/>
          </p:nvSpPr>
          <p:spPr>
            <a:xfrm>
              <a:off x="5741060" y="-1765091"/>
              <a:ext cx="24309" cy="29531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3" name="Google Shape;8533;p72"/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4" name="Google Shape;8534;p72"/>
            <p:cNvSpPr/>
            <p:nvPr/>
          </p:nvSpPr>
          <p:spPr>
            <a:xfrm>
              <a:off x="5771722" y="-1752950"/>
              <a:ext cx="24336" cy="28966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5" name="Google Shape;8535;p72"/>
            <p:cNvSpPr/>
            <p:nvPr/>
          </p:nvSpPr>
          <p:spPr>
            <a:xfrm>
              <a:off x="5348701" y="-1903998"/>
              <a:ext cx="2342" cy="619"/>
            </a:xfrm>
            <a:custGeom>
              <a:avLst/>
              <a:gdLst/>
              <a:ahLst/>
              <a:cxnLst/>
              <a:rect l="l" t="t" r="r" b="b"/>
              <a:pathLst>
                <a:path w="87" h="23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6" name="Google Shape;8536;p72"/>
            <p:cNvSpPr/>
            <p:nvPr/>
          </p:nvSpPr>
          <p:spPr>
            <a:xfrm>
              <a:off x="5348701" y="-1903998"/>
              <a:ext cx="2342" cy="619"/>
            </a:xfrm>
            <a:custGeom>
              <a:avLst/>
              <a:gdLst/>
              <a:ahLst/>
              <a:cxnLst/>
              <a:rect l="l" t="t" r="r" b="b"/>
              <a:pathLst>
                <a:path w="87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7" name="Google Shape;8537;p72"/>
            <p:cNvSpPr/>
            <p:nvPr/>
          </p:nvSpPr>
          <p:spPr>
            <a:xfrm>
              <a:off x="6201123" y="-1637786"/>
              <a:ext cx="479176" cy="127332"/>
            </a:xfrm>
            <a:custGeom>
              <a:avLst/>
              <a:gdLst/>
              <a:ahLst/>
              <a:cxnLst/>
              <a:rect l="l" t="t" r="r" b="b"/>
              <a:pathLst>
                <a:path w="17800" h="4730" extrusionOk="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8" name="Google Shape;8538;p72"/>
            <p:cNvSpPr/>
            <p:nvPr/>
          </p:nvSpPr>
          <p:spPr>
            <a:xfrm>
              <a:off x="6201123" y="-1637786"/>
              <a:ext cx="479176" cy="127332"/>
            </a:xfrm>
            <a:custGeom>
              <a:avLst/>
              <a:gdLst/>
              <a:ahLst/>
              <a:cxnLst/>
              <a:rect l="l" t="t" r="r" b="b"/>
              <a:pathLst>
                <a:path w="17800" h="4730" fill="none" extrusionOk="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9" name="Google Shape;8539;p72"/>
            <p:cNvSpPr/>
            <p:nvPr/>
          </p:nvSpPr>
          <p:spPr>
            <a:xfrm>
              <a:off x="4748600" y="-2040563"/>
              <a:ext cx="792256" cy="877915"/>
            </a:xfrm>
            <a:custGeom>
              <a:avLst/>
              <a:gdLst/>
              <a:ahLst/>
              <a:cxnLst/>
              <a:rect l="l" t="t" r="r" b="b"/>
              <a:pathLst>
                <a:path w="29430" h="32612" extrusionOk="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0" name="Google Shape;8540;p72"/>
            <p:cNvSpPr/>
            <p:nvPr/>
          </p:nvSpPr>
          <p:spPr>
            <a:xfrm>
              <a:off x="6585944" y="-1608282"/>
              <a:ext cx="424771" cy="335665"/>
            </a:xfrm>
            <a:custGeom>
              <a:avLst/>
              <a:gdLst/>
              <a:ahLst/>
              <a:cxnLst/>
              <a:rect l="l" t="t" r="r" b="b"/>
              <a:pathLst>
                <a:path w="15779" h="12469" extrusionOk="0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1" name="Google Shape;8541;p72"/>
            <p:cNvSpPr/>
            <p:nvPr/>
          </p:nvSpPr>
          <p:spPr>
            <a:xfrm>
              <a:off x="4876497" y="-2033618"/>
              <a:ext cx="664359" cy="837966"/>
            </a:xfrm>
            <a:custGeom>
              <a:avLst/>
              <a:gdLst/>
              <a:ahLst/>
              <a:cxnLst/>
              <a:rect l="l" t="t" r="r" b="b"/>
              <a:pathLst>
                <a:path w="24679" h="31128" extrusionOk="0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2" name="Google Shape;8542;p72"/>
            <p:cNvSpPr/>
            <p:nvPr/>
          </p:nvSpPr>
          <p:spPr>
            <a:xfrm>
              <a:off x="5422758" y="-2454431"/>
              <a:ext cx="1784150" cy="497105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3" name="Google Shape;8543;p72"/>
            <p:cNvSpPr/>
            <p:nvPr/>
          </p:nvSpPr>
          <p:spPr>
            <a:xfrm>
              <a:off x="6425635" y="-1879097"/>
              <a:ext cx="149325" cy="112283"/>
            </a:xfrm>
            <a:custGeom>
              <a:avLst/>
              <a:gdLst/>
              <a:ahLst/>
              <a:cxnLst/>
              <a:rect l="l" t="t" r="r" b="b"/>
              <a:pathLst>
                <a:path w="5547" h="4171" extrusionOk="0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4" name="Google Shape;8544;p72"/>
            <p:cNvSpPr/>
            <p:nvPr/>
          </p:nvSpPr>
          <p:spPr>
            <a:xfrm>
              <a:off x="6425635" y="-1879097"/>
              <a:ext cx="149325" cy="112283"/>
            </a:xfrm>
            <a:custGeom>
              <a:avLst/>
              <a:gdLst/>
              <a:ahLst/>
              <a:cxnLst/>
              <a:rect l="l" t="t" r="r" b="b"/>
              <a:pathLst>
                <a:path w="5547" h="41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5" name="Google Shape;8545;p72"/>
            <p:cNvSpPr/>
            <p:nvPr/>
          </p:nvSpPr>
          <p:spPr>
            <a:xfrm>
              <a:off x="6440684" y="-1860010"/>
              <a:ext cx="159178" cy="67165"/>
            </a:xfrm>
            <a:custGeom>
              <a:avLst/>
              <a:gdLst/>
              <a:ahLst/>
              <a:cxnLst/>
              <a:rect l="l" t="t" r="r" b="b"/>
              <a:pathLst>
                <a:path w="5913" h="2495" extrusionOk="0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6" name="Google Shape;8546;p72"/>
            <p:cNvSpPr/>
            <p:nvPr/>
          </p:nvSpPr>
          <p:spPr>
            <a:xfrm>
              <a:off x="6974830" y="-1636063"/>
              <a:ext cx="50933" cy="24336"/>
            </a:xfrm>
            <a:custGeom>
              <a:avLst/>
              <a:gdLst/>
              <a:ahLst/>
              <a:cxnLst/>
              <a:rect l="l" t="t" r="r" b="b"/>
              <a:pathLst>
                <a:path w="1892" h="904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7" name="Google Shape;8547;p72"/>
            <p:cNvSpPr/>
            <p:nvPr/>
          </p:nvSpPr>
          <p:spPr>
            <a:xfrm>
              <a:off x="6974830" y="-1636063"/>
              <a:ext cx="50933" cy="24336"/>
            </a:xfrm>
            <a:custGeom>
              <a:avLst/>
              <a:gdLst/>
              <a:ahLst/>
              <a:cxnLst/>
              <a:rect l="l" t="t" r="r" b="b"/>
              <a:pathLst>
                <a:path w="1892" h="90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8" name="Google Shape;8548;p72"/>
            <p:cNvSpPr/>
            <p:nvPr/>
          </p:nvSpPr>
          <p:spPr>
            <a:xfrm>
              <a:off x="6779795" y="-1685246"/>
              <a:ext cx="245968" cy="73519"/>
            </a:xfrm>
            <a:custGeom>
              <a:avLst/>
              <a:gdLst/>
              <a:ahLst/>
              <a:cxnLst/>
              <a:rect l="l" t="t" r="r" b="b"/>
              <a:pathLst>
                <a:path w="9137" h="2731" extrusionOk="0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9" name="Google Shape;8549;p72"/>
            <p:cNvSpPr/>
            <p:nvPr/>
          </p:nvSpPr>
          <p:spPr>
            <a:xfrm>
              <a:off x="6779795" y="-1685246"/>
              <a:ext cx="245968" cy="73519"/>
            </a:xfrm>
            <a:custGeom>
              <a:avLst/>
              <a:gdLst/>
              <a:ahLst/>
              <a:cxnLst/>
              <a:rect l="l" t="t" r="r" b="b"/>
              <a:pathLst>
                <a:path w="9137" h="2731" fill="none" extrusionOk="0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0" name="Google Shape;8550;p72"/>
            <p:cNvSpPr/>
            <p:nvPr/>
          </p:nvSpPr>
          <p:spPr>
            <a:xfrm>
              <a:off x="6824347" y="-1698544"/>
              <a:ext cx="150510" cy="68296"/>
            </a:xfrm>
            <a:custGeom>
              <a:avLst/>
              <a:gdLst/>
              <a:ahLst/>
              <a:cxnLst/>
              <a:rect l="l" t="t" r="r" b="b"/>
              <a:pathLst>
                <a:path w="5591" h="2537" extrusionOk="0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1" name="Google Shape;8551;p72"/>
            <p:cNvSpPr/>
            <p:nvPr/>
          </p:nvSpPr>
          <p:spPr>
            <a:xfrm>
              <a:off x="6533288" y="-1808512"/>
              <a:ext cx="311357" cy="152825"/>
            </a:xfrm>
            <a:custGeom>
              <a:avLst/>
              <a:gdLst/>
              <a:ahLst/>
              <a:cxnLst/>
              <a:rect l="l" t="t" r="r" b="b"/>
              <a:pathLst>
                <a:path w="11566" h="5677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2" name="Google Shape;8552;p72"/>
            <p:cNvSpPr/>
            <p:nvPr/>
          </p:nvSpPr>
          <p:spPr>
            <a:xfrm>
              <a:off x="6533288" y="-1808512"/>
              <a:ext cx="311357" cy="152825"/>
            </a:xfrm>
            <a:custGeom>
              <a:avLst/>
              <a:gdLst/>
              <a:ahLst/>
              <a:cxnLst/>
              <a:rect l="l" t="t" r="r" b="b"/>
              <a:pathLst>
                <a:path w="11566" h="5677" fill="none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3284;p38">
            <a:extLst>
              <a:ext uri="{FF2B5EF4-FFF2-40B4-BE49-F238E27FC236}">
                <a16:creationId xmlns:a16="http://schemas.microsoft.com/office/drawing/2014/main" id="{A3E162F8-6F21-C549-1C7B-E3E711EA73E9}"/>
              </a:ext>
            </a:extLst>
          </p:cNvPr>
          <p:cNvSpPr txBox="1">
            <a:spLocks/>
          </p:cNvSpPr>
          <p:nvPr/>
        </p:nvSpPr>
        <p:spPr>
          <a:xfrm>
            <a:off x="4050778" y="1565315"/>
            <a:ext cx="4986542" cy="367458"/>
          </a:xfrm>
          <a:prstGeom prst="rect">
            <a:avLst/>
          </a:prstGeom>
          <a:solidFill>
            <a:srgbClr val="4B94D8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pl-PL" b="1">
                <a:solidFill>
                  <a:schemeClr val="bg1"/>
                </a:solidFill>
                <a:latin typeface="Arial Rounded MT Bold" panose="020F0704030504030204" pitchFamily="34" charset="0"/>
              </a:rPr>
              <a:t>Malgorzata Victor, Raels Santers, Tomás McGrath</a:t>
            </a:r>
            <a:endParaRPr lang="pl-PL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Google Shape;3284;p38">
            <a:extLst>
              <a:ext uri="{FF2B5EF4-FFF2-40B4-BE49-F238E27FC236}">
                <a16:creationId xmlns:a16="http://schemas.microsoft.com/office/drawing/2014/main" id="{9A41CE5A-C767-7DFF-D890-BF525C1A8448}"/>
              </a:ext>
            </a:extLst>
          </p:cNvPr>
          <p:cNvSpPr txBox="1">
            <a:spLocks/>
          </p:cNvSpPr>
          <p:nvPr/>
        </p:nvSpPr>
        <p:spPr>
          <a:xfrm>
            <a:off x="4688550" y="1975167"/>
            <a:ext cx="4348770" cy="278760"/>
          </a:xfrm>
          <a:prstGeom prst="rect">
            <a:avLst/>
          </a:prstGeom>
          <a:solidFill>
            <a:srgbClr val="4B94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600" b="0" i="0" u="none" strike="noStrike" cap="none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0" indent="0" algn="r"/>
            <a:r>
              <a:rPr lang="en-IE" sz="1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Enterprise Systems Architecture</a:t>
            </a:r>
            <a:endParaRPr lang="pl-PL" sz="1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lying Airplane by Slidesgo">
  <a:themeElements>
    <a:clrScheme name="Simple Light">
      <a:dk1>
        <a:srgbClr val="325AD6"/>
      </a:dk1>
      <a:lt1>
        <a:srgbClr val="FFFFFF"/>
      </a:lt1>
      <a:dk2>
        <a:srgbClr val="272727"/>
      </a:dk2>
      <a:lt2>
        <a:srgbClr val="D14000"/>
      </a:lt2>
      <a:accent1>
        <a:srgbClr val="4C8CFC"/>
      </a:accent1>
      <a:accent2>
        <a:srgbClr val="EAF3FF"/>
      </a:accent2>
      <a:accent3>
        <a:srgbClr val="D6DFFF"/>
      </a:accent3>
      <a:accent4>
        <a:srgbClr val="3761FA"/>
      </a:accent4>
      <a:accent5>
        <a:srgbClr val="A9CBF9"/>
      </a:accent5>
      <a:accent6>
        <a:srgbClr val="95B9F5"/>
      </a:accent6>
      <a:hlink>
        <a:srgbClr val="27272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544</Words>
  <Application>Microsoft Office PowerPoint</Application>
  <PresentationFormat>On-screen Show (16:9)</PresentationFormat>
  <Paragraphs>122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Roboto Condensed Light</vt:lpstr>
      <vt:lpstr>Arial Rounded MT Bold</vt:lpstr>
      <vt:lpstr>Loved by the King</vt:lpstr>
      <vt:lpstr>Raleway Black</vt:lpstr>
      <vt:lpstr>Roboto</vt:lpstr>
      <vt:lpstr>Mulish SemiBold</vt:lpstr>
      <vt:lpstr>M PLUS 1p</vt:lpstr>
      <vt:lpstr>PT Sans</vt:lpstr>
      <vt:lpstr>Arial</vt:lpstr>
      <vt:lpstr>Flying Airplane by Slidesgo</vt:lpstr>
      <vt:lpstr>SkyLink Airlines</vt:lpstr>
      <vt:lpstr>Introduction</vt:lpstr>
      <vt:lpstr>PowerPoint Presentation</vt:lpstr>
      <vt:lpstr>PowerPoint Presentation</vt:lpstr>
      <vt:lpstr>PowerPoint Presentation</vt:lpstr>
      <vt:lpstr>PowerPoint Presentation</vt:lpstr>
      <vt:lpstr>Logical</vt:lpstr>
      <vt:lpstr>PowerPoint Presentation</vt:lpstr>
      <vt:lpstr>PowerPoint Presentation</vt:lpstr>
      <vt:lpstr>PowerPoint Presentation</vt:lpstr>
      <vt:lpstr>Improved safety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Malgosia .</dc:creator>
  <cp:lastModifiedBy>(20102772) Malgorzata Victor</cp:lastModifiedBy>
  <cp:revision>1</cp:revision>
  <dcterms:modified xsi:type="dcterms:W3CDTF">2025-11-30T02:08:40Z</dcterms:modified>
</cp:coreProperties>
</file>